
<file path=[Content_Types].xml><?xml version="1.0" encoding="utf-8"?>
<Types xmlns="http://schemas.openxmlformats.org/package/2006/content-types">
  <Default Extension="emf" ContentType="image/x-emf"/>
  <Default Extension="jpeg" ContentType="image/jpeg"/>
  <Default Extension="jpg" ContentType="image/jp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50" r:id="rId1"/>
    <p:sldMasterId id="2147483663" r:id="rId2"/>
  </p:sldMasterIdLst>
  <p:notesMasterIdLst>
    <p:notesMasterId r:id="rId60"/>
  </p:notesMasterIdLst>
  <p:handoutMasterIdLst>
    <p:handoutMasterId r:id="rId61"/>
  </p:handoutMasterIdLst>
  <p:sldIdLst>
    <p:sldId id="256" r:id="rId3"/>
    <p:sldId id="257" r:id="rId4"/>
    <p:sldId id="277" r:id="rId5"/>
    <p:sldId id="258" r:id="rId6"/>
    <p:sldId id="259" r:id="rId7"/>
    <p:sldId id="260" r:id="rId8"/>
    <p:sldId id="278" r:id="rId9"/>
    <p:sldId id="261" r:id="rId10"/>
    <p:sldId id="295" r:id="rId11"/>
    <p:sldId id="279" r:id="rId12"/>
    <p:sldId id="262" r:id="rId13"/>
    <p:sldId id="296" r:id="rId14"/>
    <p:sldId id="263" r:id="rId15"/>
    <p:sldId id="280" r:id="rId16"/>
    <p:sldId id="264" r:id="rId17"/>
    <p:sldId id="265" r:id="rId18"/>
    <p:sldId id="266" r:id="rId19"/>
    <p:sldId id="281" r:id="rId20"/>
    <p:sldId id="267" r:id="rId21"/>
    <p:sldId id="282" r:id="rId22"/>
    <p:sldId id="268" r:id="rId23"/>
    <p:sldId id="269" r:id="rId24"/>
    <p:sldId id="2147481801" r:id="rId25"/>
    <p:sldId id="283" r:id="rId26"/>
    <p:sldId id="270" r:id="rId27"/>
    <p:sldId id="271" r:id="rId28"/>
    <p:sldId id="272" r:id="rId29"/>
    <p:sldId id="284" r:id="rId30"/>
    <p:sldId id="274" r:id="rId31"/>
    <p:sldId id="286" r:id="rId32"/>
    <p:sldId id="287" r:id="rId33"/>
    <p:sldId id="291" r:id="rId34"/>
    <p:sldId id="292" r:id="rId35"/>
    <p:sldId id="293" r:id="rId36"/>
    <p:sldId id="294" r:id="rId37"/>
    <p:sldId id="275" r:id="rId38"/>
    <p:sldId id="2147481800" r:id="rId39"/>
    <p:sldId id="285" r:id="rId40"/>
    <p:sldId id="297" r:id="rId41"/>
    <p:sldId id="298" r:id="rId42"/>
    <p:sldId id="299" r:id="rId43"/>
    <p:sldId id="300" r:id="rId44"/>
    <p:sldId id="301" r:id="rId45"/>
    <p:sldId id="302" r:id="rId46"/>
    <p:sldId id="303" r:id="rId47"/>
    <p:sldId id="304" r:id="rId48"/>
    <p:sldId id="305" r:id="rId49"/>
    <p:sldId id="306" r:id="rId50"/>
    <p:sldId id="2147481727" r:id="rId51"/>
    <p:sldId id="2147481758" r:id="rId52"/>
    <p:sldId id="2147481729" r:id="rId53"/>
    <p:sldId id="2147481745" r:id="rId54"/>
    <p:sldId id="2147481790" r:id="rId55"/>
    <p:sldId id="2147481746" r:id="rId56"/>
    <p:sldId id="2147481791" r:id="rId57"/>
    <p:sldId id="2147481799" r:id="rId58"/>
    <p:sldId id="2147481756" r:id="rId59"/>
  </p:sldIdLst>
  <p:sldSz cx="9144000" cy="5143500" type="screen16x9"/>
  <p:notesSz cx="9144000" cy="51435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tion par défaut" id="{E33F6B5A-F4D2-4840-AC21-28A0E28502C5}">
          <p14:sldIdLst>
            <p14:sldId id="256"/>
            <p14:sldId id="257"/>
            <p14:sldId id="277"/>
            <p14:sldId id="258"/>
            <p14:sldId id="259"/>
            <p14:sldId id="260"/>
            <p14:sldId id="278"/>
            <p14:sldId id="261"/>
            <p14:sldId id="295"/>
            <p14:sldId id="279"/>
            <p14:sldId id="262"/>
            <p14:sldId id="296"/>
            <p14:sldId id="263"/>
            <p14:sldId id="280"/>
            <p14:sldId id="264"/>
            <p14:sldId id="265"/>
            <p14:sldId id="266"/>
            <p14:sldId id="281"/>
            <p14:sldId id="267"/>
            <p14:sldId id="282"/>
            <p14:sldId id="268"/>
            <p14:sldId id="269"/>
            <p14:sldId id="2147481801"/>
            <p14:sldId id="283"/>
            <p14:sldId id="270"/>
            <p14:sldId id="271"/>
            <p14:sldId id="272"/>
            <p14:sldId id="284"/>
            <p14:sldId id="274"/>
            <p14:sldId id="286"/>
            <p14:sldId id="287"/>
            <p14:sldId id="291"/>
            <p14:sldId id="292"/>
            <p14:sldId id="293"/>
            <p14:sldId id="294"/>
            <p14:sldId id="275"/>
            <p14:sldId id="2147481800"/>
            <p14:sldId id="285"/>
            <p14:sldId id="297"/>
            <p14:sldId id="298"/>
            <p14:sldId id="299"/>
            <p14:sldId id="300"/>
            <p14:sldId id="301"/>
            <p14:sldId id="302"/>
            <p14:sldId id="303"/>
            <p14:sldId id="304"/>
            <p14:sldId id="305"/>
            <p14:sldId id="306"/>
          </p14:sldIdLst>
        </p14:section>
        <p14:section name="Oldies but goodies" id="{ED6AD17B-B029-4CE1-8A27-34DEE5560586}">
          <p14:sldIdLst>
            <p14:sldId id="2147481727"/>
            <p14:sldId id="2147481758"/>
            <p14:sldId id="2147481729"/>
            <p14:sldId id="2147481745"/>
            <p14:sldId id="2147481790"/>
            <p14:sldId id="2147481746"/>
            <p14:sldId id="2147481791"/>
            <p14:sldId id="2147481799"/>
            <p14:sldId id="2147481756"/>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6273D"/>
    <a:srgbClr val="FFC000"/>
    <a:srgbClr val="0E2240"/>
    <a:srgbClr val="1C4E80"/>
    <a:srgbClr val="454D58"/>
    <a:srgbClr val="868C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7" d="100"/>
          <a:sy n="97" d="100"/>
        </p:scale>
        <p:origin x="82" y="456"/>
      </p:cViewPr>
      <p:guideLst/>
    </p:cSldViewPr>
  </p:slideViewPr>
  <p:notesTextViewPr>
    <p:cViewPr>
      <p:scale>
        <a:sx n="1" d="1"/>
        <a:sy n="1" d="1"/>
      </p:scale>
      <p:origin x="0" y="0"/>
    </p:cViewPr>
  </p:notesTextViewPr>
  <p:sorterViewPr>
    <p:cViewPr>
      <p:scale>
        <a:sx n="100" d="100"/>
        <a:sy n="100" d="100"/>
      </p:scale>
      <p:origin x="0" y="-1622"/>
    </p:cViewPr>
  </p:sorter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microsoft.com/office/2016/11/relationships/changesInfo" Target="changesInfos/changesInfo1.xml"/><Relationship Id="rId5" Type="http://schemas.openxmlformats.org/officeDocument/2006/relationships/slide" Target="slides/slide3.xml"/><Relationship Id="rId61" Type="http://schemas.openxmlformats.org/officeDocument/2006/relationships/handoutMaster" Target="handoutMasters/handoutMaster1.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notesMaster" Target="notesMasters/notesMaster1.xml"/><Relationship Id="rId65"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ul PETON" userId="f452c416-63c5-497b-b3b2-f4c1c92748fa" providerId="ADAL" clId="{0D64DA26-F7AF-44DE-BEDF-5EB92BBC41B4}"/>
    <pc:docChg chg="undo custSel addSld delSld modSld sldOrd addSection modSection">
      <pc:chgData name="Paul PETON" userId="f452c416-63c5-497b-b3b2-f4c1c92748fa" providerId="ADAL" clId="{0D64DA26-F7AF-44DE-BEDF-5EB92BBC41B4}" dt="2026-09-09T16:17:21.986" v="711" actId="26606"/>
      <pc:docMkLst>
        <pc:docMk/>
      </pc:docMkLst>
      <pc:sldChg chg="modSp mod">
        <pc:chgData name="Paul PETON" userId="f452c416-63c5-497b-b3b2-f4c1c92748fa" providerId="ADAL" clId="{0D64DA26-F7AF-44DE-BEDF-5EB92BBC41B4}" dt="2026-09-09T16:12:07.807" v="629" actId="20577"/>
        <pc:sldMkLst>
          <pc:docMk/>
          <pc:sldMk cId="0" sldId="270"/>
        </pc:sldMkLst>
        <pc:spChg chg="mod">
          <ac:chgData name="Paul PETON" userId="f452c416-63c5-497b-b3b2-f4c1c92748fa" providerId="ADAL" clId="{0D64DA26-F7AF-44DE-BEDF-5EB92BBC41B4}" dt="2026-09-09T16:12:07.807" v="629" actId="20577"/>
          <ac:spMkLst>
            <pc:docMk/>
            <pc:sldMk cId="0" sldId="270"/>
            <ac:spMk id="14" creationId="{00000000-0000-0000-0000-000000000000}"/>
          </ac:spMkLst>
        </pc:spChg>
      </pc:sldChg>
      <pc:sldChg chg="addSp delSp modSp new mod">
        <pc:chgData name="Paul PETON" userId="f452c416-63c5-497b-b3b2-f4c1c92748fa" providerId="ADAL" clId="{0D64DA26-F7AF-44DE-BEDF-5EB92BBC41B4}" dt="2026-09-09T16:17:21.986" v="711" actId="26606"/>
        <pc:sldMkLst>
          <pc:docMk/>
          <pc:sldMk cId="2386653" sldId="2147481801"/>
        </pc:sldMkLst>
        <pc:spChg chg="del mod">
          <ac:chgData name="Paul PETON" userId="f452c416-63c5-497b-b3b2-f4c1c92748fa" providerId="ADAL" clId="{0D64DA26-F7AF-44DE-BEDF-5EB92BBC41B4}" dt="2026-09-09T16:14:47.684" v="710" actId="26606"/>
          <ac:spMkLst>
            <pc:docMk/>
            <pc:sldMk cId="2386653" sldId="2147481801"/>
            <ac:spMk id="2" creationId="{E87872A4-55BD-E3EC-E966-8386F6B4E14E}"/>
          </ac:spMkLst>
        </pc:spChg>
        <pc:spChg chg="add">
          <ac:chgData name="Paul PETON" userId="f452c416-63c5-497b-b3b2-f4c1c92748fa" providerId="ADAL" clId="{0D64DA26-F7AF-44DE-BEDF-5EB92BBC41B4}" dt="2026-09-09T16:14:47.684" v="710" actId="26606"/>
          <ac:spMkLst>
            <pc:docMk/>
            <pc:sldMk cId="2386653" sldId="2147481801"/>
            <ac:spMk id="20" creationId="{00000000-0000-0000-0000-000000000000}"/>
          </ac:spMkLst>
        </pc:spChg>
        <pc:spChg chg="add">
          <ac:chgData name="Paul PETON" userId="f452c416-63c5-497b-b3b2-f4c1c92748fa" providerId="ADAL" clId="{0D64DA26-F7AF-44DE-BEDF-5EB92BBC41B4}" dt="2026-09-09T16:14:47.684" v="710" actId="26606"/>
          <ac:spMkLst>
            <pc:docMk/>
            <pc:sldMk cId="2386653" sldId="2147481801"/>
            <ac:spMk id="21" creationId="{00000000-0000-0000-0000-000000000000}"/>
          </ac:spMkLst>
        </pc:spChg>
        <pc:spChg chg="add mod">
          <ac:chgData name="Paul PETON" userId="f452c416-63c5-497b-b3b2-f4c1c92748fa" providerId="ADAL" clId="{0D64DA26-F7AF-44DE-BEDF-5EB92BBC41B4}" dt="2026-09-09T16:17:21.986" v="711" actId="26606"/>
          <ac:spMkLst>
            <pc:docMk/>
            <pc:sldMk cId="2386653" sldId="2147481801"/>
            <ac:spMk id="22" creationId="{00000000-0000-0000-0000-000000000000}"/>
          </ac:spMkLst>
        </pc:spChg>
        <pc:spChg chg="add mod">
          <ac:chgData name="Paul PETON" userId="f452c416-63c5-497b-b3b2-f4c1c92748fa" providerId="ADAL" clId="{0D64DA26-F7AF-44DE-BEDF-5EB92BBC41B4}" dt="2026-09-09T16:17:21.986" v="711" actId="26606"/>
          <ac:spMkLst>
            <pc:docMk/>
            <pc:sldMk cId="2386653" sldId="2147481801"/>
            <ac:spMk id="23" creationId="{00000000-0000-0000-0000-000000000000}"/>
          </ac:spMkLst>
        </pc:spChg>
        <pc:spChg chg="add">
          <ac:chgData name="Paul PETON" userId="f452c416-63c5-497b-b3b2-f4c1c92748fa" providerId="ADAL" clId="{0D64DA26-F7AF-44DE-BEDF-5EB92BBC41B4}" dt="2026-09-09T16:17:21.986" v="711" actId="26606"/>
          <ac:spMkLst>
            <pc:docMk/>
            <pc:sldMk cId="2386653" sldId="2147481801"/>
            <ac:spMk id="24" creationId="{00000000-0000-0000-0000-000000000000}"/>
          </ac:spMkLst>
        </pc:spChg>
        <pc:spChg chg="add">
          <ac:chgData name="Paul PETON" userId="f452c416-63c5-497b-b3b2-f4c1c92748fa" providerId="ADAL" clId="{0D64DA26-F7AF-44DE-BEDF-5EB92BBC41B4}" dt="2026-09-09T16:17:21.986" v="711" actId="26606"/>
          <ac:spMkLst>
            <pc:docMk/>
            <pc:sldMk cId="2386653" sldId="2147481801"/>
            <ac:spMk id="25" creationId="{00000000-0000-0000-0000-000000000000}"/>
          </ac:spMkLst>
        </pc:spChg>
        <pc:spChg chg="add">
          <ac:chgData name="Paul PETON" userId="f452c416-63c5-497b-b3b2-f4c1c92748fa" providerId="ADAL" clId="{0D64DA26-F7AF-44DE-BEDF-5EB92BBC41B4}" dt="2026-09-09T16:17:21.986" v="711" actId="26606"/>
          <ac:spMkLst>
            <pc:docMk/>
            <pc:sldMk cId="2386653" sldId="2147481801"/>
            <ac:spMk id="26" creationId="{00000000-0000-0000-0000-000000000000}"/>
          </ac:spMkLst>
        </pc:spChg>
        <pc:spChg chg="add">
          <ac:chgData name="Paul PETON" userId="f452c416-63c5-497b-b3b2-f4c1c92748fa" providerId="ADAL" clId="{0D64DA26-F7AF-44DE-BEDF-5EB92BBC41B4}" dt="2026-09-09T16:17:21.986" v="711" actId="26606"/>
          <ac:spMkLst>
            <pc:docMk/>
            <pc:sldMk cId="2386653" sldId="2147481801"/>
            <ac:spMk id="27" creationId="{00000000-0000-0000-0000-000000000000}"/>
          </ac:spMkLst>
        </pc:spChg>
        <pc:spChg chg="add">
          <ac:chgData name="Paul PETON" userId="f452c416-63c5-497b-b3b2-f4c1c92748fa" providerId="ADAL" clId="{0D64DA26-F7AF-44DE-BEDF-5EB92BBC41B4}" dt="2026-09-09T16:17:21.986" v="711" actId="26606"/>
          <ac:spMkLst>
            <pc:docMk/>
            <pc:sldMk cId="2386653" sldId="2147481801"/>
            <ac:spMk id="28" creationId="{00000000-0000-0000-0000-000000000000}"/>
          </ac:spMkLst>
        </pc:spChg>
        <pc:picChg chg="add mod">
          <ac:chgData name="Paul PETON" userId="f452c416-63c5-497b-b3b2-f4c1c92748fa" providerId="ADAL" clId="{0D64DA26-F7AF-44DE-BEDF-5EB92BBC41B4}" dt="2026-09-09T16:17:21.986" v="711" actId="26606"/>
          <ac:picMkLst>
            <pc:docMk/>
            <pc:sldMk cId="2386653" sldId="2147481801"/>
            <ac:picMk id="5" creationId="{0F5EECEE-3524-421A-2421-2CC785CFCF05}"/>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9C33DD7-926F-FF86-A429-5297536FA4D6}"/>
              </a:ext>
            </a:extLst>
          </p:cNvPr>
          <p:cNvSpPr>
            <a:spLocks noGrp="1"/>
          </p:cNvSpPr>
          <p:nvPr>
            <p:ph type="hdr" sz="quarter"/>
          </p:nvPr>
        </p:nvSpPr>
        <p:spPr>
          <a:xfrm>
            <a:off x="0" y="0"/>
            <a:ext cx="3962400" cy="258068"/>
          </a:xfrm>
          <a:prstGeom prst="rect">
            <a:avLst/>
          </a:prstGeom>
        </p:spPr>
        <p:txBody>
          <a:bodyPr vert="horz" lIns="91440" tIns="45720" rIns="91440" bIns="45720" rtlCol="0"/>
          <a:lstStyle>
            <a:lvl1pPr algn="l">
              <a:defRPr sz="1200"/>
            </a:lvl1pPr>
          </a:lstStyle>
          <a:p>
            <a:endParaRPr lang="fr-FR"/>
          </a:p>
        </p:txBody>
      </p:sp>
      <p:sp>
        <p:nvSpPr>
          <p:cNvPr id="3" name="Date Placeholder 2">
            <a:extLst>
              <a:ext uri="{FF2B5EF4-FFF2-40B4-BE49-F238E27FC236}">
                <a16:creationId xmlns:a16="http://schemas.microsoft.com/office/drawing/2014/main" id="{ED57BA96-072B-3001-CAD4-03E4A5211727}"/>
              </a:ext>
            </a:extLst>
          </p:cNvPr>
          <p:cNvSpPr>
            <a:spLocks noGrp="1"/>
          </p:cNvSpPr>
          <p:nvPr>
            <p:ph type="dt" sz="quarter" idx="1"/>
          </p:nvPr>
        </p:nvSpPr>
        <p:spPr>
          <a:xfrm>
            <a:off x="5178779" y="0"/>
            <a:ext cx="3962400" cy="258068"/>
          </a:xfrm>
          <a:prstGeom prst="rect">
            <a:avLst/>
          </a:prstGeom>
        </p:spPr>
        <p:txBody>
          <a:bodyPr vert="horz" lIns="91440" tIns="45720" rIns="91440" bIns="45720" rtlCol="0"/>
          <a:lstStyle>
            <a:lvl1pPr algn="r">
              <a:defRPr sz="1200"/>
            </a:lvl1pPr>
          </a:lstStyle>
          <a:p>
            <a:fld id="{8CF158FF-70F2-4EB0-9C54-A6110074699A}" type="datetimeFigureOut">
              <a:rPr lang="fr-FR" smtClean="0"/>
              <a:t>09/09/2026</a:t>
            </a:fld>
            <a:endParaRPr lang="fr-FR"/>
          </a:p>
        </p:txBody>
      </p:sp>
      <p:sp>
        <p:nvSpPr>
          <p:cNvPr id="4" name="Footer Placeholder 3">
            <a:extLst>
              <a:ext uri="{FF2B5EF4-FFF2-40B4-BE49-F238E27FC236}">
                <a16:creationId xmlns:a16="http://schemas.microsoft.com/office/drawing/2014/main" id="{069EF2D6-EEF8-EB52-F803-61F241E0CDEB}"/>
              </a:ext>
            </a:extLst>
          </p:cNvPr>
          <p:cNvSpPr>
            <a:spLocks noGrp="1"/>
          </p:cNvSpPr>
          <p:nvPr>
            <p:ph type="ftr" sz="quarter" idx="2"/>
          </p:nvPr>
        </p:nvSpPr>
        <p:spPr>
          <a:xfrm>
            <a:off x="0" y="4885432"/>
            <a:ext cx="3962400" cy="258068"/>
          </a:xfrm>
          <a:prstGeom prst="rect">
            <a:avLst/>
          </a:prstGeom>
        </p:spPr>
        <p:txBody>
          <a:bodyPr vert="horz" lIns="91440" tIns="45720" rIns="91440" bIns="45720" rtlCol="0" anchor="b"/>
          <a:lstStyle>
            <a:lvl1pPr algn="l">
              <a:defRPr sz="1200"/>
            </a:lvl1pPr>
          </a:lstStyle>
          <a:p>
            <a:endParaRPr lang="fr-FR"/>
          </a:p>
        </p:txBody>
      </p:sp>
      <p:sp>
        <p:nvSpPr>
          <p:cNvPr id="5" name="Slide Number Placeholder 4">
            <a:extLst>
              <a:ext uri="{FF2B5EF4-FFF2-40B4-BE49-F238E27FC236}">
                <a16:creationId xmlns:a16="http://schemas.microsoft.com/office/drawing/2014/main" id="{13F7CF3A-C22A-21DB-8062-986E673CDCFF}"/>
              </a:ext>
            </a:extLst>
          </p:cNvPr>
          <p:cNvSpPr>
            <a:spLocks noGrp="1"/>
          </p:cNvSpPr>
          <p:nvPr>
            <p:ph type="sldNum" sz="quarter" idx="3"/>
          </p:nvPr>
        </p:nvSpPr>
        <p:spPr>
          <a:xfrm>
            <a:off x="5178779" y="4885432"/>
            <a:ext cx="3962400" cy="258068"/>
          </a:xfrm>
          <a:prstGeom prst="rect">
            <a:avLst/>
          </a:prstGeom>
        </p:spPr>
        <p:txBody>
          <a:bodyPr vert="horz" lIns="91440" tIns="45720" rIns="91440" bIns="45720" rtlCol="0" anchor="b"/>
          <a:lstStyle>
            <a:lvl1pPr algn="r">
              <a:defRPr sz="1200"/>
            </a:lvl1pPr>
          </a:lstStyle>
          <a:p>
            <a:fld id="{3E883FEF-8870-4919-8734-3F2C9717223C}" type="slidenum">
              <a:rPr lang="fr-FR" smtClean="0"/>
              <a:t>‹N°›</a:t>
            </a:fld>
            <a:endParaRPr lang="fr-FR"/>
          </a:p>
        </p:txBody>
      </p:sp>
    </p:spTree>
    <p:extLst>
      <p:ext uri="{BB962C8B-B14F-4D97-AF65-F5344CB8AC3E}">
        <p14:creationId xmlns:p14="http://schemas.microsoft.com/office/powerpoint/2010/main" val="1072768990"/>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25806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6905979" y="0"/>
            <a:ext cx="5283200" cy="258068"/>
          </a:xfrm>
          <a:prstGeom prst="rect">
            <a:avLst/>
          </a:prstGeom>
        </p:spPr>
        <p:txBody>
          <a:bodyPr vert="horz" lIns="91440" tIns="45720" rIns="91440" bIns="45720" rtlCol="0"/>
          <a:lstStyle>
            <a:lvl1pPr algn="r">
              <a:defRPr sz="1200"/>
            </a:lvl1pPr>
          </a:lstStyle>
          <a:p>
            <a:fld id="{5282F153-3F37-0F45-9E97-73ACFA13230C}" type="datetimeFigureOut">
              <a:rPr lang="en-US"/>
              <a:t>9/9/2026</a:t>
            </a:fld>
            <a:endParaRPr lang="en-US"/>
          </a:p>
        </p:txBody>
      </p:sp>
      <p:sp>
        <p:nvSpPr>
          <p:cNvPr id="4" name="Slide Image Placeholder 3"/>
          <p:cNvSpPr>
            <a:spLocks noGrp="1" noRot="1" noChangeAspect="1"/>
          </p:cNvSpPr>
          <p:nvPr>
            <p:ph type="sldImg" idx="2"/>
          </p:nvPr>
        </p:nvSpPr>
        <p:spPr>
          <a:xfrm>
            <a:off x="4552950" y="642938"/>
            <a:ext cx="3086100" cy="17367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219200" y="2475309"/>
            <a:ext cx="9753600" cy="2025253"/>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4885432"/>
            <a:ext cx="5283200" cy="258068"/>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6905979" y="4885432"/>
            <a:ext cx="5283200" cy="258068"/>
          </a:xfrm>
          <a:prstGeom prst="rect">
            <a:avLst/>
          </a:prstGeom>
        </p:spPr>
        <p:txBody>
          <a:bodyPr vert="horz" lIns="91440" tIns="45720" rIns="91440" bIns="45720" rtlCol="0" anchor="b"/>
          <a:lstStyle>
            <a:lvl1pPr algn="r">
              <a:defRPr sz="1200"/>
            </a:lvl1pPr>
          </a:lstStyle>
          <a:p>
            <a:fld id="{CE5E9CC1-C706-0F49-92D6-E571CC5EEA8F}" type="slidenum">
              <a:rPr lang="en-US"/>
              <a:t>‹N°›</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lang="fr-FR"/>
              <a:t>• Accroche : rendre la donnée accessible par le dialogue, sans expertise technique.</a:t>
            </a:r>
          </a:p>
          <a:p>
            <a:r>
              <a:rPr lang="fr-FR"/>
              <a:t>• Présenter le sujet : le Data Agent de Microsoft Fabric.</a:t>
            </a:r>
          </a:p>
          <a:p>
            <a:r>
              <a:rPr lang="fr-FR"/>
              <a:t>• Se présenter : Laurent Gagliardi, consultant IA &amp; GenAI.</a:t>
            </a:r>
          </a:p>
          <a:p>
            <a:r>
              <a:rPr lang="fr-FR"/>
              <a:t>• Annoncer l'objectif : comprendre le rôle, la configuration, la sécurité et les usages de l'agent.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lang="fr-FR"/>
              <a:t>• Dérouler le fil rouge des 8 parties, du concept à la démo Fabrikam.</a:t>
            </a:r>
          </a:p>
          <a:p>
            <a:r>
              <a:rPr lang="fr-FR"/>
              <a:t>• Insister sur la progression : rôle, sources, configuration, sécurité, publication, intégration, licences, démo.</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fr-F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lang="fr-FR"/>
              <a:t>• Un assistant conversationnel intégré à Fabric : questions en langage naturel, réponses fondées sur les données.</a:t>
            </a:r>
          </a:p>
          <a:p>
            <a:r>
              <a:rPr lang="fr-FR"/>
              <a:t>• L'agent transforme la question en requête, puis en réponse claire.</a:t>
            </a:r>
          </a:p>
          <a:p>
            <a:r>
              <a:rPr lang="fr-FR"/>
              <a:t>• Trois piliers : intelligence du dialogue, accès maîtrisé (Entra ID) et adaptation au métier.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lang="fr-FR"/>
              <a:t>• Démocratiser la donnée : les métiers interrogent sans connaître la structure ni écrire de requêtes.</a:t>
            </a:r>
          </a:p>
          <a:p>
            <a:r>
              <a:rPr lang="fr-FR"/>
              <a:t>• Accélérer la décision : réponses instantanées là où l'analyse manuelle prenait des heures.</a:t>
            </a:r>
          </a:p>
          <a:p>
            <a:r>
              <a:rPr lang="fr-FR"/>
              <a:t>• Préserver la gouvernance : lecture seule, aucune écriture, politiques respectées.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lang="fr-FR"/>
              <a:t>• Cinq étapes : question → analyse de l'intention → sélection de source → requêtage → réponse.</a:t>
            </a:r>
          </a:p>
          <a:p>
            <a:r>
              <a:rPr lang="fr-FR"/>
              <a:t>• L'agent génère la requête en SQL, DAX, KQL ou GQL selon la source.</a:t>
            </a:r>
          </a:p>
          <a:p>
            <a:r>
              <a:rPr lang="fr-FR"/>
              <a:t>• Exécution sous les droits Fabric de l'utilisateur, authentification via Entra ID.</a:t>
            </a:r>
          </a:p>
          <a:p>
            <a:r>
              <a:rPr lang="fr-FR"/>
              <a:t>• Aucune clé à fournir ; Azure OpenAI sert uniquement à l'analyse conversationnelle.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fr-F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lang="fr-FR"/>
              <a:t>• Six types de sources : Lakehouse, Warehouse, modèle sémantique Power BI, base KQL, base miroir, ontologie.</a:t>
            </a:r>
          </a:p>
          <a:p>
            <a:r>
              <a:rPr lang="fr-FR"/>
              <a:t>• Jusqu'à 5 sources par agent, avec un accès en lecture seule requis sur chacune.</a:t>
            </a:r>
          </a:p>
          <a:p>
            <a:r>
              <a:rPr lang="fr-FR"/>
              <a:t>• Données structurées, sauf si un index Azure AI Search est connecté pour le non structuré.</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lang="fr-FR"/>
              <a:t>• L'ontologie pose une couche de sens métier sur le modèle sémantique.</a:t>
            </a:r>
          </a:p>
          <a:p>
            <a:r>
              <a:rPr lang="fr-FR"/>
              <a:t>• Elle relie les entités aux données et décrit relations et règles en langage naturel.</a:t>
            </a:r>
          </a:p>
          <a:p>
            <a:r>
              <a:rPr lang="fr-FR"/>
              <a:t>• Bénéfices : réponses plus justes, moins d'ambiguïté, cohérence des règles métier.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fr-F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lang="fr-FR"/>
              <a:t>• Trois niveaux : instructions globales, instructions par source, exemples de requêtes.</a:t>
            </a:r>
          </a:p>
          <a:p>
            <a:r>
              <a:rPr lang="fr-FR"/>
              <a:t>• Niveau global : objectif, sources et priorité, terminologie, ton et format des réponses.</a:t>
            </a:r>
          </a:p>
          <a:p>
            <a:r>
              <a:rPr lang="fr-FR"/>
              <a:t>• Astuce : avec un modèle sémantique ± ontologie, tout peut passer par les instructions globales.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7E28F4-CE54-CF37-3075-73A644ED18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A621C5-4BF2-308A-B228-0E2A74471BC4}"/>
              </a:ext>
            </a:extLst>
          </p:cNvPr>
          <p:cNvSpPr>
            <a:spLocks noGrp="1" noRot="1" noChangeAspect="1"/>
          </p:cNvSpPr>
          <p:nvPr>
            <p:ph type="sldImg"/>
          </p:nvPr>
        </p:nvSpPr>
        <p:spPr/>
        <p:txBody>
          <a:bodyPr/>
          <a:lstStyle/>
          <a:p>
            <a:endParaRPr lang="fr-FR"/>
          </a:p>
        </p:txBody>
      </p:sp>
      <p:sp>
        <p:nvSpPr>
          <p:cNvPr id="3" name="Notes Placeholder 2">
            <a:extLst>
              <a:ext uri="{FF2B5EF4-FFF2-40B4-BE49-F238E27FC236}">
                <a16:creationId xmlns:a16="http://schemas.microsoft.com/office/drawing/2014/main" id="{DA73D9BA-CA0A-5ACA-5C60-8AA785233162}"/>
              </a:ext>
            </a:extLst>
          </p:cNvPr>
          <p:cNvSpPr>
            <a:spLocks noGrp="1"/>
          </p:cNvSpPr>
          <p:nvPr>
            <p:ph type="body" idx="1"/>
          </p:nvPr>
        </p:nvSpPr>
        <p:spPr/>
        <p:txBody>
          <a:bodyPr/>
          <a:lstStyle/>
          <a:p>
            <a:r>
              <a:rPr lang="fr-FR"/>
              <a:t>• Cinq étapes : jeu de tests, métriques, comparaison de versions, itération/mise en prod, mobilisation des métiers.</a:t>
            </a:r>
          </a:p>
          <a:p>
            <a:r>
              <a:rPr lang="fr-FR"/>
              <a:t>• Métriques clés : qualité, performance et usage (adoption, satisfaction).</a:t>
            </a:r>
          </a:p>
          <a:p>
            <a:r>
              <a:rPr lang="fr-FR"/>
              <a:t>• Évaluation continue sur un référentiel stable pour garantir la non-régression.</a:t>
            </a:r>
          </a:p>
        </p:txBody>
      </p:sp>
      <p:sp>
        <p:nvSpPr>
          <p:cNvPr id="4" name="Slide Number Placeholder 3">
            <a:extLst>
              <a:ext uri="{FF2B5EF4-FFF2-40B4-BE49-F238E27FC236}">
                <a16:creationId xmlns:a16="http://schemas.microsoft.com/office/drawing/2014/main" id="{0A8A6B0D-28EF-83EE-428A-D5995906B36A}"/>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41464983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lang="fr-FR"/>
              <a:t>• Données « AI-ready » : pertinentes, bien nommées, sans doublons ni ambiguïté.</a:t>
            </a:r>
          </a:p>
          <a:p>
            <a:r>
              <a:rPr lang="fr-FR"/>
              <a:t>• Préférer des agents spécialisés par domaine ou cas d'usage.</a:t>
            </a:r>
          </a:p>
          <a:p>
            <a:r>
              <a:rPr lang="fr-FR"/>
              <a:t>• Terminologie explicite et exemples ciblés pour guider le raisonnement de l'agent.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lang="fr-FR"/>
              <a:t>• Transition : passons à la sécurité et au modèle RBAC.</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lang="fr-FR"/>
              <a:t>• Identité Entra ID : l'agent agit sous l'identité de l'utilisateur, jamais au-delà de ses droits.</a:t>
            </a:r>
          </a:p>
          <a:p>
            <a:r>
              <a:rPr lang="fr-FR"/>
              <a:t>• Permissions, rôles d'espace de travail et sécurité au niveau ligne (RLS) sont respectés.</a:t>
            </a:r>
          </a:p>
          <a:p>
            <a:r>
              <a:rPr lang="fr-FR"/>
              <a:t>• Les politiques </a:t>
            </a:r>
            <a:r>
              <a:rPr lang="fr-FR" err="1"/>
              <a:t>Purview</a:t>
            </a:r>
            <a:r>
              <a:rPr lang="fr-FR"/>
              <a:t> (DLP) bloquent la consultation et la restitution de données sensibles.</a:t>
            </a:r>
          </a:p>
          <a:p>
            <a:endParaRPr lang="fr-FR">
              <a:effectLst/>
            </a:endParaRPr>
          </a:p>
          <a:p>
            <a:r>
              <a:rPr lang="fr-FR">
                <a:effectLst/>
              </a:rPr>
              <a:t>La </a:t>
            </a:r>
            <a:r>
              <a:rPr lang="fr-FR" b="1">
                <a:effectLst/>
              </a:rPr>
              <a:t>RLS</a:t>
            </a:r>
            <a:r>
              <a:rPr lang="fr-FR">
                <a:effectLst/>
              </a:rPr>
              <a:t>, ou </a:t>
            </a:r>
            <a:r>
              <a:rPr lang="fr-FR" b="1">
                <a:effectLst/>
              </a:rPr>
              <a:t>Row‑Level Security</a:t>
            </a:r>
            <a:r>
              <a:rPr lang="fr-FR">
                <a:effectLst/>
              </a:rPr>
              <a:t>, signifie </a:t>
            </a:r>
            <a:r>
              <a:rPr lang="fr-FR" b="1">
                <a:effectLst/>
              </a:rPr>
              <a:t>sécurité au niveau ligne</a:t>
            </a:r>
            <a:r>
              <a:rPr lang="fr-FR">
                <a:effectLst/>
              </a:rPr>
              <a:t>.</a:t>
            </a:r>
            <a:endParaRPr lang="fr-FR"/>
          </a:p>
          <a:p>
            <a:r>
              <a:rPr lang="fr-FR">
                <a:effectLst/>
              </a:rPr>
              <a:t>👉 Concrètement, c’est une règle qui limite </a:t>
            </a:r>
            <a:r>
              <a:rPr lang="fr-FR" b="1">
                <a:effectLst/>
              </a:rPr>
              <a:t>l’accès aux données ligne par ligne</a:t>
            </a:r>
            <a:r>
              <a:rPr lang="fr-FR">
                <a:effectLst/>
              </a:rPr>
              <a:t> selon l’identité de l’utilisateur. Dans </a:t>
            </a:r>
            <a:r>
              <a:rPr lang="fr-FR" b="1">
                <a:effectLst/>
              </a:rPr>
              <a:t>Power BI</a:t>
            </a:r>
            <a:r>
              <a:rPr lang="fr-FR">
                <a:effectLst/>
              </a:rPr>
              <a:t> ou </a:t>
            </a:r>
            <a:r>
              <a:rPr lang="fr-FR" b="1">
                <a:effectLst/>
              </a:rPr>
              <a:t>Fabric</a:t>
            </a:r>
            <a:r>
              <a:rPr lang="fr-FR">
                <a:effectLst/>
              </a:rPr>
              <a:t>, elle permet de faire en sorte que : chaque utilisateur ne voie </a:t>
            </a:r>
            <a:r>
              <a:rPr lang="fr-FR" b="1">
                <a:effectLst/>
              </a:rPr>
              <a:t>que les données qui le concernent</a:t>
            </a:r>
            <a:r>
              <a:rPr lang="fr-FR">
                <a:effectLst/>
              </a:rPr>
              <a:t>, les requêtes de l’agent s’exécutent </a:t>
            </a:r>
            <a:r>
              <a:rPr lang="fr-FR" b="1">
                <a:effectLst/>
              </a:rPr>
              <a:t>dans le cadre de ses droits réels</a:t>
            </a:r>
            <a:r>
              <a:rPr lang="fr-FR">
                <a:effectLst/>
              </a:rPr>
              <a:t>, la sécurité soit </a:t>
            </a:r>
            <a:r>
              <a:rPr lang="fr-FR" b="1">
                <a:effectLst/>
              </a:rPr>
              <a:t>automatiquement respectée</a:t>
            </a:r>
            <a:r>
              <a:rPr lang="fr-FR">
                <a:effectLst/>
              </a:rPr>
              <a:t> sans configuration spécifique côté IA.</a:t>
            </a:r>
            <a:endParaRPr lang="fr-FR"/>
          </a:p>
          <a:p>
            <a:r>
              <a:rPr lang="fr-FR" b="1"/>
              <a:t>🔐 Exemple simple</a:t>
            </a:r>
          </a:p>
          <a:p>
            <a:r>
              <a:rPr lang="fr-FR">
                <a:effectLst/>
              </a:rPr>
              <a:t>Un responsable régional voit uniquement les ventes de sa région.</a:t>
            </a:r>
            <a:endParaRPr lang="fr-FR"/>
          </a:p>
          <a:p>
            <a:r>
              <a:rPr lang="fr-FR">
                <a:effectLst/>
              </a:rPr>
              <a:t>Un employé voit seulement ses propres dossiers.</a:t>
            </a:r>
            <a:endParaRPr lang="fr-FR"/>
          </a:p>
          <a:p>
            <a:r>
              <a:rPr lang="fr-FR">
                <a:effectLst/>
              </a:rPr>
              <a:t>L’agent, lui, </a:t>
            </a:r>
            <a:r>
              <a:rPr lang="fr-FR" b="1">
                <a:effectLst/>
              </a:rPr>
              <a:t>hérite de ces restrictions</a:t>
            </a:r>
            <a:r>
              <a:rPr lang="fr-FR">
                <a:effectLst/>
              </a:rPr>
              <a:t> : il ne peut pas interroger ni restituer des données hors périmètre.</a:t>
            </a:r>
            <a:endParaRPr lang="fr-FR"/>
          </a:p>
          <a:p>
            <a:endParaRPr lang="fr-FR" b="1"/>
          </a:p>
          <a:p>
            <a:r>
              <a:rPr lang="fr-FR" b="1"/>
              <a:t>🔐 </a:t>
            </a:r>
            <a:r>
              <a:rPr lang="fr-FR" b="0"/>
              <a:t>Les </a:t>
            </a:r>
            <a:r>
              <a:rPr lang="fr-FR" b="1"/>
              <a:t>politiques </a:t>
            </a:r>
            <a:r>
              <a:rPr lang="fr-FR" b="1" err="1"/>
              <a:t>Purview</a:t>
            </a:r>
            <a:r>
              <a:rPr lang="fr-FR" b="1"/>
              <a:t> pour un Data Agent</a:t>
            </a:r>
          </a:p>
          <a:p>
            <a:r>
              <a:rPr lang="fr-FR">
                <a:effectLst/>
              </a:rPr>
              <a:t>Les politiques </a:t>
            </a:r>
            <a:r>
              <a:rPr lang="fr-FR" err="1">
                <a:effectLst/>
              </a:rPr>
              <a:t>Purview</a:t>
            </a:r>
            <a:r>
              <a:rPr lang="fr-FR">
                <a:effectLst/>
              </a:rPr>
              <a:t> (DLP, labels de sensibilité, restrictions d’accès) agissent </a:t>
            </a:r>
            <a:r>
              <a:rPr lang="fr-FR" b="1">
                <a:effectLst/>
              </a:rPr>
              <a:t>en amont</a:t>
            </a:r>
            <a:r>
              <a:rPr lang="fr-FR">
                <a:effectLst/>
              </a:rPr>
              <a:t> de l’agent. Elles contrôlent </a:t>
            </a:r>
            <a:r>
              <a:rPr lang="fr-FR" b="1">
                <a:effectLst/>
              </a:rPr>
              <a:t>ce que l’utilisateur a le droit de voir</a:t>
            </a:r>
            <a:r>
              <a:rPr lang="fr-FR">
                <a:effectLst/>
              </a:rPr>
              <a:t>, et donc </a:t>
            </a:r>
            <a:r>
              <a:rPr lang="fr-FR" b="1">
                <a:effectLst/>
              </a:rPr>
              <a:t>ce que l’agent peut interroger ou restituer</a:t>
            </a:r>
            <a:r>
              <a:rPr lang="fr-FR">
                <a:effectLst/>
              </a:rPr>
              <a:t>.</a:t>
            </a:r>
            <a:endParaRPr lang="fr-FR"/>
          </a:p>
          <a:p>
            <a:r>
              <a:rPr lang="fr-FR">
                <a:effectLst/>
              </a:rPr>
              <a:t>Voici comment ça se traduit concrètement 👇</a:t>
            </a:r>
            <a:endParaRPr lang="fr-FR"/>
          </a:p>
          <a:p>
            <a:r>
              <a:rPr lang="fr-FR" b="1"/>
              <a:t>1️⃣ Elles bloquent l’accès aux données sensibles</a:t>
            </a:r>
          </a:p>
          <a:p>
            <a:r>
              <a:rPr lang="fr-FR">
                <a:effectLst/>
              </a:rPr>
              <a:t>Si une table, une colonne ou un fichier est protégé par une politique </a:t>
            </a:r>
            <a:r>
              <a:rPr lang="fr-FR" err="1">
                <a:effectLst/>
              </a:rPr>
              <a:t>Purview</a:t>
            </a:r>
            <a:r>
              <a:rPr lang="fr-FR">
                <a:effectLst/>
              </a:rPr>
              <a:t> : l’utilisateur </a:t>
            </a:r>
            <a:r>
              <a:rPr lang="fr-FR" b="1">
                <a:effectLst/>
              </a:rPr>
              <a:t>ne peut pas y accéder</a:t>
            </a:r>
            <a:r>
              <a:rPr lang="fr-FR">
                <a:effectLst/>
              </a:rPr>
              <a:t>, donc l’agent </a:t>
            </a:r>
            <a:r>
              <a:rPr lang="fr-FR" b="1">
                <a:effectLst/>
              </a:rPr>
              <a:t>ne peut pas l’interroger</a:t>
            </a:r>
            <a:r>
              <a:rPr lang="fr-FR">
                <a:effectLst/>
              </a:rPr>
              <a:t>,</a:t>
            </a:r>
            <a:endParaRPr lang="fr-FR"/>
          </a:p>
          <a:p>
            <a:r>
              <a:rPr lang="fr-FR">
                <a:effectLst/>
              </a:rPr>
              <a:t>et il </a:t>
            </a:r>
            <a:r>
              <a:rPr lang="fr-FR" b="1">
                <a:effectLst/>
              </a:rPr>
              <a:t>ne peut pas renvoyer</a:t>
            </a:r>
            <a:r>
              <a:rPr lang="fr-FR">
                <a:effectLst/>
              </a:rPr>
              <a:t> d’information provenant de cette source. ➡️ </a:t>
            </a:r>
            <a:r>
              <a:rPr lang="fr-FR" i="1">
                <a:effectLst/>
              </a:rPr>
              <a:t>L’agent n’a jamais plus de droits que l’utilisateur.</a:t>
            </a:r>
            <a:endParaRPr lang="fr-FR"/>
          </a:p>
          <a:p>
            <a:r>
              <a:rPr lang="fr-FR" b="1"/>
              <a:t>2️⃣ Elles empêchent la restitution de contenu sensible </a:t>
            </a:r>
          </a:p>
          <a:p>
            <a:r>
              <a:rPr lang="fr-FR">
                <a:effectLst/>
              </a:rPr>
              <a:t>Même si la donnée est techniquement accessible, une politique peut empêcher : l’affichage d’un champ (ex. : numéro de carte bancaire masqué), la restitution d’un document (ex. : PDF classé “Confidentiel”), la sortie d’un texte contenant des mots-clés sensibles. ➡️ </a:t>
            </a:r>
            <a:r>
              <a:rPr lang="fr-FR" i="1">
                <a:effectLst/>
              </a:rPr>
              <a:t>L’agent ne peut pas contourner les règles de confidentialité.</a:t>
            </a:r>
            <a:endParaRPr lang="fr-FR"/>
          </a:p>
          <a:p>
            <a:r>
              <a:rPr lang="fr-FR" b="1"/>
              <a:t>3️⃣ Elles filtrent les réponses générées</a:t>
            </a:r>
          </a:p>
          <a:p>
            <a:r>
              <a:rPr lang="fr-FR" err="1">
                <a:effectLst/>
              </a:rPr>
              <a:t>Purview</a:t>
            </a:r>
            <a:r>
              <a:rPr lang="fr-FR">
                <a:effectLst/>
              </a:rPr>
              <a:t> peut imposer : le masquage automatique de certaines valeurs, l’obligation de </a:t>
            </a:r>
            <a:r>
              <a:rPr lang="fr-FR" err="1">
                <a:effectLst/>
              </a:rPr>
              <a:t>pseudonymiser</a:t>
            </a:r>
            <a:r>
              <a:rPr lang="fr-FR">
                <a:effectLst/>
              </a:rPr>
              <a:t>, l’interdiction de sortir des données personnelles non autorisées. ➡️ </a:t>
            </a:r>
            <a:r>
              <a:rPr lang="fr-FR" i="1">
                <a:effectLst/>
              </a:rPr>
              <a:t>Même si l’agent comprend la question, il ne renverra rien d’interdit.</a:t>
            </a:r>
            <a:endParaRPr lang="fr-F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lang="fr-FR" b="1"/>
              <a:t>Rôles Fabric standard</a:t>
            </a:r>
          </a:p>
          <a:p>
            <a:r>
              <a:rPr lang="fr-FR"/>
              <a:t>Rôle : Description - Capacités principales</a:t>
            </a:r>
          </a:p>
          <a:p>
            <a:pPr marL="171450" indent="-171450">
              <a:buFontTx/>
              <a:buChar char="-"/>
            </a:pPr>
            <a:r>
              <a:rPr lang="fr-FR" b="1"/>
              <a:t>Admin :</a:t>
            </a:r>
            <a:r>
              <a:rPr lang="fr-FR"/>
              <a:t>Gère l’espace de travail et tous ses éléments - Créer, modifier, partager, supprimer, gérer les permissions et administrer l’espace.</a:t>
            </a:r>
          </a:p>
          <a:p>
            <a:pPr marL="171450" indent="-171450">
              <a:buFontTx/>
              <a:buChar char="-"/>
            </a:pPr>
            <a:r>
              <a:rPr lang="fr-FR" b="1"/>
              <a:t>Membre : </a:t>
            </a:r>
            <a:r>
              <a:rPr lang="fr-FR"/>
              <a:t>Collabore activement sur les contenus - Créer et modifier un agent, interroger les données, partager l’agent.</a:t>
            </a:r>
          </a:p>
          <a:p>
            <a:pPr marL="171450" indent="-171450">
              <a:buFontTx/>
              <a:buChar char="-"/>
            </a:pPr>
            <a:r>
              <a:rPr lang="fr-FR" b="1"/>
              <a:t>Contributeur :</a:t>
            </a:r>
            <a:r>
              <a:rPr lang="fr-FR"/>
              <a:t>Produit du contenu sans droits de gestion - Interroger les données, créer ou modifier un agent, sans partage ni gestion des permissions.</a:t>
            </a:r>
          </a:p>
          <a:p>
            <a:pPr marL="171450" indent="-171450">
              <a:buFontTx/>
              <a:buChar char="-"/>
            </a:pPr>
            <a:r>
              <a:rPr lang="fr-FR" b="1"/>
              <a:t>Lecteur : </a:t>
            </a:r>
            <a:r>
              <a:rPr lang="fr-FR"/>
              <a:t>Consulte uniquement les contenus publiés - Interroger l’agent et lire les données, sans modification ni partage.</a:t>
            </a:r>
          </a:p>
          <a:p>
            <a:pPr marL="0" indent="0">
              <a:buFontTx/>
              <a:buNone/>
            </a:pPr>
            <a:endParaRPr lang="fr-FR"/>
          </a:p>
          <a:p>
            <a:r>
              <a:rPr lang="fr-FR" b="1"/>
              <a:t>Rôles spécifiques à l’usage Data Agent (optionnel)</a:t>
            </a:r>
          </a:p>
          <a:p>
            <a:r>
              <a:rPr lang="fr-FR" b="1">
                <a:effectLst/>
              </a:rPr>
              <a:t>Créateur d’agent</a:t>
            </a:r>
            <a:r>
              <a:rPr lang="fr-FR">
                <a:effectLst/>
              </a:rPr>
              <a:t> : rôle attribué à ceux qui configurent ou entraînent les agents.</a:t>
            </a:r>
            <a:endParaRPr lang="fr-FR"/>
          </a:p>
          <a:p>
            <a:r>
              <a:rPr lang="fr-FR" b="1">
                <a:effectLst/>
              </a:rPr>
              <a:t>Utilisateur d’agent</a:t>
            </a:r>
            <a:r>
              <a:rPr lang="fr-FR">
                <a:effectLst/>
              </a:rPr>
              <a:t> : rôle de consultation et d’interrogation uniquement.</a:t>
            </a:r>
            <a:endParaRPr lang="fr-FR"/>
          </a:p>
          <a:p>
            <a:r>
              <a:rPr lang="fr-FR" b="1">
                <a:effectLst/>
              </a:rPr>
              <a:t>Superviseur IA</a:t>
            </a:r>
            <a:r>
              <a:rPr lang="fr-FR">
                <a:effectLst/>
              </a:rPr>
              <a:t> : rôle transverse pour valider les sources, la conformité et la sécurité des agents.</a:t>
            </a:r>
            <a:endParaRPr lang="fr-FR"/>
          </a:p>
          <a:p>
            <a:r>
              <a:rPr lang="fr-FR">
                <a:effectLst/>
              </a:rPr>
              <a:t>💡 Ces rôles ne sont pas natifs Fabric mais peuvent être </a:t>
            </a:r>
            <a:r>
              <a:rPr lang="fr-FR" b="1">
                <a:effectLst/>
              </a:rPr>
              <a:t>définis via les permissions d’item</a:t>
            </a:r>
            <a:r>
              <a:rPr lang="fr-FR">
                <a:effectLst/>
              </a:rPr>
              <a:t> pour affiner la gouvernance IA.</a:t>
            </a:r>
            <a:endParaRPr lang="fr-F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lang="fr-FR"/>
              <a:t>• Un accès en lecture suffit pour interroger : l'agent n'atteint que vos sources autorisées.</a:t>
            </a:r>
          </a:p>
          <a:p>
            <a:r>
              <a:rPr lang="fr-FR"/>
              <a:t>• Accès en lecture au modèle sémantique suffisant, sans accès à l'espace de travail.</a:t>
            </a:r>
          </a:p>
          <a:p>
            <a:r>
              <a:rPr lang="fr-FR"/>
              <a:t>• La publication crée une version figée et partageable, distincte du brouillon.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fr-F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lang="fr-FR"/>
              <a:t>• Brouillon et version publiée coexistent.</a:t>
            </a:r>
          </a:p>
          <a:p>
            <a:r>
              <a:rPr lang="fr-FR"/>
              <a:t>• Brouillon : affinage du périmètre, instructions, exemples et tests sans impacter les utilisateurs.</a:t>
            </a:r>
          </a:p>
          <a:p>
            <a:r>
              <a:rPr lang="fr-FR"/>
              <a:t>• Version publiée : figée, partageable, avec une description riche essentielle pour les orchestrateurs.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fr-F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lang="fr-FR"/>
              <a:t>• Publier l'agent vers l'Agent Store pour l'interroger depuis Teams et Microsoft 365 Copilot.</a:t>
            </a:r>
          </a:p>
          <a:p>
            <a:r>
              <a:rPr lang="fr-FR"/>
              <a:t>• Trois étapes : publier, apparition dans Copilot (extensibilité activée), discussion ou @mention.</a:t>
            </a:r>
          </a:p>
          <a:p>
            <a:r>
              <a:rPr lang="fr-FR"/>
              <a:t>• Fonctionnalité en Public Preview ; agent et Copilot doivent partager le même tenant pour la conformité.</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lang="fr-FR"/>
              <a:t>• Copilot Studio relie le Data Agent à l'utilisateur final : copilotes métier connectés aux données.</a:t>
            </a:r>
          </a:p>
          <a:p>
            <a:r>
              <a:rPr lang="fr-FR"/>
              <a:t>• Microsoft Foundry &amp; API : orchestration et intégration dans des flux d'IA avancés.</a:t>
            </a:r>
          </a:p>
          <a:p>
            <a:r>
              <a:rPr lang="fr-FR"/>
              <a:t>• Ensemble, ils permettent de créer, déployer et orchestrer des agents dans l'écosystème Microsoft.</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fr-F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lang="fr-FR"/>
              <a:t>• F2 : capacité minimale pour créer et exécuter des Data Agents.</a:t>
            </a:r>
          </a:p>
          <a:p>
            <a:r>
              <a:rPr lang="fr-FR"/>
              <a:t>• F64 : Copilot dans Fabric, centralise la facturation et inclut Power BI.</a:t>
            </a:r>
          </a:p>
          <a:p>
            <a:r>
              <a:rPr lang="fr-FR"/>
              <a:t>• M365 : une licence Copilot par utilisateur pour consommer les réponses depuis Teams.</a:t>
            </a:r>
          </a:p>
          <a:p>
            <a:r>
              <a:rPr lang="fr-FR"/>
              <a:t>• Réglages tenant à activer : data agent, Copilot, cross-géo et endpoints XMLA.</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lang="fr-FR"/>
              <a:t>• Facturation aux tokens : ~100 CU-s pour 1 000 tokens en entrée, ~400 en sortie.</a:t>
            </a:r>
          </a:p>
          <a:p>
            <a:r>
              <a:rPr lang="fr-FR"/>
              <a:t>• Exemple : ~400 CU-s, soit environ 6,67 CU-minutes par requête.</a:t>
            </a:r>
          </a:p>
          <a:p>
            <a:r>
              <a:rPr lang="fr-FR"/>
              <a:t>• L'exécution des requêtes est facturée à part ; suivi via la Capacity Metrics App.</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lang="fr-FR"/>
              <a:t>• Lecture seule, 5 sources maximum, données structurées (sauf index AI Search).</a:t>
            </a:r>
          </a:p>
          <a:p>
            <a:r>
              <a:rPr lang="fr-FR"/>
              <a:t>• Réponses plafonnées à 25 lignes × 25 colonnes dans la préversion.</a:t>
            </a:r>
          </a:p>
          <a:p>
            <a:r>
              <a:rPr lang="fr-FR"/>
              <a:t>• Résultats plus fiables en anglais ; les requêtes complexes peuvent être imprécises.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FR"/>
              <a:t>• Transition : passons à la démonstration sur le scénario Fabrikam.</a:t>
            </a:r>
          </a:p>
          <a:p>
            <a:r>
              <a:rPr lang="fr-FR"/>
              <a:t>• Annoncer une construction de l'agent étape par étape.</a:t>
            </a:r>
          </a:p>
        </p:txBody>
      </p:sp>
      <p:sp>
        <p:nvSpPr>
          <p:cNvPr id="4" name="Espace réservé du numéro de diapositive 3"/>
          <p:cNvSpPr>
            <a:spLocks noGrp="1"/>
          </p:cNvSpPr>
          <p:nvPr>
            <p:ph type="sldNum" sz="quarter" idx="5"/>
          </p:nvPr>
        </p:nvSpPr>
        <p:spPr/>
        <p:txBody>
          <a:bodyPr/>
          <a:lstStyle/>
          <a:p>
            <a:fld id="{CE5E9CC1-C706-0F49-92D6-E571CC5EEA8F}" type="slidenum">
              <a:rPr lang="en-US" smtClean="0"/>
              <a:t>28</a:t>
            </a:fld>
            <a:endParaRPr lang="en-US"/>
          </a:p>
        </p:txBody>
      </p:sp>
    </p:spTree>
    <p:extLst>
      <p:ext uri="{BB962C8B-B14F-4D97-AF65-F5344CB8AC3E}">
        <p14:creationId xmlns:p14="http://schemas.microsoft.com/office/powerpoint/2010/main" val="18420314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lang="fr-FR"/>
              <a:t>• Étape 1 : créer un nouvel agent via « Nouvel élément » → Assistant de données.</a:t>
            </a:r>
          </a:p>
          <a:p>
            <a:r>
              <a:rPr lang="fr-FR"/>
              <a:t>• Donner un nom explicite, par exemple FabrikamSalesAgent.</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6BA8E4-F0EC-2162-5FF7-26ADF23C73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C91730-C695-BDA7-4A0B-1566BB3974CB}"/>
              </a:ext>
            </a:extLst>
          </p:cNvPr>
          <p:cNvSpPr>
            <a:spLocks noGrp="1" noRot="1" noChangeAspect="1"/>
          </p:cNvSpPr>
          <p:nvPr>
            <p:ph type="sldImg"/>
          </p:nvPr>
        </p:nvSpPr>
        <p:spPr/>
        <p:txBody>
          <a:bodyPr/>
          <a:lstStyle/>
          <a:p>
            <a:endParaRPr lang="fr-FR"/>
          </a:p>
        </p:txBody>
      </p:sp>
      <p:sp>
        <p:nvSpPr>
          <p:cNvPr id="3" name="Notes Placeholder 2">
            <a:extLst>
              <a:ext uri="{FF2B5EF4-FFF2-40B4-BE49-F238E27FC236}">
                <a16:creationId xmlns:a16="http://schemas.microsoft.com/office/drawing/2014/main" id="{AA347D3A-CB97-C485-83DB-503B110D1DFF}"/>
              </a:ext>
            </a:extLst>
          </p:cNvPr>
          <p:cNvSpPr>
            <a:spLocks noGrp="1"/>
          </p:cNvSpPr>
          <p:nvPr>
            <p:ph type="body" idx="1"/>
          </p:nvPr>
        </p:nvSpPr>
        <p:spPr/>
        <p:txBody>
          <a:bodyPr/>
          <a:lstStyle/>
          <a:p>
            <a:r>
              <a:rPr lang="fr-FR"/>
              <a:t>• Étape 2 : connecter le modèle sémantique comme source principale.</a:t>
            </a:r>
          </a:p>
          <a:p>
            <a:r>
              <a:rPr lang="fr-FR"/>
              <a:t>• Optionnel : ajouter une ontologie pour enrichir la compréhension métier.</a:t>
            </a:r>
          </a:p>
          <a:p>
            <a:r>
              <a:rPr lang="fr-FR"/>
              <a:t>• Le modèle sémantique reste la source de vérité.</a:t>
            </a:r>
          </a:p>
        </p:txBody>
      </p:sp>
      <p:sp>
        <p:nvSpPr>
          <p:cNvPr id="4" name="Slide Number Placeholder 3">
            <a:extLst>
              <a:ext uri="{FF2B5EF4-FFF2-40B4-BE49-F238E27FC236}">
                <a16:creationId xmlns:a16="http://schemas.microsoft.com/office/drawing/2014/main" id="{8B6DEEA9-B2A1-A5A5-3A69-EC9EB1A96117}"/>
              </a:ext>
            </a:extLst>
          </p:cNvPr>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49072488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1FCA9-B2DF-3884-D64C-A570F62B34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65EE54-7183-163B-891E-F6F563D9A0E1}"/>
              </a:ext>
            </a:extLst>
          </p:cNvPr>
          <p:cNvSpPr>
            <a:spLocks noGrp="1" noRot="1" noChangeAspect="1"/>
          </p:cNvSpPr>
          <p:nvPr>
            <p:ph type="sldImg"/>
          </p:nvPr>
        </p:nvSpPr>
        <p:spPr/>
        <p:txBody>
          <a:bodyPr/>
          <a:lstStyle/>
          <a:p>
            <a:endParaRPr lang="fr-FR"/>
          </a:p>
        </p:txBody>
      </p:sp>
      <p:sp>
        <p:nvSpPr>
          <p:cNvPr id="3" name="Notes Placeholder 2">
            <a:extLst>
              <a:ext uri="{FF2B5EF4-FFF2-40B4-BE49-F238E27FC236}">
                <a16:creationId xmlns:a16="http://schemas.microsoft.com/office/drawing/2014/main" id="{227F6055-9AB0-942C-0586-E85977E92009}"/>
              </a:ext>
            </a:extLst>
          </p:cNvPr>
          <p:cNvSpPr>
            <a:spLocks noGrp="1"/>
          </p:cNvSpPr>
          <p:nvPr>
            <p:ph type="body" idx="1"/>
          </p:nvPr>
        </p:nvSpPr>
        <p:spPr/>
        <p:txBody>
          <a:bodyPr/>
          <a:lstStyle/>
          <a:p>
            <a:r>
              <a:rPr lang="fr-FR"/>
              <a:t>• Étape 3 : sélectionner uniquement les tables pertinentes pour le contexte métier.</a:t>
            </a:r>
          </a:p>
          <a:p>
            <a:r>
              <a:rPr lang="fr-FR"/>
              <a:t>• Éviter les tables techniques ou de référence non utilisées.</a:t>
            </a:r>
          </a:p>
          <a:p>
            <a:r>
              <a:rPr lang="fr-FR"/>
              <a:t>• Vérifier que relations et mesures sont bien définies avant validation.</a:t>
            </a:r>
          </a:p>
        </p:txBody>
      </p:sp>
      <p:sp>
        <p:nvSpPr>
          <p:cNvPr id="4" name="Slide Number Placeholder 3">
            <a:extLst>
              <a:ext uri="{FF2B5EF4-FFF2-40B4-BE49-F238E27FC236}">
                <a16:creationId xmlns:a16="http://schemas.microsoft.com/office/drawing/2014/main" id="{78DDA86F-F6AF-C5B5-997F-E77973FBB97F}"/>
              </a:ext>
            </a:extLst>
          </p:cNvPr>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302938031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2CAB94-B00C-5E55-C71D-36E3AE509B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200CA0-503F-519B-4D88-0BE4A12E72A3}"/>
              </a:ext>
            </a:extLst>
          </p:cNvPr>
          <p:cNvSpPr>
            <a:spLocks noGrp="1" noRot="1" noChangeAspect="1"/>
          </p:cNvSpPr>
          <p:nvPr>
            <p:ph type="sldImg"/>
          </p:nvPr>
        </p:nvSpPr>
        <p:spPr/>
        <p:txBody>
          <a:bodyPr/>
          <a:lstStyle/>
          <a:p>
            <a:endParaRPr lang="fr-FR"/>
          </a:p>
        </p:txBody>
      </p:sp>
      <p:sp>
        <p:nvSpPr>
          <p:cNvPr id="3" name="Notes Placeholder 2">
            <a:extLst>
              <a:ext uri="{FF2B5EF4-FFF2-40B4-BE49-F238E27FC236}">
                <a16:creationId xmlns:a16="http://schemas.microsoft.com/office/drawing/2014/main" id="{42BB900D-7A1D-ED60-B840-ABB88018176C}"/>
              </a:ext>
            </a:extLst>
          </p:cNvPr>
          <p:cNvSpPr>
            <a:spLocks noGrp="1"/>
          </p:cNvSpPr>
          <p:nvPr>
            <p:ph type="body" idx="1"/>
          </p:nvPr>
        </p:nvSpPr>
        <p:spPr/>
        <p:txBody>
          <a:bodyPr/>
          <a:lstStyle/>
          <a:p>
            <a:r>
              <a:rPr lang="fr-FR"/>
              <a:t>• Étape 4 : définir l'objectif, le périmètre, le ton et le format des réponses.</a:t>
            </a:r>
          </a:p>
          <a:p>
            <a:r>
              <a:rPr lang="fr-FR"/>
              <a:t>• Indiquer la priorité des sources et la terminologie métier (ex : CA, BU).</a:t>
            </a:r>
          </a:p>
          <a:p>
            <a:r>
              <a:rPr lang="fr-FR"/>
              <a:t>• Ajouter des exemples de questions métier.</a:t>
            </a:r>
          </a:p>
        </p:txBody>
      </p:sp>
      <p:sp>
        <p:nvSpPr>
          <p:cNvPr id="4" name="Slide Number Placeholder 3">
            <a:extLst>
              <a:ext uri="{FF2B5EF4-FFF2-40B4-BE49-F238E27FC236}">
                <a16:creationId xmlns:a16="http://schemas.microsoft.com/office/drawing/2014/main" id="{D58CFFB5-993A-1CFB-85F2-F403DFC14864}"/>
              </a:ext>
            </a:extLst>
          </p:cNvPr>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403737119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88DF59-A424-4E93-1CF2-0FB8107513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2147D4-4DBF-2B24-9EC7-A284096F7BCD}"/>
              </a:ext>
            </a:extLst>
          </p:cNvPr>
          <p:cNvSpPr>
            <a:spLocks noGrp="1" noRot="1" noChangeAspect="1"/>
          </p:cNvSpPr>
          <p:nvPr>
            <p:ph type="sldImg"/>
          </p:nvPr>
        </p:nvSpPr>
        <p:spPr/>
        <p:txBody>
          <a:bodyPr/>
          <a:lstStyle/>
          <a:p>
            <a:endParaRPr lang="fr-FR"/>
          </a:p>
        </p:txBody>
      </p:sp>
      <p:sp>
        <p:nvSpPr>
          <p:cNvPr id="3" name="Notes Placeholder 2">
            <a:extLst>
              <a:ext uri="{FF2B5EF4-FFF2-40B4-BE49-F238E27FC236}">
                <a16:creationId xmlns:a16="http://schemas.microsoft.com/office/drawing/2014/main" id="{0013DD5D-CAFF-1786-1DDF-CACC453FBA2D}"/>
              </a:ext>
            </a:extLst>
          </p:cNvPr>
          <p:cNvSpPr>
            <a:spLocks noGrp="1"/>
          </p:cNvSpPr>
          <p:nvPr>
            <p:ph type="body" idx="1"/>
          </p:nvPr>
        </p:nvSpPr>
        <p:spPr/>
        <p:txBody>
          <a:bodyPr/>
          <a:lstStyle/>
          <a:p>
            <a:r>
              <a:rPr lang="fr-FR"/>
              <a:t>• Étape 5 : tester en brouillon des questions simples, complexes et ambiguës.</a:t>
            </a:r>
          </a:p>
          <a:p>
            <a:r>
              <a:rPr lang="fr-FR"/>
              <a:t>• Comparer les versions et identifier les écarts (table, mesure, vocabulaire).</a:t>
            </a:r>
          </a:p>
          <a:p>
            <a:r>
              <a:rPr lang="fr-FR"/>
              <a:t>• Ajuster jusqu'à des réponses fiables et répétables, puis publier.</a:t>
            </a:r>
          </a:p>
        </p:txBody>
      </p:sp>
      <p:sp>
        <p:nvSpPr>
          <p:cNvPr id="4" name="Slide Number Placeholder 3">
            <a:extLst>
              <a:ext uri="{FF2B5EF4-FFF2-40B4-BE49-F238E27FC236}">
                <a16:creationId xmlns:a16="http://schemas.microsoft.com/office/drawing/2014/main" id="{7D672944-3C25-D8BE-BF72-64467BCB9BD6}"/>
              </a:ext>
            </a:extLst>
          </p:cNvPr>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393452266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7D1B95-DB84-261E-B24D-DE582B75EF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B739E3-95A9-21FB-0262-5EEBFE19C2C3}"/>
              </a:ext>
            </a:extLst>
          </p:cNvPr>
          <p:cNvSpPr>
            <a:spLocks noGrp="1" noRot="1" noChangeAspect="1"/>
          </p:cNvSpPr>
          <p:nvPr>
            <p:ph type="sldImg"/>
          </p:nvPr>
        </p:nvSpPr>
        <p:spPr/>
        <p:txBody>
          <a:bodyPr/>
          <a:lstStyle/>
          <a:p>
            <a:endParaRPr lang="fr-FR"/>
          </a:p>
        </p:txBody>
      </p:sp>
      <p:sp>
        <p:nvSpPr>
          <p:cNvPr id="3" name="Notes Placeholder 2">
            <a:extLst>
              <a:ext uri="{FF2B5EF4-FFF2-40B4-BE49-F238E27FC236}">
                <a16:creationId xmlns:a16="http://schemas.microsoft.com/office/drawing/2014/main" id="{C62394B8-3FCE-1889-E19B-3368A010C5DF}"/>
              </a:ext>
            </a:extLst>
          </p:cNvPr>
          <p:cNvSpPr>
            <a:spLocks noGrp="1"/>
          </p:cNvSpPr>
          <p:nvPr>
            <p:ph type="body" idx="1"/>
          </p:nvPr>
        </p:nvSpPr>
        <p:spPr/>
        <p:txBody>
          <a:bodyPr/>
          <a:lstStyle/>
          <a:p>
            <a:r>
              <a:rPr lang="fr-FR"/>
              <a:t>• Étape 6 : publier l'agent avec une description claire et complète.</a:t>
            </a:r>
          </a:p>
          <a:p>
            <a:r>
              <a:rPr lang="fr-FR"/>
              <a:t>• Activer la publication dans l'Agent Store M365 pour l'usage depuis Copilot.</a:t>
            </a:r>
          </a:p>
          <a:p>
            <a:r>
              <a:rPr lang="fr-FR"/>
              <a:t>• Partager avec les utilisateurs ou groupes concernés.</a:t>
            </a:r>
          </a:p>
        </p:txBody>
      </p:sp>
      <p:sp>
        <p:nvSpPr>
          <p:cNvPr id="4" name="Slide Number Placeholder 3">
            <a:extLst>
              <a:ext uri="{FF2B5EF4-FFF2-40B4-BE49-F238E27FC236}">
                <a16:creationId xmlns:a16="http://schemas.microsoft.com/office/drawing/2014/main" id="{F7F5B646-A541-C25D-57B7-5AFF32D40929}"/>
              </a:ext>
            </a:extLst>
          </p:cNvPr>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18213351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337D97-DB3A-205B-14C4-F00F5EA568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654CCB-5FD7-D622-1DE2-A956D416EC3D}"/>
              </a:ext>
            </a:extLst>
          </p:cNvPr>
          <p:cNvSpPr>
            <a:spLocks noGrp="1" noRot="1" noChangeAspect="1"/>
          </p:cNvSpPr>
          <p:nvPr>
            <p:ph type="sldImg"/>
          </p:nvPr>
        </p:nvSpPr>
        <p:spPr/>
        <p:txBody>
          <a:bodyPr/>
          <a:lstStyle/>
          <a:p>
            <a:endParaRPr lang="fr-FR"/>
          </a:p>
        </p:txBody>
      </p:sp>
      <p:sp>
        <p:nvSpPr>
          <p:cNvPr id="3" name="Notes Placeholder 2">
            <a:extLst>
              <a:ext uri="{FF2B5EF4-FFF2-40B4-BE49-F238E27FC236}">
                <a16:creationId xmlns:a16="http://schemas.microsoft.com/office/drawing/2014/main" id="{BDE45E08-190E-BBE4-0959-0E6728FA87F1}"/>
              </a:ext>
            </a:extLst>
          </p:cNvPr>
          <p:cNvSpPr>
            <a:spLocks noGrp="1"/>
          </p:cNvSpPr>
          <p:nvPr>
            <p:ph type="body" idx="1"/>
          </p:nvPr>
        </p:nvSpPr>
        <p:spPr/>
        <p:txBody>
          <a:bodyPr/>
          <a:lstStyle/>
          <a:p>
            <a:endParaRPr lang="fr-FR"/>
          </a:p>
        </p:txBody>
      </p:sp>
      <p:sp>
        <p:nvSpPr>
          <p:cNvPr id="4" name="Slide Number Placeholder 3">
            <a:extLst>
              <a:ext uri="{FF2B5EF4-FFF2-40B4-BE49-F238E27FC236}">
                <a16:creationId xmlns:a16="http://schemas.microsoft.com/office/drawing/2014/main" id="{2A342409-BB3E-2CB3-B897-C6D0119D3BB6}"/>
              </a:ext>
            </a:extLst>
          </p:cNvPr>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384466832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pPr fontAlgn="ctr"/>
            <a:r>
              <a:rPr lang="fr-FR" sz="1200" b="0" i="0" u="none" strike="noStrike" kern="1200" err="1">
                <a:solidFill>
                  <a:schemeClr val="tx1"/>
                </a:solidFill>
                <a:effectLst/>
                <a:latin typeface="+mn-lt"/>
                <a:ea typeface="+mn-ea"/>
                <a:cs typeface="+mn-cs"/>
              </a:rPr>
              <a:t>What</a:t>
            </a:r>
            <a:r>
              <a:rPr lang="fr-FR" sz="1200" b="0" i="0" u="none" strike="noStrike" kern="1200">
                <a:solidFill>
                  <a:schemeClr val="tx1"/>
                </a:solidFill>
                <a:effectLst/>
                <a:latin typeface="+mn-lt"/>
                <a:ea typeface="+mn-ea"/>
                <a:cs typeface="+mn-cs"/>
              </a:rPr>
              <a:t> </a:t>
            </a:r>
            <a:r>
              <a:rPr lang="fr-FR" sz="1200" b="0" i="0" u="none" strike="noStrike" kern="1200" err="1">
                <a:solidFill>
                  <a:schemeClr val="tx1"/>
                </a:solidFill>
                <a:effectLst/>
                <a:latin typeface="+mn-lt"/>
                <a:ea typeface="+mn-ea"/>
                <a:cs typeface="+mn-cs"/>
              </a:rPr>
              <a:t>is</a:t>
            </a:r>
            <a:r>
              <a:rPr lang="fr-FR" sz="1200" b="0" i="0" u="none" strike="noStrike" kern="1200">
                <a:solidFill>
                  <a:schemeClr val="tx1"/>
                </a:solidFill>
                <a:effectLst/>
                <a:latin typeface="+mn-lt"/>
                <a:ea typeface="+mn-ea"/>
                <a:cs typeface="+mn-cs"/>
              </a:rPr>
              <a:t> total sales </a:t>
            </a:r>
            <a:r>
              <a:rPr lang="fr-FR" sz="1200" b="0" i="0" u="none" strike="noStrike" kern="1200" err="1">
                <a:solidFill>
                  <a:schemeClr val="tx1"/>
                </a:solidFill>
                <a:effectLst/>
                <a:latin typeface="+mn-lt"/>
                <a:ea typeface="+mn-ea"/>
                <a:cs typeface="+mn-cs"/>
              </a:rPr>
              <a:t>amount</a:t>
            </a:r>
            <a:r>
              <a:rPr lang="fr-FR" sz="1200" b="0" i="0" u="none" strike="noStrike" kern="1200">
                <a:solidFill>
                  <a:schemeClr val="tx1"/>
                </a:solidFill>
                <a:effectLst/>
                <a:latin typeface="+mn-lt"/>
                <a:ea typeface="+mn-ea"/>
                <a:cs typeface="+mn-cs"/>
              </a:rPr>
              <a:t> for 2024 ? </a:t>
            </a:r>
          </a:p>
          <a:p>
            <a:pPr fontAlgn="ctr"/>
            <a:r>
              <a:rPr lang="fr-FR" sz="1200" b="0" i="0" u="none" strike="noStrike" kern="1200" err="1">
                <a:solidFill>
                  <a:schemeClr val="tx1"/>
                </a:solidFill>
                <a:effectLst/>
                <a:latin typeface="+mn-lt"/>
                <a:ea typeface="+mn-ea"/>
                <a:cs typeface="+mn-cs"/>
              </a:rPr>
              <a:t>What</a:t>
            </a:r>
            <a:r>
              <a:rPr lang="fr-FR" sz="1200" b="0" i="0" u="none" strike="noStrike" kern="1200">
                <a:solidFill>
                  <a:schemeClr val="tx1"/>
                </a:solidFill>
                <a:effectLst/>
                <a:latin typeface="+mn-lt"/>
                <a:ea typeface="+mn-ea"/>
                <a:cs typeface="+mn-cs"/>
              </a:rPr>
              <a:t> </a:t>
            </a:r>
            <a:r>
              <a:rPr lang="fr-FR" sz="1200" b="0" i="0" u="none" strike="noStrike" kern="1200" err="1">
                <a:solidFill>
                  <a:schemeClr val="tx1"/>
                </a:solidFill>
                <a:effectLst/>
                <a:latin typeface="+mn-lt"/>
                <a:ea typeface="+mn-ea"/>
                <a:cs typeface="+mn-cs"/>
              </a:rPr>
              <a:t>is</a:t>
            </a:r>
            <a:r>
              <a:rPr lang="fr-FR" sz="1200" b="0" i="0" u="none" strike="noStrike" kern="1200">
                <a:solidFill>
                  <a:schemeClr val="tx1"/>
                </a:solidFill>
                <a:effectLst/>
                <a:latin typeface="+mn-lt"/>
                <a:ea typeface="+mn-ea"/>
                <a:cs typeface="+mn-cs"/>
              </a:rPr>
              <a:t> the </a:t>
            </a:r>
            <a:r>
              <a:rPr lang="fr-FR" sz="1200" b="0" i="0" u="none" strike="noStrike" kern="1200" err="1">
                <a:solidFill>
                  <a:schemeClr val="tx1"/>
                </a:solidFill>
                <a:effectLst/>
                <a:latin typeface="+mn-lt"/>
                <a:ea typeface="+mn-ea"/>
                <a:cs typeface="+mn-cs"/>
              </a:rPr>
              <a:t>gross</a:t>
            </a:r>
            <a:r>
              <a:rPr lang="fr-FR" sz="1200" b="0" i="0" u="none" strike="noStrike" kern="1200">
                <a:solidFill>
                  <a:schemeClr val="tx1"/>
                </a:solidFill>
                <a:effectLst/>
                <a:latin typeface="+mn-lt"/>
                <a:ea typeface="+mn-ea"/>
                <a:cs typeface="+mn-cs"/>
              </a:rPr>
              <a:t> </a:t>
            </a:r>
            <a:r>
              <a:rPr lang="fr-FR" sz="1200" b="0" i="0" u="none" strike="noStrike" kern="1200" err="1">
                <a:solidFill>
                  <a:schemeClr val="tx1"/>
                </a:solidFill>
                <a:effectLst/>
                <a:latin typeface="+mn-lt"/>
                <a:ea typeface="+mn-ea"/>
                <a:cs typeface="+mn-cs"/>
              </a:rPr>
              <a:t>margin</a:t>
            </a:r>
            <a:r>
              <a:rPr lang="fr-FR" sz="1200" b="0" i="0" u="none" strike="noStrike" kern="1200">
                <a:solidFill>
                  <a:schemeClr val="tx1"/>
                </a:solidFill>
                <a:effectLst/>
                <a:latin typeface="+mn-lt"/>
                <a:ea typeface="+mn-ea"/>
                <a:cs typeface="+mn-cs"/>
              </a:rPr>
              <a:t> for 2024 ? </a:t>
            </a:r>
          </a:p>
          <a:p>
            <a:pPr fontAlgn="ctr"/>
            <a:r>
              <a:rPr lang="fr-FR" sz="1200" b="0" i="0" u="none" strike="noStrike" kern="1200" err="1">
                <a:solidFill>
                  <a:schemeClr val="tx1"/>
                </a:solidFill>
                <a:effectLst/>
                <a:latin typeface="+mn-lt"/>
                <a:ea typeface="+mn-ea"/>
                <a:cs typeface="+mn-cs"/>
              </a:rPr>
              <a:t>Year</a:t>
            </a:r>
            <a:r>
              <a:rPr lang="fr-FR" sz="1200" b="0" i="0" u="none" strike="noStrike" kern="1200">
                <a:solidFill>
                  <a:schemeClr val="tx1"/>
                </a:solidFill>
                <a:effectLst/>
                <a:latin typeface="+mn-lt"/>
                <a:ea typeface="+mn-ea"/>
                <a:cs typeface="+mn-cs"/>
              </a:rPr>
              <a:t>-over-</a:t>
            </a:r>
            <a:r>
              <a:rPr lang="fr-FR" sz="1200" b="0" i="0" u="none" strike="noStrike" kern="1200" err="1">
                <a:solidFill>
                  <a:schemeClr val="tx1"/>
                </a:solidFill>
                <a:effectLst/>
                <a:latin typeface="+mn-lt"/>
                <a:ea typeface="+mn-ea"/>
                <a:cs typeface="+mn-cs"/>
              </a:rPr>
              <a:t>year</a:t>
            </a:r>
            <a:r>
              <a:rPr lang="fr-FR" sz="1200" b="0" i="0" u="none" strike="noStrike" kern="1200">
                <a:solidFill>
                  <a:schemeClr val="tx1"/>
                </a:solidFill>
                <a:effectLst/>
                <a:latin typeface="+mn-lt"/>
                <a:ea typeface="+mn-ea"/>
                <a:cs typeface="+mn-cs"/>
              </a:rPr>
              <a:t> sales </a:t>
            </a:r>
            <a:r>
              <a:rPr lang="fr-FR" sz="1200" b="0" i="0" u="none" strike="noStrike" kern="1200" err="1">
                <a:solidFill>
                  <a:schemeClr val="tx1"/>
                </a:solidFill>
                <a:effectLst/>
                <a:latin typeface="+mn-lt"/>
                <a:ea typeface="+mn-ea"/>
                <a:cs typeface="+mn-cs"/>
              </a:rPr>
              <a:t>growth</a:t>
            </a:r>
            <a:r>
              <a:rPr lang="fr-FR" sz="1200" b="0" i="0" u="none" strike="noStrike" kern="1200">
                <a:solidFill>
                  <a:schemeClr val="tx1"/>
                </a:solidFill>
                <a:effectLst/>
                <a:latin typeface="+mn-lt"/>
                <a:ea typeface="+mn-ea"/>
                <a:cs typeface="+mn-cs"/>
              </a:rPr>
              <a:t> for the last </a:t>
            </a:r>
            <a:r>
              <a:rPr lang="fr-FR" sz="1200" b="0" i="0" u="none" strike="noStrike" kern="1200" err="1">
                <a:solidFill>
                  <a:schemeClr val="tx1"/>
                </a:solidFill>
                <a:effectLst/>
                <a:latin typeface="+mn-lt"/>
                <a:ea typeface="+mn-ea"/>
                <a:cs typeface="+mn-cs"/>
              </a:rPr>
              <a:t>years</a:t>
            </a:r>
            <a:r>
              <a:rPr lang="fr-FR" sz="1200" b="0" i="0" u="none" strike="noStrike" kern="1200">
                <a:solidFill>
                  <a:schemeClr val="tx1"/>
                </a:solidFill>
                <a:effectLst/>
                <a:latin typeface="+mn-lt"/>
                <a:ea typeface="+mn-ea"/>
                <a:cs typeface="+mn-cs"/>
              </a:rPr>
              <a:t> </a:t>
            </a:r>
          </a:p>
          <a:p>
            <a:pPr fontAlgn="ctr"/>
            <a:r>
              <a:rPr lang="fr-FR" sz="1200" b="0" i="0" u="none" strike="noStrike" kern="1200" err="1">
                <a:solidFill>
                  <a:schemeClr val="tx1"/>
                </a:solidFill>
                <a:effectLst/>
                <a:latin typeface="+mn-lt"/>
                <a:ea typeface="+mn-ea"/>
                <a:cs typeface="+mn-cs"/>
              </a:rPr>
              <a:t>Monthly</a:t>
            </a:r>
            <a:r>
              <a:rPr lang="fr-FR" sz="1200" b="0" i="0" u="none" strike="noStrike" kern="1200">
                <a:solidFill>
                  <a:schemeClr val="tx1"/>
                </a:solidFill>
                <a:effectLst/>
                <a:latin typeface="+mn-lt"/>
                <a:ea typeface="+mn-ea"/>
                <a:cs typeface="+mn-cs"/>
              </a:rPr>
              <a:t> sales for 2024 </a:t>
            </a:r>
          </a:p>
          <a:p>
            <a:pPr fontAlgn="ctr"/>
            <a:r>
              <a:rPr lang="fr-FR" sz="1200" b="0" i="0" u="none" strike="noStrike" kern="1200" err="1">
                <a:solidFill>
                  <a:schemeClr val="tx1"/>
                </a:solidFill>
                <a:effectLst/>
                <a:latin typeface="+mn-lt"/>
                <a:ea typeface="+mn-ea"/>
                <a:cs typeface="+mn-cs"/>
              </a:rPr>
              <a:t>Quarterly</a:t>
            </a:r>
            <a:r>
              <a:rPr lang="fr-FR" sz="1200" b="0" i="0" u="none" strike="noStrike" kern="1200">
                <a:solidFill>
                  <a:schemeClr val="tx1"/>
                </a:solidFill>
                <a:effectLst/>
                <a:latin typeface="+mn-lt"/>
                <a:ea typeface="+mn-ea"/>
                <a:cs typeface="+mn-cs"/>
              </a:rPr>
              <a:t> trend for 2023 and 2024 (sales + </a:t>
            </a:r>
            <a:r>
              <a:rPr lang="fr-FR" sz="1200" b="0" i="0" u="none" strike="noStrike" kern="1200" err="1">
                <a:solidFill>
                  <a:schemeClr val="tx1"/>
                </a:solidFill>
                <a:effectLst/>
                <a:latin typeface="+mn-lt"/>
                <a:ea typeface="+mn-ea"/>
                <a:cs typeface="+mn-cs"/>
              </a:rPr>
              <a:t>margin</a:t>
            </a:r>
            <a:r>
              <a:rPr lang="fr-FR" sz="1200" b="0" i="0" u="none" strike="noStrike" kern="1200">
                <a:solidFill>
                  <a:schemeClr val="tx1"/>
                </a:solidFill>
                <a:effectLst/>
                <a:latin typeface="+mn-lt"/>
                <a:ea typeface="+mn-ea"/>
                <a:cs typeface="+mn-cs"/>
              </a:rPr>
              <a:t>) </a:t>
            </a:r>
          </a:p>
          <a:p>
            <a:pPr fontAlgn="ctr"/>
            <a:r>
              <a:rPr lang="fr-FR" sz="1200" b="0" i="0" u="none" strike="noStrike" kern="1200">
                <a:solidFill>
                  <a:schemeClr val="tx1"/>
                </a:solidFill>
                <a:effectLst/>
                <a:latin typeface="+mn-lt"/>
                <a:ea typeface="+mn-ea"/>
                <a:cs typeface="+mn-cs"/>
              </a:rPr>
              <a:t>Top 10 </a:t>
            </a:r>
            <a:r>
              <a:rPr lang="fr-FR" sz="1200" b="0" i="0" u="none" strike="noStrike" kern="1200" err="1">
                <a:solidFill>
                  <a:schemeClr val="tx1"/>
                </a:solidFill>
                <a:effectLst/>
                <a:latin typeface="+mn-lt"/>
                <a:ea typeface="+mn-ea"/>
                <a:cs typeface="+mn-cs"/>
              </a:rPr>
              <a:t>products</a:t>
            </a:r>
            <a:r>
              <a:rPr lang="fr-FR" sz="1200" b="0" i="0" u="none" strike="noStrike" kern="1200">
                <a:solidFill>
                  <a:schemeClr val="tx1"/>
                </a:solidFill>
                <a:effectLst/>
                <a:latin typeface="+mn-lt"/>
                <a:ea typeface="+mn-ea"/>
                <a:cs typeface="+mn-cs"/>
              </a:rPr>
              <a:t> by sales </a:t>
            </a:r>
          </a:p>
          <a:p>
            <a:pPr fontAlgn="ctr"/>
            <a:r>
              <a:rPr lang="fr-FR" sz="1200" b="0" i="0" u="none" strike="noStrike" kern="1200">
                <a:solidFill>
                  <a:schemeClr val="tx1"/>
                </a:solidFill>
                <a:effectLst/>
                <a:latin typeface="+mn-lt"/>
                <a:ea typeface="+mn-ea"/>
                <a:cs typeface="+mn-cs"/>
              </a:rPr>
              <a:t>Top 10 </a:t>
            </a:r>
            <a:r>
              <a:rPr lang="fr-FR" sz="1200" b="0" i="0" u="none" strike="noStrike" kern="1200" err="1">
                <a:solidFill>
                  <a:schemeClr val="tx1"/>
                </a:solidFill>
                <a:effectLst/>
                <a:latin typeface="+mn-lt"/>
                <a:ea typeface="+mn-ea"/>
                <a:cs typeface="+mn-cs"/>
              </a:rPr>
              <a:t>suppliers</a:t>
            </a:r>
            <a:r>
              <a:rPr lang="fr-FR" sz="1200" b="0" i="0" u="none" strike="noStrike" kern="1200">
                <a:solidFill>
                  <a:schemeClr val="tx1"/>
                </a:solidFill>
                <a:effectLst/>
                <a:latin typeface="+mn-lt"/>
                <a:ea typeface="+mn-ea"/>
                <a:cs typeface="+mn-cs"/>
              </a:rPr>
              <a:t> by sales contribution </a:t>
            </a:r>
          </a:p>
          <a:p>
            <a:pPr fontAlgn="ctr"/>
            <a:r>
              <a:rPr lang="fr-FR" sz="1200" b="0" i="0" u="none" strike="noStrike" kern="1200" err="1">
                <a:solidFill>
                  <a:schemeClr val="tx1"/>
                </a:solidFill>
                <a:effectLst/>
                <a:latin typeface="+mn-lt"/>
                <a:ea typeface="+mn-ea"/>
                <a:cs typeface="+mn-cs"/>
              </a:rPr>
              <a:t>Average</a:t>
            </a:r>
            <a:r>
              <a:rPr lang="fr-FR" sz="1200" b="0" i="0" u="none" strike="noStrike" kern="1200">
                <a:solidFill>
                  <a:schemeClr val="tx1"/>
                </a:solidFill>
                <a:effectLst/>
                <a:latin typeface="+mn-lt"/>
                <a:ea typeface="+mn-ea"/>
                <a:cs typeface="+mn-cs"/>
              </a:rPr>
              <a:t> PO value by supplier </a:t>
            </a:r>
            <a:r>
              <a:rPr lang="fr-FR" sz="1200" b="0" i="0" u="none" strike="noStrike" kern="1200" err="1">
                <a:solidFill>
                  <a:schemeClr val="tx1"/>
                </a:solidFill>
                <a:effectLst/>
                <a:latin typeface="+mn-lt"/>
                <a:ea typeface="+mn-ea"/>
                <a:cs typeface="+mn-cs"/>
              </a:rPr>
              <a:t>category</a:t>
            </a:r>
            <a:r>
              <a:rPr lang="fr-FR" sz="1200" b="0" i="0" u="none" strike="noStrike" kern="1200">
                <a:solidFill>
                  <a:schemeClr val="tx1"/>
                </a:solidFill>
                <a:effectLst/>
                <a:latin typeface="+mn-lt"/>
                <a:ea typeface="+mn-ea"/>
                <a:cs typeface="+mn-cs"/>
              </a:rPr>
              <a:t> </a:t>
            </a:r>
          </a:p>
          <a:p>
            <a:pPr fontAlgn="ctr"/>
            <a:r>
              <a:rPr lang="fr-FR" sz="1200" b="0" i="0" u="none" strike="noStrike" kern="1200">
                <a:solidFill>
                  <a:schemeClr val="tx1"/>
                </a:solidFill>
                <a:effectLst/>
                <a:latin typeface="+mn-lt"/>
                <a:ea typeface="+mn-ea"/>
                <a:cs typeface="+mn-cs"/>
              </a:rPr>
              <a:t>Best </a:t>
            </a:r>
            <a:r>
              <a:rPr lang="fr-FR" sz="1200" b="0" i="0" u="none" strike="noStrike" kern="1200" err="1">
                <a:solidFill>
                  <a:schemeClr val="tx1"/>
                </a:solidFill>
                <a:effectLst/>
                <a:latin typeface="+mn-lt"/>
                <a:ea typeface="+mn-ea"/>
                <a:cs typeface="+mn-cs"/>
              </a:rPr>
              <a:t>selling</a:t>
            </a:r>
            <a:r>
              <a:rPr lang="fr-FR" sz="1200" b="0" i="0" u="none" strike="noStrike" kern="1200">
                <a:solidFill>
                  <a:schemeClr val="tx1"/>
                </a:solidFill>
                <a:effectLst/>
                <a:latin typeface="+mn-lt"/>
                <a:ea typeface="+mn-ea"/>
                <a:cs typeface="+mn-cs"/>
              </a:rPr>
              <a:t> </a:t>
            </a:r>
            <a:r>
              <a:rPr lang="fr-FR" sz="1200" b="0" i="0" u="none" strike="noStrike" kern="1200" err="1">
                <a:solidFill>
                  <a:schemeClr val="tx1"/>
                </a:solidFill>
                <a:effectLst/>
                <a:latin typeface="+mn-lt"/>
                <a:ea typeface="+mn-ea"/>
                <a:cs typeface="+mn-cs"/>
              </a:rPr>
              <a:t>product</a:t>
            </a:r>
            <a:r>
              <a:rPr lang="fr-FR" sz="1200" b="0" i="0" u="none" strike="noStrike" kern="1200">
                <a:solidFill>
                  <a:schemeClr val="tx1"/>
                </a:solidFill>
                <a:effectLst/>
                <a:latin typeface="+mn-lt"/>
                <a:ea typeface="+mn-ea"/>
                <a:cs typeface="+mn-cs"/>
              </a:rPr>
              <a:t> per </a:t>
            </a:r>
            <a:r>
              <a:rPr lang="fr-FR" sz="1200" b="0" i="0" u="none" strike="noStrike" kern="1200" err="1">
                <a:solidFill>
                  <a:schemeClr val="tx1"/>
                </a:solidFill>
                <a:effectLst/>
                <a:latin typeface="+mn-lt"/>
                <a:ea typeface="+mn-ea"/>
                <a:cs typeface="+mn-cs"/>
              </a:rPr>
              <a:t>region</a:t>
            </a:r>
            <a:r>
              <a:rPr lang="fr-FR" sz="1200" b="0" i="0" u="none" strike="noStrike" kern="1200">
                <a:solidFill>
                  <a:schemeClr val="tx1"/>
                </a:solidFill>
                <a:effectLst/>
                <a:latin typeface="+mn-lt"/>
                <a:ea typeface="+mn-ea"/>
                <a:cs typeface="+mn-cs"/>
              </a:rPr>
              <a:t> in 2024 </a:t>
            </a:r>
          </a:p>
          <a:p>
            <a:pPr fontAlgn="ctr"/>
            <a:r>
              <a:rPr lang="fr-FR" sz="1200" b="0" i="0" u="none" strike="noStrike" kern="1200">
                <a:solidFill>
                  <a:schemeClr val="tx1"/>
                </a:solidFill>
                <a:effectLst/>
                <a:latin typeface="+mn-lt"/>
                <a:ea typeface="+mn-ea"/>
                <a:cs typeface="+mn-cs"/>
              </a:rPr>
              <a:t>Sales by country of manufacture </a:t>
            </a:r>
          </a:p>
          <a:p>
            <a:endParaRPr lang="en-US"/>
          </a:p>
          <a:p>
            <a:r>
              <a:rPr lang="fr-FR"/>
              <a:t>• Démontrer des questions en langage naturel : ventes, marge, croissance, top produits.</a:t>
            </a:r>
          </a:p>
          <a:p>
            <a:r>
              <a:rPr lang="fr-FR"/>
              <a:t>• Montrer le RBAC en action : créateur, commercial (lecteur), direction via Teams.</a:t>
            </a:r>
          </a:p>
          <a:p>
            <a:r>
              <a:rPr lang="fr-FR"/>
              <a:t>• Chacun ne voit que les données auxquelles il a accès.</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lang="fr-FR"/>
              <a:t>• Remercier l'audience et ouvrir le temps d'échange.</a:t>
            </a:r>
          </a:p>
          <a:p>
            <a:r>
              <a:rPr lang="fr-FR"/>
              <a:t>• Rappeler le contact et les ressources disponibles.</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F39D6F-4626-A30A-1E5A-FA7D7A6DDA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B3B740-C950-A342-8763-FE48B47398B6}"/>
              </a:ext>
            </a:extLst>
          </p:cNvPr>
          <p:cNvSpPr>
            <a:spLocks noGrp="1" noRot="1" noChangeAspect="1"/>
          </p:cNvSpPr>
          <p:nvPr>
            <p:ph type="sldImg"/>
          </p:nvPr>
        </p:nvSpPr>
        <p:spPr/>
        <p:txBody>
          <a:bodyPr/>
          <a:lstStyle/>
          <a:p>
            <a:endParaRPr lang="fr-FR"/>
          </a:p>
        </p:txBody>
      </p:sp>
      <p:sp>
        <p:nvSpPr>
          <p:cNvPr id="3" name="Notes Placeholder 2">
            <a:extLst>
              <a:ext uri="{FF2B5EF4-FFF2-40B4-BE49-F238E27FC236}">
                <a16:creationId xmlns:a16="http://schemas.microsoft.com/office/drawing/2014/main" id="{1D52AA59-CAC3-AA18-1C83-8C6A7CBB843A}"/>
              </a:ext>
            </a:extLst>
          </p:cNvPr>
          <p:cNvSpPr>
            <a:spLocks noGrp="1"/>
          </p:cNvSpPr>
          <p:nvPr>
            <p:ph type="body" idx="1"/>
          </p:nvPr>
        </p:nvSpPr>
        <p:spPr/>
        <p:txBody>
          <a:bodyPr/>
          <a:lstStyle/>
          <a:p>
            <a:pPr fontAlgn="ctr"/>
            <a:r>
              <a:rPr lang="fr-FR" sz="1200" b="0" i="0" u="none" strike="noStrike" kern="1200" err="1">
                <a:solidFill>
                  <a:schemeClr val="tx1"/>
                </a:solidFill>
                <a:effectLst/>
                <a:latin typeface="+mn-lt"/>
                <a:ea typeface="+mn-ea"/>
                <a:cs typeface="+mn-cs"/>
              </a:rPr>
              <a:t>What</a:t>
            </a:r>
            <a:r>
              <a:rPr lang="fr-FR" sz="1200" b="0" i="0" u="none" strike="noStrike" kern="1200">
                <a:solidFill>
                  <a:schemeClr val="tx1"/>
                </a:solidFill>
                <a:effectLst/>
                <a:latin typeface="+mn-lt"/>
                <a:ea typeface="+mn-ea"/>
                <a:cs typeface="+mn-cs"/>
              </a:rPr>
              <a:t> </a:t>
            </a:r>
            <a:r>
              <a:rPr lang="fr-FR" sz="1200" b="0" i="0" u="none" strike="noStrike" kern="1200" err="1">
                <a:solidFill>
                  <a:schemeClr val="tx1"/>
                </a:solidFill>
                <a:effectLst/>
                <a:latin typeface="+mn-lt"/>
                <a:ea typeface="+mn-ea"/>
                <a:cs typeface="+mn-cs"/>
              </a:rPr>
              <a:t>is</a:t>
            </a:r>
            <a:r>
              <a:rPr lang="fr-FR" sz="1200" b="0" i="0" u="none" strike="noStrike" kern="1200">
                <a:solidFill>
                  <a:schemeClr val="tx1"/>
                </a:solidFill>
                <a:effectLst/>
                <a:latin typeface="+mn-lt"/>
                <a:ea typeface="+mn-ea"/>
                <a:cs typeface="+mn-cs"/>
              </a:rPr>
              <a:t> total sales </a:t>
            </a:r>
            <a:r>
              <a:rPr lang="fr-FR" sz="1200" b="0" i="0" u="none" strike="noStrike" kern="1200" err="1">
                <a:solidFill>
                  <a:schemeClr val="tx1"/>
                </a:solidFill>
                <a:effectLst/>
                <a:latin typeface="+mn-lt"/>
                <a:ea typeface="+mn-ea"/>
                <a:cs typeface="+mn-cs"/>
              </a:rPr>
              <a:t>amount</a:t>
            </a:r>
            <a:r>
              <a:rPr lang="fr-FR" sz="1200" b="0" i="0" u="none" strike="noStrike" kern="1200">
                <a:solidFill>
                  <a:schemeClr val="tx1"/>
                </a:solidFill>
                <a:effectLst/>
                <a:latin typeface="+mn-lt"/>
                <a:ea typeface="+mn-ea"/>
                <a:cs typeface="+mn-cs"/>
              </a:rPr>
              <a:t> for 2024 ? </a:t>
            </a:r>
          </a:p>
          <a:p>
            <a:pPr fontAlgn="ctr"/>
            <a:r>
              <a:rPr lang="fr-FR" sz="1200" b="0" i="0" u="none" strike="noStrike" kern="1200" err="1">
                <a:solidFill>
                  <a:schemeClr val="tx1"/>
                </a:solidFill>
                <a:effectLst/>
                <a:latin typeface="+mn-lt"/>
                <a:ea typeface="+mn-ea"/>
                <a:cs typeface="+mn-cs"/>
              </a:rPr>
              <a:t>What</a:t>
            </a:r>
            <a:r>
              <a:rPr lang="fr-FR" sz="1200" b="0" i="0" u="none" strike="noStrike" kern="1200">
                <a:solidFill>
                  <a:schemeClr val="tx1"/>
                </a:solidFill>
                <a:effectLst/>
                <a:latin typeface="+mn-lt"/>
                <a:ea typeface="+mn-ea"/>
                <a:cs typeface="+mn-cs"/>
              </a:rPr>
              <a:t> </a:t>
            </a:r>
            <a:r>
              <a:rPr lang="fr-FR" sz="1200" b="0" i="0" u="none" strike="noStrike" kern="1200" err="1">
                <a:solidFill>
                  <a:schemeClr val="tx1"/>
                </a:solidFill>
                <a:effectLst/>
                <a:latin typeface="+mn-lt"/>
                <a:ea typeface="+mn-ea"/>
                <a:cs typeface="+mn-cs"/>
              </a:rPr>
              <a:t>is</a:t>
            </a:r>
            <a:r>
              <a:rPr lang="fr-FR" sz="1200" b="0" i="0" u="none" strike="noStrike" kern="1200">
                <a:solidFill>
                  <a:schemeClr val="tx1"/>
                </a:solidFill>
                <a:effectLst/>
                <a:latin typeface="+mn-lt"/>
                <a:ea typeface="+mn-ea"/>
                <a:cs typeface="+mn-cs"/>
              </a:rPr>
              <a:t> the </a:t>
            </a:r>
            <a:r>
              <a:rPr lang="fr-FR" sz="1200" b="0" i="0" u="none" strike="noStrike" kern="1200" err="1">
                <a:solidFill>
                  <a:schemeClr val="tx1"/>
                </a:solidFill>
                <a:effectLst/>
                <a:latin typeface="+mn-lt"/>
                <a:ea typeface="+mn-ea"/>
                <a:cs typeface="+mn-cs"/>
              </a:rPr>
              <a:t>gross</a:t>
            </a:r>
            <a:r>
              <a:rPr lang="fr-FR" sz="1200" b="0" i="0" u="none" strike="noStrike" kern="1200">
                <a:solidFill>
                  <a:schemeClr val="tx1"/>
                </a:solidFill>
                <a:effectLst/>
                <a:latin typeface="+mn-lt"/>
                <a:ea typeface="+mn-ea"/>
                <a:cs typeface="+mn-cs"/>
              </a:rPr>
              <a:t> </a:t>
            </a:r>
            <a:r>
              <a:rPr lang="fr-FR" sz="1200" b="0" i="0" u="none" strike="noStrike" kern="1200" err="1">
                <a:solidFill>
                  <a:schemeClr val="tx1"/>
                </a:solidFill>
                <a:effectLst/>
                <a:latin typeface="+mn-lt"/>
                <a:ea typeface="+mn-ea"/>
                <a:cs typeface="+mn-cs"/>
              </a:rPr>
              <a:t>margin</a:t>
            </a:r>
            <a:r>
              <a:rPr lang="fr-FR" sz="1200" b="0" i="0" u="none" strike="noStrike" kern="1200">
                <a:solidFill>
                  <a:schemeClr val="tx1"/>
                </a:solidFill>
                <a:effectLst/>
                <a:latin typeface="+mn-lt"/>
                <a:ea typeface="+mn-ea"/>
                <a:cs typeface="+mn-cs"/>
              </a:rPr>
              <a:t> for 2024 ? </a:t>
            </a:r>
          </a:p>
          <a:p>
            <a:pPr fontAlgn="ctr"/>
            <a:r>
              <a:rPr lang="fr-FR" sz="1200" b="0" i="0" u="none" strike="noStrike" kern="1200" err="1">
                <a:solidFill>
                  <a:schemeClr val="tx1"/>
                </a:solidFill>
                <a:effectLst/>
                <a:latin typeface="+mn-lt"/>
                <a:ea typeface="+mn-ea"/>
                <a:cs typeface="+mn-cs"/>
              </a:rPr>
              <a:t>Year</a:t>
            </a:r>
            <a:r>
              <a:rPr lang="fr-FR" sz="1200" b="0" i="0" u="none" strike="noStrike" kern="1200">
                <a:solidFill>
                  <a:schemeClr val="tx1"/>
                </a:solidFill>
                <a:effectLst/>
                <a:latin typeface="+mn-lt"/>
                <a:ea typeface="+mn-ea"/>
                <a:cs typeface="+mn-cs"/>
              </a:rPr>
              <a:t>-over-</a:t>
            </a:r>
            <a:r>
              <a:rPr lang="fr-FR" sz="1200" b="0" i="0" u="none" strike="noStrike" kern="1200" err="1">
                <a:solidFill>
                  <a:schemeClr val="tx1"/>
                </a:solidFill>
                <a:effectLst/>
                <a:latin typeface="+mn-lt"/>
                <a:ea typeface="+mn-ea"/>
                <a:cs typeface="+mn-cs"/>
              </a:rPr>
              <a:t>year</a:t>
            </a:r>
            <a:r>
              <a:rPr lang="fr-FR" sz="1200" b="0" i="0" u="none" strike="noStrike" kern="1200">
                <a:solidFill>
                  <a:schemeClr val="tx1"/>
                </a:solidFill>
                <a:effectLst/>
                <a:latin typeface="+mn-lt"/>
                <a:ea typeface="+mn-ea"/>
                <a:cs typeface="+mn-cs"/>
              </a:rPr>
              <a:t> sales </a:t>
            </a:r>
            <a:r>
              <a:rPr lang="fr-FR" sz="1200" b="0" i="0" u="none" strike="noStrike" kern="1200" err="1">
                <a:solidFill>
                  <a:schemeClr val="tx1"/>
                </a:solidFill>
                <a:effectLst/>
                <a:latin typeface="+mn-lt"/>
                <a:ea typeface="+mn-ea"/>
                <a:cs typeface="+mn-cs"/>
              </a:rPr>
              <a:t>growth</a:t>
            </a:r>
            <a:r>
              <a:rPr lang="fr-FR" sz="1200" b="0" i="0" u="none" strike="noStrike" kern="1200">
                <a:solidFill>
                  <a:schemeClr val="tx1"/>
                </a:solidFill>
                <a:effectLst/>
                <a:latin typeface="+mn-lt"/>
                <a:ea typeface="+mn-ea"/>
                <a:cs typeface="+mn-cs"/>
              </a:rPr>
              <a:t> for the last </a:t>
            </a:r>
            <a:r>
              <a:rPr lang="fr-FR" sz="1200" b="0" i="0" u="none" strike="noStrike" kern="1200" err="1">
                <a:solidFill>
                  <a:schemeClr val="tx1"/>
                </a:solidFill>
                <a:effectLst/>
                <a:latin typeface="+mn-lt"/>
                <a:ea typeface="+mn-ea"/>
                <a:cs typeface="+mn-cs"/>
              </a:rPr>
              <a:t>years</a:t>
            </a:r>
            <a:r>
              <a:rPr lang="fr-FR" sz="1200" b="0" i="0" u="none" strike="noStrike" kern="1200">
                <a:solidFill>
                  <a:schemeClr val="tx1"/>
                </a:solidFill>
                <a:effectLst/>
                <a:latin typeface="+mn-lt"/>
                <a:ea typeface="+mn-ea"/>
                <a:cs typeface="+mn-cs"/>
              </a:rPr>
              <a:t> </a:t>
            </a:r>
          </a:p>
          <a:p>
            <a:pPr fontAlgn="ctr"/>
            <a:r>
              <a:rPr lang="fr-FR" sz="1200" b="0" i="0" u="none" strike="noStrike" kern="1200" err="1">
                <a:solidFill>
                  <a:schemeClr val="tx1"/>
                </a:solidFill>
                <a:effectLst/>
                <a:latin typeface="+mn-lt"/>
                <a:ea typeface="+mn-ea"/>
                <a:cs typeface="+mn-cs"/>
              </a:rPr>
              <a:t>Monthly</a:t>
            </a:r>
            <a:r>
              <a:rPr lang="fr-FR" sz="1200" b="0" i="0" u="none" strike="noStrike" kern="1200">
                <a:solidFill>
                  <a:schemeClr val="tx1"/>
                </a:solidFill>
                <a:effectLst/>
                <a:latin typeface="+mn-lt"/>
                <a:ea typeface="+mn-ea"/>
                <a:cs typeface="+mn-cs"/>
              </a:rPr>
              <a:t> sales for 2024 </a:t>
            </a:r>
          </a:p>
          <a:p>
            <a:pPr fontAlgn="ctr"/>
            <a:r>
              <a:rPr lang="fr-FR" sz="1200" b="0" i="0" u="none" strike="noStrike" kern="1200" err="1">
                <a:solidFill>
                  <a:schemeClr val="tx1"/>
                </a:solidFill>
                <a:effectLst/>
                <a:latin typeface="+mn-lt"/>
                <a:ea typeface="+mn-ea"/>
                <a:cs typeface="+mn-cs"/>
              </a:rPr>
              <a:t>Quarterly</a:t>
            </a:r>
            <a:r>
              <a:rPr lang="fr-FR" sz="1200" b="0" i="0" u="none" strike="noStrike" kern="1200">
                <a:solidFill>
                  <a:schemeClr val="tx1"/>
                </a:solidFill>
                <a:effectLst/>
                <a:latin typeface="+mn-lt"/>
                <a:ea typeface="+mn-ea"/>
                <a:cs typeface="+mn-cs"/>
              </a:rPr>
              <a:t> trend for 2023 and 2024 (sales + </a:t>
            </a:r>
            <a:r>
              <a:rPr lang="fr-FR" sz="1200" b="0" i="0" u="none" strike="noStrike" kern="1200" err="1">
                <a:solidFill>
                  <a:schemeClr val="tx1"/>
                </a:solidFill>
                <a:effectLst/>
                <a:latin typeface="+mn-lt"/>
                <a:ea typeface="+mn-ea"/>
                <a:cs typeface="+mn-cs"/>
              </a:rPr>
              <a:t>margin</a:t>
            </a:r>
            <a:r>
              <a:rPr lang="fr-FR" sz="1200" b="0" i="0" u="none" strike="noStrike" kern="1200">
                <a:solidFill>
                  <a:schemeClr val="tx1"/>
                </a:solidFill>
                <a:effectLst/>
                <a:latin typeface="+mn-lt"/>
                <a:ea typeface="+mn-ea"/>
                <a:cs typeface="+mn-cs"/>
              </a:rPr>
              <a:t>) </a:t>
            </a:r>
          </a:p>
          <a:p>
            <a:pPr fontAlgn="ctr"/>
            <a:r>
              <a:rPr lang="fr-FR" sz="1200" b="0" i="0" u="none" strike="noStrike" kern="1200">
                <a:solidFill>
                  <a:schemeClr val="tx1"/>
                </a:solidFill>
                <a:effectLst/>
                <a:latin typeface="+mn-lt"/>
                <a:ea typeface="+mn-ea"/>
                <a:cs typeface="+mn-cs"/>
              </a:rPr>
              <a:t>Top 10 </a:t>
            </a:r>
            <a:r>
              <a:rPr lang="fr-FR" sz="1200" b="0" i="0" u="none" strike="noStrike" kern="1200" err="1">
                <a:solidFill>
                  <a:schemeClr val="tx1"/>
                </a:solidFill>
                <a:effectLst/>
                <a:latin typeface="+mn-lt"/>
                <a:ea typeface="+mn-ea"/>
                <a:cs typeface="+mn-cs"/>
              </a:rPr>
              <a:t>products</a:t>
            </a:r>
            <a:r>
              <a:rPr lang="fr-FR" sz="1200" b="0" i="0" u="none" strike="noStrike" kern="1200">
                <a:solidFill>
                  <a:schemeClr val="tx1"/>
                </a:solidFill>
                <a:effectLst/>
                <a:latin typeface="+mn-lt"/>
                <a:ea typeface="+mn-ea"/>
                <a:cs typeface="+mn-cs"/>
              </a:rPr>
              <a:t> by sales </a:t>
            </a:r>
          </a:p>
          <a:p>
            <a:pPr fontAlgn="ctr"/>
            <a:r>
              <a:rPr lang="fr-FR" sz="1200" b="0" i="0" u="none" strike="noStrike" kern="1200">
                <a:solidFill>
                  <a:schemeClr val="tx1"/>
                </a:solidFill>
                <a:effectLst/>
                <a:latin typeface="+mn-lt"/>
                <a:ea typeface="+mn-ea"/>
                <a:cs typeface="+mn-cs"/>
              </a:rPr>
              <a:t>Top 10 </a:t>
            </a:r>
            <a:r>
              <a:rPr lang="fr-FR" sz="1200" b="0" i="0" u="none" strike="noStrike" kern="1200" err="1">
                <a:solidFill>
                  <a:schemeClr val="tx1"/>
                </a:solidFill>
                <a:effectLst/>
                <a:latin typeface="+mn-lt"/>
                <a:ea typeface="+mn-ea"/>
                <a:cs typeface="+mn-cs"/>
              </a:rPr>
              <a:t>suppliers</a:t>
            </a:r>
            <a:r>
              <a:rPr lang="fr-FR" sz="1200" b="0" i="0" u="none" strike="noStrike" kern="1200">
                <a:solidFill>
                  <a:schemeClr val="tx1"/>
                </a:solidFill>
                <a:effectLst/>
                <a:latin typeface="+mn-lt"/>
                <a:ea typeface="+mn-ea"/>
                <a:cs typeface="+mn-cs"/>
              </a:rPr>
              <a:t> by sales contribution </a:t>
            </a:r>
          </a:p>
          <a:p>
            <a:pPr fontAlgn="ctr"/>
            <a:r>
              <a:rPr lang="fr-FR" sz="1200" b="0" i="0" u="none" strike="noStrike" kern="1200" err="1">
                <a:solidFill>
                  <a:schemeClr val="tx1"/>
                </a:solidFill>
                <a:effectLst/>
                <a:latin typeface="+mn-lt"/>
                <a:ea typeface="+mn-ea"/>
                <a:cs typeface="+mn-cs"/>
              </a:rPr>
              <a:t>Average</a:t>
            </a:r>
            <a:r>
              <a:rPr lang="fr-FR" sz="1200" b="0" i="0" u="none" strike="noStrike" kern="1200">
                <a:solidFill>
                  <a:schemeClr val="tx1"/>
                </a:solidFill>
                <a:effectLst/>
                <a:latin typeface="+mn-lt"/>
                <a:ea typeface="+mn-ea"/>
                <a:cs typeface="+mn-cs"/>
              </a:rPr>
              <a:t> PO value by supplier </a:t>
            </a:r>
            <a:r>
              <a:rPr lang="fr-FR" sz="1200" b="0" i="0" u="none" strike="noStrike" kern="1200" err="1">
                <a:solidFill>
                  <a:schemeClr val="tx1"/>
                </a:solidFill>
                <a:effectLst/>
                <a:latin typeface="+mn-lt"/>
                <a:ea typeface="+mn-ea"/>
                <a:cs typeface="+mn-cs"/>
              </a:rPr>
              <a:t>category</a:t>
            </a:r>
            <a:r>
              <a:rPr lang="fr-FR" sz="1200" b="0" i="0" u="none" strike="noStrike" kern="1200">
                <a:solidFill>
                  <a:schemeClr val="tx1"/>
                </a:solidFill>
                <a:effectLst/>
                <a:latin typeface="+mn-lt"/>
                <a:ea typeface="+mn-ea"/>
                <a:cs typeface="+mn-cs"/>
              </a:rPr>
              <a:t> </a:t>
            </a:r>
          </a:p>
          <a:p>
            <a:pPr fontAlgn="ctr"/>
            <a:r>
              <a:rPr lang="fr-FR" sz="1200" b="0" i="0" u="none" strike="noStrike" kern="1200">
                <a:solidFill>
                  <a:schemeClr val="tx1"/>
                </a:solidFill>
                <a:effectLst/>
                <a:latin typeface="+mn-lt"/>
                <a:ea typeface="+mn-ea"/>
                <a:cs typeface="+mn-cs"/>
              </a:rPr>
              <a:t>Best </a:t>
            </a:r>
            <a:r>
              <a:rPr lang="fr-FR" sz="1200" b="0" i="0" u="none" strike="noStrike" kern="1200" err="1">
                <a:solidFill>
                  <a:schemeClr val="tx1"/>
                </a:solidFill>
                <a:effectLst/>
                <a:latin typeface="+mn-lt"/>
                <a:ea typeface="+mn-ea"/>
                <a:cs typeface="+mn-cs"/>
              </a:rPr>
              <a:t>selling</a:t>
            </a:r>
            <a:r>
              <a:rPr lang="fr-FR" sz="1200" b="0" i="0" u="none" strike="noStrike" kern="1200">
                <a:solidFill>
                  <a:schemeClr val="tx1"/>
                </a:solidFill>
                <a:effectLst/>
                <a:latin typeface="+mn-lt"/>
                <a:ea typeface="+mn-ea"/>
                <a:cs typeface="+mn-cs"/>
              </a:rPr>
              <a:t> </a:t>
            </a:r>
            <a:r>
              <a:rPr lang="fr-FR" sz="1200" b="0" i="0" u="none" strike="noStrike" kern="1200" err="1">
                <a:solidFill>
                  <a:schemeClr val="tx1"/>
                </a:solidFill>
                <a:effectLst/>
                <a:latin typeface="+mn-lt"/>
                <a:ea typeface="+mn-ea"/>
                <a:cs typeface="+mn-cs"/>
              </a:rPr>
              <a:t>product</a:t>
            </a:r>
            <a:r>
              <a:rPr lang="fr-FR" sz="1200" b="0" i="0" u="none" strike="noStrike" kern="1200">
                <a:solidFill>
                  <a:schemeClr val="tx1"/>
                </a:solidFill>
                <a:effectLst/>
                <a:latin typeface="+mn-lt"/>
                <a:ea typeface="+mn-ea"/>
                <a:cs typeface="+mn-cs"/>
              </a:rPr>
              <a:t> per </a:t>
            </a:r>
            <a:r>
              <a:rPr lang="fr-FR" sz="1200" b="0" i="0" u="none" strike="noStrike" kern="1200" err="1">
                <a:solidFill>
                  <a:schemeClr val="tx1"/>
                </a:solidFill>
                <a:effectLst/>
                <a:latin typeface="+mn-lt"/>
                <a:ea typeface="+mn-ea"/>
                <a:cs typeface="+mn-cs"/>
              </a:rPr>
              <a:t>region</a:t>
            </a:r>
            <a:r>
              <a:rPr lang="fr-FR" sz="1200" b="0" i="0" u="none" strike="noStrike" kern="1200">
                <a:solidFill>
                  <a:schemeClr val="tx1"/>
                </a:solidFill>
                <a:effectLst/>
                <a:latin typeface="+mn-lt"/>
                <a:ea typeface="+mn-ea"/>
                <a:cs typeface="+mn-cs"/>
              </a:rPr>
              <a:t> in 2024 </a:t>
            </a:r>
          </a:p>
          <a:p>
            <a:pPr fontAlgn="ctr"/>
            <a:r>
              <a:rPr lang="fr-FR" sz="1200" b="0" i="0" u="none" strike="noStrike" kern="1200">
                <a:solidFill>
                  <a:schemeClr val="tx1"/>
                </a:solidFill>
                <a:effectLst/>
                <a:latin typeface="+mn-lt"/>
                <a:ea typeface="+mn-ea"/>
                <a:cs typeface="+mn-cs"/>
              </a:rPr>
              <a:t>Sales by country of manufacture </a:t>
            </a:r>
          </a:p>
          <a:p>
            <a:endParaRPr lang="en-US"/>
          </a:p>
          <a:p>
            <a:r>
              <a:rPr lang="fr-FR"/>
              <a:t>• Démontrer des questions en langage naturel : ventes, marge, croissance, top produits.</a:t>
            </a:r>
          </a:p>
          <a:p>
            <a:r>
              <a:rPr lang="fr-FR"/>
              <a:t>• Montrer le RBAC en action : créateur, commercial (lecteur), direction via Teams.</a:t>
            </a:r>
          </a:p>
          <a:p>
            <a:r>
              <a:rPr lang="fr-FR"/>
              <a:t>• Chacun ne voit que les données auxquelles il a accès.</a:t>
            </a:r>
          </a:p>
        </p:txBody>
      </p:sp>
      <p:sp>
        <p:nvSpPr>
          <p:cNvPr id="4" name="Slide Number Placeholder 3">
            <a:extLst>
              <a:ext uri="{FF2B5EF4-FFF2-40B4-BE49-F238E27FC236}">
                <a16:creationId xmlns:a16="http://schemas.microsoft.com/office/drawing/2014/main" id="{76E37248-7E3A-6043-B4D4-D510FE74F56C}"/>
              </a:ext>
            </a:extLst>
          </p:cNvPr>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55241928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6806E1-3C82-7B38-7BFB-7A7178E6BB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EF8FEC-8857-9ACA-C3F5-F39D501437DA}"/>
              </a:ext>
            </a:extLst>
          </p:cNvPr>
          <p:cNvSpPr>
            <a:spLocks noGrp="1" noRot="1" noChangeAspect="1"/>
          </p:cNvSpPr>
          <p:nvPr>
            <p:ph type="sldImg"/>
          </p:nvPr>
        </p:nvSpPr>
        <p:spPr/>
        <p:txBody>
          <a:bodyPr/>
          <a:lstStyle/>
          <a:p>
            <a:endParaRPr lang="fr-FR"/>
          </a:p>
        </p:txBody>
      </p:sp>
      <p:sp>
        <p:nvSpPr>
          <p:cNvPr id="3" name="Notes Placeholder 2">
            <a:extLst>
              <a:ext uri="{FF2B5EF4-FFF2-40B4-BE49-F238E27FC236}">
                <a16:creationId xmlns:a16="http://schemas.microsoft.com/office/drawing/2014/main" id="{B7785C43-EA80-71D1-3A70-F7BDBADBD88D}"/>
              </a:ext>
            </a:extLst>
          </p:cNvPr>
          <p:cNvSpPr>
            <a:spLocks noGrp="1"/>
          </p:cNvSpPr>
          <p:nvPr>
            <p:ph type="body" idx="1"/>
          </p:nvPr>
        </p:nvSpPr>
        <p:spPr/>
        <p:txBody>
          <a:bodyPr/>
          <a:lstStyle/>
          <a:p>
            <a:pPr fontAlgn="ctr"/>
            <a:r>
              <a:rPr lang="fr-FR" sz="1200" b="0" i="0" u="none" strike="noStrike" kern="1200" err="1">
                <a:solidFill>
                  <a:schemeClr val="tx1"/>
                </a:solidFill>
                <a:effectLst/>
                <a:latin typeface="+mn-lt"/>
                <a:ea typeface="+mn-ea"/>
                <a:cs typeface="+mn-cs"/>
              </a:rPr>
              <a:t>What</a:t>
            </a:r>
            <a:r>
              <a:rPr lang="fr-FR" sz="1200" b="0" i="0" u="none" strike="noStrike" kern="1200">
                <a:solidFill>
                  <a:schemeClr val="tx1"/>
                </a:solidFill>
                <a:effectLst/>
                <a:latin typeface="+mn-lt"/>
                <a:ea typeface="+mn-ea"/>
                <a:cs typeface="+mn-cs"/>
              </a:rPr>
              <a:t> </a:t>
            </a:r>
            <a:r>
              <a:rPr lang="fr-FR" sz="1200" b="0" i="0" u="none" strike="noStrike" kern="1200" err="1">
                <a:solidFill>
                  <a:schemeClr val="tx1"/>
                </a:solidFill>
                <a:effectLst/>
                <a:latin typeface="+mn-lt"/>
                <a:ea typeface="+mn-ea"/>
                <a:cs typeface="+mn-cs"/>
              </a:rPr>
              <a:t>is</a:t>
            </a:r>
            <a:r>
              <a:rPr lang="fr-FR" sz="1200" b="0" i="0" u="none" strike="noStrike" kern="1200">
                <a:solidFill>
                  <a:schemeClr val="tx1"/>
                </a:solidFill>
                <a:effectLst/>
                <a:latin typeface="+mn-lt"/>
                <a:ea typeface="+mn-ea"/>
                <a:cs typeface="+mn-cs"/>
              </a:rPr>
              <a:t> total sales </a:t>
            </a:r>
            <a:r>
              <a:rPr lang="fr-FR" sz="1200" b="0" i="0" u="none" strike="noStrike" kern="1200" err="1">
                <a:solidFill>
                  <a:schemeClr val="tx1"/>
                </a:solidFill>
                <a:effectLst/>
                <a:latin typeface="+mn-lt"/>
                <a:ea typeface="+mn-ea"/>
                <a:cs typeface="+mn-cs"/>
              </a:rPr>
              <a:t>amount</a:t>
            </a:r>
            <a:r>
              <a:rPr lang="fr-FR" sz="1200" b="0" i="0" u="none" strike="noStrike" kern="1200">
                <a:solidFill>
                  <a:schemeClr val="tx1"/>
                </a:solidFill>
                <a:effectLst/>
                <a:latin typeface="+mn-lt"/>
                <a:ea typeface="+mn-ea"/>
                <a:cs typeface="+mn-cs"/>
              </a:rPr>
              <a:t> for 2024 ? </a:t>
            </a:r>
          </a:p>
          <a:p>
            <a:pPr fontAlgn="ctr"/>
            <a:r>
              <a:rPr lang="fr-FR" sz="1200" b="0" i="0" u="none" strike="noStrike" kern="1200" err="1">
                <a:solidFill>
                  <a:schemeClr val="tx1"/>
                </a:solidFill>
                <a:effectLst/>
                <a:latin typeface="+mn-lt"/>
                <a:ea typeface="+mn-ea"/>
                <a:cs typeface="+mn-cs"/>
              </a:rPr>
              <a:t>What</a:t>
            </a:r>
            <a:r>
              <a:rPr lang="fr-FR" sz="1200" b="0" i="0" u="none" strike="noStrike" kern="1200">
                <a:solidFill>
                  <a:schemeClr val="tx1"/>
                </a:solidFill>
                <a:effectLst/>
                <a:latin typeface="+mn-lt"/>
                <a:ea typeface="+mn-ea"/>
                <a:cs typeface="+mn-cs"/>
              </a:rPr>
              <a:t> </a:t>
            </a:r>
            <a:r>
              <a:rPr lang="fr-FR" sz="1200" b="0" i="0" u="none" strike="noStrike" kern="1200" err="1">
                <a:solidFill>
                  <a:schemeClr val="tx1"/>
                </a:solidFill>
                <a:effectLst/>
                <a:latin typeface="+mn-lt"/>
                <a:ea typeface="+mn-ea"/>
                <a:cs typeface="+mn-cs"/>
              </a:rPr>
              <a:t>is</a:t>
            </a:r>
            <a:r>
              <a:rPr lang="fr-FR" sz="1200" b="0" i="0" u="none" strike="noStrike" kern="1200">
                <a:solidFill>
                  <a:schemeClr val="tx1"/>
                </a:solidFill>
                <a:effectLst/>
                <a:latin typeface="+mn-lt"/>
                <a:ea typeface="+mn-ea"/>
                <a:cs typeface="+mn-cs"/>
              </a:rPr>
              <a:t> the </a:t>
            </a:r>
            <a:r>
              <a:rPr lang="fr-FR" sz="1200" b="0" i="0" u="none" strike="noStrike" kern="1200" err="1">
                <a:solidFill>
                  <a:schemeClr val="tx1"/>
                </a:solidFill>
                <a:effectLst/>
                <a:latin typeface="+mn-lt"/>
                <a:ea typeface="+mn-ea"/>
                <a:cs typeface="+mn-cs"/>
              </a:rPr>
              <a:t>gross</a:t>
            </a:r>
            <a:r>
              <a:rPr lang="fr-FR" sz="1200" b="0" i="0" u="none" strike="noStrike" kern="1200">
                <a:solidFill>
                  <a:schemeClr val="tx1"/>
                </a:solidFill>
                <a:effectLst/>
                <a:latin typeface="+mn-lt"/>
                <a:ea typeface="+mn-ea"/>
                <a:cs typeface="+mn-cs"/>
              </a:rPr>
              <a:t> </a:t>
            </a:r>
            <a:r>
              <a:rPr lang="fr-FR" sz="1200" b="0" i="0" u="none" strike="noStrike" kern="1200" err="1">
                <a:solidFill>
                  <a:schemeClr val="tx1"/>
                </a:solidFill>
                <a:effectLst/>
                <a:latin typeface="+mn-lt"/>
                <a:ea typeface="+mn-ea"/>
                <a:cs typeface="+mn-cs"/>
              </a:rPr>
              <a:t>margin</a:t>
            </a:r>
            <a:r>
              <a:rPr lang="fr-FR" sz="1200" b="0" i="0" u="none" strike="noStrike" kern="1200">
                <a:solidFill>
                  <a:schemeClr val="tx1"/>
                </a:solidFill>
                <a:effectLst/>
                <a:latin typeface="+mn-lt"/>
                <a:ea typeface="+mn-ea"/>
                <a:cs typeface="+mn-cs"/>
              </a:rPr>
              <a:t> for 2024 ? </a:t>
            </a:r>
          </a:p>
          <a:p>
            <a:pPr fontAlgn="ctr"/>
            <a:r>
              <a:rPr lang="fr-FR" sz="1200" b="0" i="0" u="none" strike="noStrike" kern="1200" err="1">
                <a:solidFill>
                  <a:schemeClr val="tx1"/>
                </a:solidFill>
                <a:effectLst/>
                <a:latin typeface="+mn-lt"/>
                <a:ea typeface="+mn-ea"/>
                <a:cs typeface="+mn-cs"/>
              </a:rPr>
              <a:t>Year</a:t>
            </a:r>
            <a:r>
              <a:rPr lang="fr-FR" sz="1200" b="0" i="0" u="none" strike="noStrike" kern="1200">
                <a:solidFill>
                  <a:schemeClr val="tx1"/>
                </a:solidFill>
                <a:effectLst/>
                <a:latin typeface="+mn-lt"/>
                <a:ea typeface="+mn-ea"/>
                <a:cs typeface="+mn-cs"/>
              </a:rPr>
              <a:t>-over-</a:t>
            </a:r>
            <a:r>
              <a:rPr lang="fr-FR" sz="1200" b="0" i="0" u="none" strike="noStrike" kern="1200" err="1">
                <a:solidFill>
                  <a:schemeClr val="tx1"/>
                </a:solidFill>
                <a:effectLst/>
                <a:latin typeface="+mn-lt"/>
                <a:ea typeface="+mn-ea"/>
                <a:cs typeface="+mn-cs"/>
              </a:rPr>
              <a:t>year</a:t>
            </a:r>
            <a:r>
              <a:rPr lang="fr-FR" sz="1200" b="0" i="0" u="none" strike="noStrike" kern="1200">
                <a:solidFill>
                  <a:schemeClr val="tx1"/>
                </a:solidFill>
                <a:effectLst/>
                <a:latin typeface="+mn-lt"/>
                <a:ea typeface="+mn-ea"/>
                <a:cs typeface="+mn-cs"/>
              </a:rPr>
              <a:t> sales </a:t>
            </a:r>
            <a:r>
              <a:rPr lang="fr-FR" sz="1200" b="0" i="0" u="none" strike="noStrike" kern="1200" err="1">
                <a:solidFill>
                  <a:schemeClr val="tx1"/>
                </a:solidFill>
                <a:effectLst/>
                <a:latin typeface="+mn-lt"/>
                <a:ea typeface="+mn-ea"/>
                <a:cs typeface="+mn-cs"/>
              </a:rPr>
              <a:t>growth</a:t>
            </a:r>
            <a:r>
              <a:rPr lang="fr-FR" sz="1200" b="0" i="0" u="none" strike="noStrike" kern="1200">
                <a:solidFill>
                  <a:schemeClr val="tx1"/>
                </a:solidFill>
                <a:effectLst/>
                <a:latin typeface="+mn-lt"/>
                <a:ea typeface="+mn-ea"/>
                <a:cs typeface="+mn-cs"/>
              </a:rPr>
              <a:t> for the last </a:t>
            </a:r>
            <a:r>
              <a:rPr lang="fr-FR" sz="1200" b="0" i="0" u="none" strike="noStrike" kern="1200" err="1">
                <a:solidFill>
                  <a:schemeClr val="tx1"/>
                </a:solidFill>
                <a:effectLst/>
                <a:latin typeface="+mn-lt"/>
                <a:ea typeface="+mn-ea"/>
                <a:cs typeface="+mn-cs"/>
              </a:rPr>
              <a:t>years</a:t>
            </a:r>
            <a:r>
              <a:rPr lang="fr-FR" sz="1200" b="0" i="0" u="none" strike="noStrike" kern="1200">
                <a:solidFill>
                  <a:schemeClr val="tx1"/>
                </a:solidFill>
                <a:effectLst/>
                <a:latin typeface="+mn-lt"/>
                <a:ea typeface="+mn-ea"/>
                <a:cs typeface="+mn-cs"/>
              </a:rPr>
              <a:t> </a:t>
            </a:r>
          </a:p>
          <a:p>
            <a:pPr fontAlgn="ctr"/>
            <a:r>
              <a:rPr lang="fr-FR" sz="1200" b="0" i="0" u="none" strike="noStrike" kern="1200" err="1">
                <a:solidFill>
                  <a:schemeClr val="tx1"/>
                </a:solidFill>
                <a:effectLst/>
                <a:latin typeface="+mn-lt"/>
                <a:ea typeface="+mn-ea"/>
                <a:cs typeface="+mn-cs"/>
              </a:rPr>
              <a:t>Monthly</a:t>
            </a:r>
            <a:r>
              <a:rPr lang="fr-FR" sz="1200" b="0" i="0" u="none" strike="noStrike" kern="1200">
                <a:solidFill>
                  <a:schemeClr val="tx1"/>
                </a:solidFill>
                <a:effectLst/>
                <a:latin typeface="+mn-lt"/>
                <a:ea typeface="+mn-ea"/>
                <a:cs typeface="+mn-cs"/>
              </a:rPr>
              <a:t> sales for 2024 </a:t>
            </a:r>
          </a:p>
          <a:p>
            <a:pPr fontAlgn="ctr"/>
            <a:r>
              <a:rPr lang="fr-FR" sz="1200" b="0" i="0" u="none" strike="noStrike" kern="1200" err="1">
                <a:solidFill>
                  <a:schemeClr val="tx1"/>
                </a:solidFill>
                <a:effectLst/>
                <a:latin typeface="+mn-lt"/>
                <a:ea typeface="+mn-ea"/>
                <a:cs typeface="+mn-cs"/>
              </a:rPr>
              <a:t>Quarterly</a:t>
            </a:r>
            <a:r>
              <a:rPr lang="fr-FR" sz="1200" b="0" i="0" u="none" strike="noStrike" kern="1200">
                <a:solidFill>
                  <a:schemeClr val="tx1"/>
                </a:solidFill>
                <a:effectLst/>
                <a:latin typeface="+mn-lt"/>
                <a:ea typeface="+mn-ea"/>
                <a:cs typeface="+mn-cs"/>
              </a:rPr>
              <a:t> trend for 2023 and 2024 (sales + </a:t>
            </a:r>
            <a:r>
              <a:rPr lang="fr-FR" sz="1200" b="0" i="0" u="none" strike="noStrike" kern="1200" err="1">
                <a:solidFill>
                  <a:schemeClr val="tx1"/>
                </a:solidFill>
                <a:effectLst/>
                <a:latin typeface="+mn-lt"/>
                <a:ea typeface="+mn-ea"/>
                <a:cs typeface="+mn-cs"/>
              </a:rPr>
              <a:t>margin</a:t>
            </a:r>
            <a:r>
              <a:rPr lang="fr-FR" sz="1200" b="0" i="0" u="none" strike="noStrike" kern="1200">
                <a:solidFill>
                  <a:schemeClr val="tx1"/>
                </a:solidFill>
                <a:effectLst/>
                <a:latin typeface="+mn-lt"/>
                <a:ea typeface="+mn-ea"/>
                <a:cs typeface="+mn-cs"/>
              </a:rPr>
              <a:t>) </a:t>
            </a:r>
          </a:p>
          <a:p>
            <a:pPr fontAlgn="ctr"/>
            <a:r>
              <a:rPr lang="fr-FR" sz="1200" b="0" i="0" u="none" strike="noStrike" kern="1200">
                <a:solidFill>
                  <a:schemeClr val="tx1"/>
                </a:solidFill>
                <a:effectLst/>
                <a:latin typeface="+mn-lt"/>
                <a:ea typeface="+mn-ea"/>
                <a:cs typeface="+mn-cs"/>
              </a:rPr>
              <a:t>Top 10 </a:t>
            </a:r>
            <a:r>
              <a:rPr lang="fr-FR" sz="1200" b="0" i="0" u="none" strike="noStrike" kern="1200" err="1">
                <a:solidFill>
                  <a:schemeClr val="tx1"/>
                </a:solidFill>
                <a:effectLst/>
                <a:latin typeface="+mn-lt"/>
                <a:ea typeface="+mn-ea"/>
                <a:cs typeface="+mn-cs"/>
              </a:rPr>
              <a:t>products</a:t>
            </a:r>
            <a:r>
              <a:rPr lang="fr-FR" sz="1200" b="0" i="0" u="none" strike="noStrike" kern="1200">
                <a:solidFill>
                  <a:schemeClr val="tx1"/>
                </a:solidFill>
                <a:effectLst/>
                <a:latin typeface="+mn-lt"/>
                <a:ea typeface="+mn-ea"/>
                <a:cs typeface="+mn-cs"/>
              </a:rPr>
              <a:t> by sales </a:t>
            </a:r>
          </a:p>
          <a:p>
            <a:pPr fontAlgn="ctr"/>
            <a:r>
              <a:rPr lang="fr-FR" sz="1200" b="0" i="0" u="none" strike="noStrike" kern="1200">
                <a:solidFill>
                  <a:schemeClr val="tx1"/>
                </a:solidFill>
                <a:effectLst/>
                <a:latin typeface="+mn-lt"/>
                <a:ea typeface="+mn-ea"/>
                <a:cs typeface="+mn-cs"/>
              </a:rPr>
              <a:t>Top 10 </a:t>
            </a:r>
            <a:r>
              <a:rPr lang="fr-FR" sz="1200" b="0" i="0" u="none" strike="noStrike" kern="1200" err="1">
                <a:solidFill>
                  <a:schemeClr val="tx1"/>
                </a:solidFill>
                <a:effectLst/>
                <a:latin typeface="+mn-lt"/>
                <a:ea typeface="+mn-ea"/>
                <a:cs typeface="+mn-cs"/>
              </a:rPr>
              <a:t>suppliers</a:t>
            </a:r>
            <a:r>
              <a:rPr lang="fr-FR" sz="1200" b="0" i="0" u="none" strike="noStrike" kern="1200">
                <a:solidFill>
                  <a:schemeClr val="tx1"/>
                </a:solidFill>
                <a:effectLst/>
                <a:latin typeface="+mn-lt"/>
                <a:ea typeface="+mn-ea"/>
                <a:cs typeface="+mn-cs"/>
              </a:rPr>
              <a:t> by sales contribution </a:t>
            </a:r>
          </a:p>
          <a:p>
            <a:pPr fontAlgn="ctr"/>
            <a:r>
              <a:rPr lang="fr-FR" sz="1200" b="0" i="0" u="none" strike="noStrike" kern="1200" err="1">
                <a:solidFill>
                  <a:schemeClr val="tx1"/>
                </a:solidFill>
                <a:effectLst/>
                <a:latin typeface="+mn-lt"/>
                <a:ea typeface="+mn-ea"/>
                <a:cs typeface="+mn-cs"/>
              </a:rPr>
              <a:t>Average</a:t>
            </a:r>
            <a:r>
              <a:rPr lang="fr-FR" sz="1200" b="0" i="0" u="none" strike="noStrike" kern="1200">
                <a:solidFill>
                  <a:schemeClr val="tx1"/>
                </a:solidFill>
                <a:effectLst/>
                <a:latin typeface="+mn-lt"/>
                <a:ea typeface="+mn-ea"/>
                <a:cs typeface="+mn-cs"/>
              </a:rPr>
              <a:t> PO value by supplier </a:t>
            </a:r>
            <a:r>
              <a:rPr lang="fr-FR" sz="1200" b="0" i="0" u="none" strike="noStrike" kern="1200" err="1">
                <a:solidFill>
                  <a:schemeClr val="tx1"/>
                </a:solidFill>
                <a:effectLst/>
                <a:latin typeface="+mn-lt"/>
                <a:ea typeface="+mn-ea"/>
                <a:cs typeface="+mn-cs"/>
              </a:rPr>
              <a:t>category</a:t>
            </a:r>
            <a:r>
              <a:rPr lang="fr-FR" sz="1200" b="0" i="0" u="none" strike="noStrike" kern="1200">
                <a:solidFill>
                  <a:schemeClr val="tx1"/>
                </a:solidFill>
                <a:effectLst/>
                <a:latin typeface="+mn-lt"/>
                <a:ea typeface="+mn-ea"/>
                <a:cs typeface="+mn-cs"/>
              </a:rPr>
              <a:t> </a:t>
            </a:r>
          </a:p>
          <a:p>
            <a:pPr fontAlgn="ctr"/>
            <a:r>
              <a:rPr lang="fr-FR" sz="1200" b="0" i="0" u="none" strike="noStrike" kern="1200">
                <a:solidFill>
                  <a:schemeClr val="tx1"/>
                </a:solidFill>
                <a:effectLst/>
                <a:latin typeface="+mn-lt"/>
                <a:ea typeface="+mn-ea"/>
                <a:cs typeface="+mn-cs"/>
              </a:rPr>
              <a:t>Best </a:t>
            </a:r>
            <a:r>
              <a:rPr lang="fr-FR" sz="1200" b="0" i="0" u="none" strike="noStrike" kern="1200" err="1">
                <a:solidFill>
                  <a:schemeClr val="tx1"/>
                </a:solidFill>
                <a:effectLst/>
                <a:latin typeface="+mn-lt"/>
                <a:ea typeface="+mn-ea"/>
                <a:cs typeface="+mn-cs"/>
              </a:rPr>
              <a:t>selling</a:t>
            </a:r>
            <a:r>
              <a:rPr lang="fr-FR" sz="1200" b="0" i="0" u="none" strike="noStrike" kern="1200">
                <a:solidFill>
                  <a:schemeClr val="tx1"/>
                </a:solidFill>
                <a:effectLst/>
                <a:latin typeface="+mn-lt"/>
                <a:ea typeface="+mn-ea"/>
                <a:cs typeface="+mn-cs"/>
              </a:rPr>
              <a:t> </a:t>
            </a:r>
            <a:r>
              <a:rPr lang="fr-FR" sz="1200" b="0" i="0" u="none" strike="noStrike" kern="1200" err="1">
                <a:solidFill>
                  <a:schemeClr val="tx1"/>
                </a:solidFill>
                <a:effectLst/>
                <a:latin typeface="+mn-lt"/>
                <a:ea typeface="+mn-ea"/>
                <a:cs typeface="+mn-cs"/>
              </a:rPr>
              <a:t>product</a:t>
            </a:r>
            <a:r>
              <a:rPr lang="fr-FR" sz="1200" b="0" i="0" u="none" strike="noStrike" kern="1200">
                <a:solidFill>
                  <a:schemeClr val="tx1"/>
                </a:solidFill>
                <a:effectLst/>
                <a:latin typeface="+mn-lt"/>
                <a:ea typeface="+mn-ea"/>
                <a:cs typeface="+mn-cs"/>
              </a:rPr>
              <a:t> per </a:t>
            </a:r>
            <a:r>
              <a:rPr lang="fr-FR" sz="1200" b="0" i="0" u="none" strike="noStrike" kern="1200" err="1">
                <a:solidFill>
                  <a:schemeClr val="tx1"/>
                </a:solidFill>
                <a:effectLst/>
                <a:latin typeface="+mn-lt"/>
                <a:ea typeface="+mn-ea"/>
                <a:cs typeface="+mn-cs"/>
              </a:rPr>
              <a:t>region</a:t>
            </a:r>
            <a:r>
              <a:rPr lang="fr-FR" sz="1200" b="0" i="0" u="none" strike="noStrike" kern="1200">
                <a:solidFill>
                  <a:schemeClr val="tx1"/>
                </a:solidFill>
                <a:effectLst/>
                <a:latin typeface="+mn-lt"/>
                <a:ea typeface="+mn-ea"/>
                <a:cs typeface="+mn-cs"/>
              </a:rPr>
              <a:t> in 2024 </a:t>
            </a:r>
          </a:p>
          <a:p>
            <a:pPr fontAlgn="ctr"/>
            <a:r>
              <a:rPr lang="fr-FR" sz="1200" b="0" i="0" u="none" strike="noStrike" kern="1200">
                <a:solidFill>
                  <a:schemeClr val="tx1"/>
                </a:solidFill>
                <a:effectLst/>
                <a:latin typeface="+mn-lt"/>
                <a:ea typeface="+mn-ea"/>
                <a:cs typeface="+mn-cs"/>
              </a:rPr>
              <a:t>Sales by country of manufacture </a:t>
            </a:r>
          </a:p>
          <a:p>
            <a:endParaRPr lang="en-US"/>
          </a:p>
          <a:p>
            <a:r>
              <a:rPr lang="fr-FR"/>
              <a:t>• Démontrer des questions en langage naturel : ventes, marge, croissance, top produits.</a:t>
            </a:r>
          </a:p>
          <a:p>
            <a:r>
              <a:rPr lang="fr-FR"/>
              <a:t>• Montrer le RBAC en action : créateur, commercial (lecteur), direction via Teams.</a:t>
            </a:r>
          </a:p>
          <a:p>
            <a:r>
              <a:rPr lang="fr-FR"/>
              <a:t>• Chacun ne voit que les données auxquelles il a accès.</a:t>
            </a:r>
          </a:p>
        </p:txBody>
      </p:sp>
      <p:sp>
        <p:nvSpPr>
          <p:cNvPr id="4" name="Slide Number Placeholder 3">
            <a:extLst>
              <a:ext uri="{FF2B5EF4-FFF2-40B4-BE49-F238E27FC236}">
                <a16:creationId xmlns:a16="http://schemas.microsoft.com/office/drawing/2014/main" id="{9E0D702B-408C-EBAF-E76F-366BC825251E}"/>
              </a:ext>
            </a:extLst>
          </p:cNvPr>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234314374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6EE012-5DE3-3DBA-A8DB-77D0826EA7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49A947-BFE4-55C8-B050-5C546514F90C}"/>
              </a:ext>
            </a:extLst>
          </p:cNvPr>
          <p:cNvSpPr>
            <a:spLocks noGrp="1" noRot="1" noChangeAspect="1"/>
          </p:cNvSpPr>
          <p:nvPr>
            <p:ph type="sldImg"/>
          </p:nvPr>
        </p:nvSpPr>
        <p:spPr/>
        <p:txBody>
          <a:bodyPr/>
          <a:lstStyle/>
          <a:p>
            <a:endParaRPr lang="fr-FR"/>
          </a:p>
        </p:txBody>
      </p:sp>
      <p:sp>
        <p:nvSpPr>
          <p:cNvPr id="3" name="Notes Placeholder 2">
            <a:extLst>
              <a:ext uri="{FF2B5EF4-FFF2-40B4-BE49-F238E27FC236}">
                <a16:creationId xmlns:a16="http://schemas.microsoft.com/office/drawing/2014/main" id="{1704BC64-9FC0-2DF5-5813-0D01D5C9C0CB}"/>
              </a:ext>
            </a:extLst>
          </p:cNvPr>
          <p:cNvSpPr>
            <a:spLocks noGrp="1"/>
          </p:cNvSpPr>
          <p:nvPr>
            <p:ph type="body" idx="1"/>
          </p:nvPr>
        </p:nvSpPr>
        <p:spPr/>
        <p:txBody>
          <a:bodyPr/>
          <a:lstStyle/>
          <a:p>
            <a:pPr fontAlgn="ctr"/>
            <a:r>
              <a:rPr lang="fr-FR" sz="1200" b="0" i="0" u="none" strike="noStrike" kern="1200" err="1">
                <a:solidFill>
                  <a:schemeClr val="tx1"/>
                </a:solidFill>
                <a:effectLst/>
                <a:latin typeface="+mn-lt"/>
                <a:ea typeface="+mn-ea"/>
                <a:cs typeface="+mn-cs"/>
              </a:rPr>
              <a:t>What</a:t>
            </a:r>
            <a:r>
              <a:rPr lang="fr-FR" sz="1200" b="0" i="0" u="none" strike="noStrike" kern="1200">
                <a:solidFill>
                  <a:schemeClr val="tx1"/>
                </a:solidFill>
                <a:effectLst/>
                <a:latin typeface="+mn-lt"/>
                <a:ea typeface="+mn-ea"/>
                <a:cs typeface="+mn-cs"/>
              </a:rPr>
              <a:t> </a:t>
            </a:r>
            <a:r>
              <a:rPr lang="fr-FR" sz="1200" b="0" i="0" u="none" strike="noStrike" kern="1200" err="1">
                <a:solidFill>
                  <a:schemeClr val="tx1"/>
                </a:solidFill>
                <a:effectLst/>
                <a:latin typeface="+mn-lt"/>
                <a:ea typeface="+mn-ea"/>
                <a:cs typeface="+mn-cs"/>
              </a:rPr>
              <a:t>is</a:t>
            </a:r>
            <a:r>
              <a:rPr lang="fr-FR" sz="1200" b="0" i="0" u="none" strike="noStrike" kern="1200">
                <a:solidFill>
                  <a:schemeClr val="tx1"/>
                </a:solidFill>
                <a:effectLst/>
                <a:latin typeface="+mn-lt"/>
                <a:ea typeface="+mn-ea"/>
                <a:cs typeface="+mn-cs"/>
              </a:rPr>
              <a:t> total sales </a:t>
            </a:r>
            <a:r>
              <a:rPr lang="fr-FR" sz="1200" b="0" i="0" u="none" strike="noStrike" kern="1200" err="1">
                <a:solidFill>
                  <a:schemeClr val="tx1"/>
                </a:solidFill>
                <a:effectLst/>
                <a:latin typeface="+mn-lt"/>
                <a:ea typeface="+mn-ea"/>
                <a:cs typeface="+mn-cs"/>
              </a:rPr>
              <a:t>amount</a:t>
            </a:r>
            <a:r>
              <a:rPr lang="fr-FR" sz="1200" b="0" i="0" u="none" strike="noStrike" kern="1200">
                <a:solidFill>
                  <a:schemeClr val="tx1"/>
                </a:solidFill>
                <a:effectLst/>
                <a:latin typeface="+mn-lt"/>
                <a:ea typeface="+mn-ea"/>
                <a:cs typeface="+mn-cs"/>
              </a:rPr>
              <a:t> for 2024 ? </a:t>
            </a:r>
          </a:p>
          <a:p>
            <a:pPr fontAlgn="ctr"/>
            <a:r>
              <a:rPr lang="fr-FR" sz="1200" b="0" i="0" u="none" strike="noStrike" kern="1200" err="1">
                <a:solidFill>
                  <a:schemeClr val="tx1"/>
                </a:solidFill>
                <a:effectLst/>
                <a:latin typeface="+mn-lt"/>
                <a:ea typeface="+mn-ea"/>
                <a:cs typeface="+mn-cs"/>
              </a:rPr>
              <a:t>What</a:t>
            </a:r>
            <a:r>
              <a:rPr lang="fr-FR" sz="1200" b="0" i="0" u="none" strike="noStrike" kern="1200">
                <a:solidFill>
                  <a:schemeClr val="tx1"/>
                </a:solidFill>
                <a:effectLst/>
                <a:latin typeface="+mn-lt"/>
                <a:ea typeface="+mn-ea"/>
                <a:cs typeface="+mn-cs"/>
              </a:rPr>
              <a:t> </a:t>
            </a:r>
            <a:r>
              <a:rPr lang="fr-FR" sz="1200" b="0" i="0" u="none" strike="noStrike" kern="1200" err="1">
                <a:solidFill>
                  <a:schemeClr val="tx1"/>
                </a:solidFill>
                <a:effectLst/>
                <a:latin typeface="+mn-lt"/>
                <a:ea typeface="+mn-ea"/>
                <a:cs typeface="+mn-cs"/>
              </a:rPr>
              <a:t>is</a:t>
            </a:r>
            <a:r>
              <a:rPr lang="fr-FR" sz="1200" b="0" i="0" u="none" strike="noStrike" kern="1200">
                <a:solidFill>
                  <a:schemeClr val="tx1"/>
                </a:solidFill>
                <a:effectLst/>
                <a:latin typeface="+mn-lt"/>
                <a:ea typeface="+mn-ea"/>
                <a:cs typeface="+mn-cs"/>
              </a:rPr>
              <a:t> the </a:t>
            </a:r>
            <a:r>
              <a:rPr lang="fr-FR" sz="1200" b="0" i="0" u="none" strike="noStrike" kern="1200" err="1">
                <a:solidFill>
                  <a:schemeClr val="tx1"/>
                </a:solidFill>
                <a:effectLst/>
                <a:latin typeface="+mn-lt"/>
                <a:ea typeface="+mn-ea"/>
                <a:cs typeface="+mn-cs"/>
              </a:rPr>
              <a:t>gross</a:t>
            </a:r>
            <a:r>
              <a:rPr lang="fr-FR" sz="1200" b="0" i="0" u="none" strike="noStrike" kern="1200">
                <a:solidFill>
                  <a:schemeClr val="tx1"/>
                </a:solidFill>
                <a:effectLst/>
                <a:latin typeface="+mn-lt"/>
                <a:ea typeface="+mn-ea"/>
                <a:cs typeface="+mn-cs"/>
              </a:rPr>
              <a:t> </a:t>
            </a:r>
            <a:r>
              <a:rPr lang="fr-FR" sz="1200" b="0" i="0" u="none" strike="noStrike" kern="1200" err="1">
                <a:solidFill>
                  <a:schemeClr val="tx1"/>
                </a:solidFill>
                <a:effectLst/>
                <a:latin typeface="+mn-lt"/>
                <a:ea typeface="+mn-ea"/>
                <a:cs typeface="+mn-cs"/>
              </a:rPr>
              <a:t>margin</a:t>
            </a:r>
            <a:r>
              <a:rPr lang="fr-FR" sz="1200" b="0" i="0" u="none" strike="noStrike" kern="1200">
                <a:solidFill>
                  <a:schemeClr val="tx1"/>
                </a:solidFill>
                <a:effectLst/>
                <a:latin typeface="+mn-lt"/>
                <a:ea typeface="+mn-ea"/>
                <a:cs typeface="+mn-cs"/>
              </a:rPr>
              <a:t> for 2024 ? </a:t>
            </a:r>
          </a:p>
          <a:p>
            <a:pPr fontAlgn="ctr"/>
            <a:r>
              <a:rPr lang="fr-FR" sz="1200" b="0" i="0" u="none" strike="noStrike" kern="1200" err="1">
                <a:solidFill>
                  <a:schemeClr val="tx1"/>
                </a:solidFill>
                <a:effectLst/>
                <a:latin typeface="+mn-lt"/>
                <a:ea typeface="+mn-ea"/>
                <a:cs typeface="+mn-cs"/>
              </a:rPr>
              <a:t>Year</a:t>
            </a:r>
            <a:r>
              <a:rPr lang="fr-FR" sz="1200" b="0" i="0" u="none" strike="noStrike" kern="1200">
                <a:solidFill>
                  <a:schemeClr val="tx1"/>
                </a:solidFill>
                <a:effectLst/>
                <a:latin typeface="+mn-lt"/>
                <a:ea typeface="+mn-ea"/>
                <a:cs typeface="+mn-cs"/>
              </a:rPr>
              <a:t>-over-</a:t>
            </a:r>
            <a:r>
              <a:rPr lang="fr-FR" sz="1200" b="0" i="0" u="none" strike="noStrike" kern="1200" err="1">
                <a:solidFill>
                  <a:schemeClr val="tx1"/>
                </a:solidFill>
                <a:effectLst/>
                <a:latin typeface="+mn-lt"/>
                <a:ea typeface="+mn-ea"/>
                <a:cs typeface="+mn-cs"/>
              </a:rPr>
              <a:t>year</a:t>
            </a:r>
            <a:r>
              <a:rPr lang="fr-FR" sz="1200" b="0" i="0" u="none" strike="noStrike" kern="1200">
                <a:solidFill>
                  <a:schemeClr val="tx1"/>
                </a:solidFill>
                <a:effectLst/>
                <a:latin typeface="+mn-lt"/>
                <a:ea typeface="+mn-ea"/>
                <a:cs typeface="+mn-cs"/>
              </a:rPr>
              <a:t> sales </a:t>
            </a:r>
            <a:r>
              <a:rPr lang="fr-FR" sz="1200" b="0" i="0" u="none" strike="noStrike" kern="1200" err="1">
                <a:solidFill>
                  <a:schemeClr val="tx1"/>
                </a:solidFill>
                <a:effectLst/>
                <a:latin typeface="+mn-lt"/>
                <a:ea typeface="+mn-ea"/>
                <a:cs typeface="+mn-cs"/>
              </a:rPr>
              <a:t>growth</a:t>
            </a:r>
            <a:r>
              <a:rPr lang="fr-FR" sz="1200" b="0" i="0" u="none" strike="noStrike" kern="1200">
                <a:solidFill>
                  <a:schemeClr val="tx1"/>
                </a:solidFill>
                <a:effectLst/>
                <a:latin typeface="+mn-lt"/>
                <a:ea typeface="+mn-ea"/>
                <a:cs typeface="+mn-cs"/>
              </a:rPr>
              <a:t> for the last </a:t>
            </a:r>
            <a:r>
              <a:rPr lang="fr-FR" sz="1200" b="0" i="0" u="none" strike="noStrike" kern="1200" err="1">
                <a:solidFill>
                  <a:schemeClr val="tx1"/>
                </a:solidFill>
                <a:effectLst/>
                <a:latin typeface="+mn-lt"/>
                <a:ea typeface="+mn-ea"/>
                <a:cs typeface="+mn-cs"/>
              </a:rPr>
              <a:t>years</a:t>
            </a:r>
            <a:r>
              <a:rPr lang="fr-FR" sz="1200" b="0" i="0" u="none" strike="noStrike" kern="1200">
                <a:solidFill>
                  <a:schemeClr val="tx1"/>
                </a:solidFill>
                <a:effectLst/>
                <a:latin typeface="+mn-lt"/>
                <a:ea typeface="+mn-ea"/>
                <a:cs typeface="+mn-cs"/>
              </a:rPr>
              <a:t> </a:t>
            </a:r>
          </a:p>
          <a:p>
            <a:pPr fontAlgn="ctr"/>
            <a:r>
              <a:rPr lang="fr-FR" sz="1200" b="0" i="0" u="none" strike="noStrike" kern="1200" err="1">
                <a:solidFill>
                  <a:schemeClr val="tx1"/>
                </a:solidFill>
                <a:effectLst/>
                <a:latin typeface="+mn-lt"/>
                <a:ea typeface="+mn-ea"/>
                <a:cs typeface="+mn-cs"/>
              </a:rPr>
              <a:t>Monthly</a:t>
            </a:r>
            <a:r>
              <a:rPr lang="fr-FR" sz="1200" b="0" i="0" u="none" strike="noStrike" kern="1200">
                <a:solidFill>
                  <a:schemeClr val="tx1"/>
                </a:solidFill>
                <a:effectLst/>
                <a:latin typeface="+mn-lt"/>
                <a:ea typeface="+mn-ea"/>
                <a:cs typeface="+mn-cs"/>
              </a:rPr>
              <a:t> sales for 2024 </a:t>
            </a:r>
          </a:p>
          <a:p>
            <a:pPr fontAlgn="ctr"/>
            <a:r>
              <a:rPr lang="fr-FR" sz="1200" b="0" i="0" u="none" strike="noStrike" kern="1200" err="1">
                <a:solidFill>
                  <a:schemeClr val="tx1"/>
                </a:solidFill>
                <a:effectLst/>
                <a:latin typeface="+mn-lt"/>
                <a:ea typeface="+mn-ea"/>
                <a:cs typeface="+mn-cs"/>
              </a:rPr>
              <a:t>Quarterly</a:t>
            </a:r>
            <a:r>
              <a:rPr lang="fr-FR" sz="1200" b="0" i="0" u="none" strike="noStrike" kern="1200">
                <a:solidFill>
                  <a:schemeClr val="tx1"/>
                </a:solidFill>
                <a:effectLst/>
                <a:latin typeface="+mn-lt"/>
                <a:ea typeface="+mn-ea"/>
                <a:cs typeface="+mn-cs"/>
              </a:rPr>
              <a:t> trend for 2023 and 2024 (sales + </a:t>
            </a:r>
            <a:r>
              <a:rPr lang="fr-FR" sz="1200" b="0" i="0" u="none" strike="noStrike" kern="1200" err="1">
                <a:solidFill>
                  <a:schemeClr val="tx1"/>
                </a:solidFill>
                <a:effectLst/>
                <a:latin typeface="+mn-lt"/>
                <a:ea typeface="+mn-ea"/>
                <a:cs typeface="+mn-cs"/>
              </a:rPr>
              <a:t>margin</a:t>
            </a:r>
            <a:r>
              <a:rPr lang="fr-FR" sz="1200" b="0" i="0" u="none" strike="noStrike" kern="1200">
                <a:solidFill>
                  <a:schemeClr val="tx1"/>
                </a:solidFill>
                <a:effectLst/>
                <a:latin typeface="+mn-lt"/>
                <a:ea typeface="+mn-ea"/>
                <a:cs typeface="+mn-cs"/>
              </a:rPr>
              <a:t>) </a:t>
            </a:r>
          </a:p>
          <a:p>
            <a:pPr fontAlgn="ctr"/>
            <a:r>
              <a:rPr lang="fr-FR" sz="1200" b="0" i="0" u="none" strike="noStrike" kern="1200">
                <a:solidFill>
                  <a:schemeClr val="tx1"/>
                </a:solidFill>
                <a:effectLst/>
                <a:latin typeface="+mn-lt"/>
                <a:ea typeface="+mn-ea"/>
                <a:cs typeface="+mn-cs"/>
              </a:rPr>
              <a:t>Top 10 </a:t>
            </a:r>
            <a:r>
              <a:rPr lang="fr-FR" sz="1200" b="0" i="0" u="none" strike="noStrike" kern="1200" err="1">
                <a:solidFill>
                  <a:schemeClr val="tx1"/>
                </a:solidFill>
                <a:effectLst/>
                <a:latin typeface="+mn-lt"/>
                <a:ea typeface="+mn-ea"/>
                <a:cs typeface="+mn-cs"/>
              </a:rPr>
              <a:t>products</a:t>
            </a:r>
            <a:r>
              <a:rPr lang="fr-FR" sz="1200" b="0" i="0" u="none" strike="noStrike" kern="1200">
                <a:solidFill>
                  <a:schemeClr val="tx1"/>
                </a:solidFill>
                <a:effectLst/>
                <a:latin typeface="+mn-lt"/>
                <a:ea typeface="+mn-ea"/>
                <a:cs typeface="+mn-cs"/>
              </a:rPr>
              <a:t> by sales </a:t>
            </a:r>
          </a:p>
          <a:p>
            <a:pPr fontAlgn="ctr"/>
            <a:r>
              <a:rPr lang="fr-FR" sz="1200" b="0" i="0" u="none" strike="noStrike" kern="1200">
                <a:solidFill>
                  <a:schemeClr val="tx1"/>
                </a:solidFill>
                <a:effectLst/>
                <a:latin typeface="+mn-lt"/>
                <a:ea typeface="+mn-ea"/>
                <a:cs typeface="+mn-cs"/>
              </a:rPr>
              <a:t>Top 10 </a:t>
            </a:r>
            <a:r>
              <a:rPr lang="fr-FR" sz="1200" b="0" i="0" u="none" strike="noStrike" kern="1200" err="1">
                <a:solidFill>
                  <a:schemeClr val="tx1"/>
                </a:solidFill>
                <a:effectLst/>
                <a:latin typeface="+mn-lt"/>
                <a:ea typeface="+mn-ea"/>
                <a:cs typeface="+mn-cs"/>
              </a:rPr>
              <a:t>suppliers</a:t>
            </a:r>
            <a:r>
              <a:rPr lang="fr-FR" sz="1200" b="0" i="0" u="none" strike="noStrike" kern="1200">
                <a:solidFill>
                  <a:schemeClr val="tx1"/>
                </a:solidFill>
                <a:effectLst/>
                <a:latin typeface="+mn-lt"/>
                <a:ea typeface="+mn-ea"/>
                <a:cs typeface="+mn-cs"/>
              </a:rPr>
              <a:t> by sales contribution </a:t>
            </a:r>
          </a:p>
          <a:p>
            <a:pPr fontAlgn="ctr"/>
            <a:r>
              <a:rPr lang="fr-FR" sz="1200" b="0" i="0" u="none" strike="noStrike" kern="1200" err="1">
                <a:solidFill>
                  <a:schemeClr val="tx1"/>
                </a:solidFill>
                <a:effectLst/>
                <a:latin typeface="+mn-lt"/>
                <a:ea typeface="+mn-ea"/>
                <a:cs typeface="+mn-cs"/>
              </a:rPr>
              <a:t>Average</a:t>
            </a:r>
            <a:r>
              <a:rPr lang="fr-FR" sz="1200" b="0" i="0" u="none" strike="noStrike" kern="1200">
                <a:solidFill>
                  <a:schemeClr val="tx1"/>
                </a:solidFill>
                <a:effectLst/>
                <a:latin typeface="+mn-lt"/>
                <a:ea typeface="+mn-ea"/>
                <a:cs typeface="+mn-cs"/>
              </a:rPr>
              <a:t> PO value by supplier </a:t>
            </a:r>
            <a:r>
              <a:rPr lang="fr-FR" sz="1200" b="0" i="0" u="none" strike="noStrike" kern="1200" err="1">
                <a:solidFill>
                  <a:schemeClr val="tx1"/>
                </a:solidFill>
                <a:effectLst/>
                <a:latin typeface="+mn-lt"/>
                <a:ea typeface="+mn-ea"/>
                <a:cs typeface="+mn-cs"/>
              </a:rPr>
              <a:t>category</a:t>
            </a:r>
            <a:r>
              <a:rPr lang="fr-FR" sz="1200" b="0" i="0" u="none" strike="noStrike" kern="1200">
                <a:solidFill>
                  <a:schemeClr val="tx1"/>
                </a:solidFill>
                <a:effectLst/>
                <a:latin typeface="+mn-lt"/>
                <a:ea typeface="+mn-ea"/>
                <a:cs typeface="+mn-cs"/>
              </a:rPr>
              <a:t> </a:t>
            </a:r>
          </a:p>
          <a:p>
            <a:pPr fontAlgn="ctr"/>
            <a:r>
              <a:rPr lang="fr-FR" sz="1200" b="0" i="0" u="none" strike="noStrike" kern="1200">
                <a:solidFill>
                  <a:schemeClr val="tx1"/>
                </a:solidFill>
                <a:effectLst/>
                <a:latin typeface="+mn-lt"/>
                <a:ea typeface="+mn-ea"/>
                <a:cs typeface="+mn-cs"/>
              </a:rPr>
              <a:t>Best </a:t>
            </a:r>
            <a:r>
              <a:rPr lang="fr-FR" sz="1200" b="0" i="0" u="none" strike="noStrike" kern="1200" err="1">
                <a:solidFill>
                  <a:schemeClr val="tx1"/>
                </a:solidFill>
                <a:effectLst/>
                <a:latin typeface="+mn-lt"/>
                <a:ea typeface="+mn-ea"/>
                <a:cs typeface="+mn-cs"/>
              </a:rPr>
              <a:t>selling</a:t>
            </a:r>
            <a:r>
              <a:rPr lang="fr-FR" sz="1200" b="0" i="0" u="none" strike="noStrike" kern="1200">
                <a:solidFill>
                  <a:schemeClr val="tx1"/>
                </a:solidFill>
                <a:effectLst/>
                <a:latin typeface="+mn-lt"/>
                <a:ea typeface="+mn-ea"/>
                <a:cs typeface="+mn-cs"/>
              </a:rPr>
              <a:t> </a:t>
            </a:r>
            <a:r>
              <a:rPr lang="fr-FR" sz="1200" b="0" i="0" u="none" strike="noStrike" kern="1200" err="1">
                <a:solidFill>
                  <a:schemeClr val="tx1"/>
                </a:solidFill>
                <a:effectLst/>
                <a:latin typeface="+mn-lt"/>
                <a:ea typeface="+mn-ea"/>
                <a:cs typeface="+mn-cs"/>
              </a:rPr>
              <a:t>product</a:t>
            </a:r>
            <a:r>
              <a:rPr lang="fr-FR" sz="1200" b="0" i="0" u="none" strike="noStrike" kern="1200">
                <a:solidFill>
                  <a:schemeClr val="tx1"/>
                </a:solidFill>
                <a:effectLst/>
                <a:latin typeface="+mn-lt"/>
                <a:ea typeface="+mn-ea"/>
                <a:cs typeface="+mn-cs"/>
              </a:rPr>
              <a:t> per </a:t>
            </a:r>
            <a:r>
              <a:rPr lang="fr-FR" sz="1200" b="0" i="0" u="none" strike="noStrike" kern="1200" err="1">
                <a:solidFill>
                  <a:schemeClr val="tx1"/>
                </a:solidFill>
                <a:effectLst/>
                <a:latin typeface="+mn-lt"/>
                <a:ea typeface="+mn-ea"/>
                <a:cs typeface="+mn-cs"/>
              </a:rPr>
              <a:t>region</a:t>
            </a:r>
            <a:r>
              <a:rPr lang="fr-FR" sz="1200" b="0" i="0" u="none" strike="noStrike" kern="1200">
                <a:solidFill>
                  <a:schemeClr val="tx1"/>
                </a:solidFill>
                <a:effectLst/>
                <a:latin typeface="+mn-lt"/>
                <a:ea typeface="+mn-ea"/>
                <a:cs typeface="+mn-cs"/>
              </a:rPr>
              <a:t> in 2024 </a:t>
            </a:r>
          </a:p>
          <a:p>
            <a:pPr fontAlgn="ctr"/>
            <a:r>
              <a:rPr lang="fr-FR" sz="1200" b="0" i="0" u="none" strike="noStrike" kern="1200">
                <a:solidFill>
                  <a:schemeClr val="tx1"/>
                </a:solidFill>
                <a:effectLst/>
                <a:latin typeface="+mn-lt"/>
                <a:ea typeface="+mn-ea"/>
                <a:cs typeface="+mn-cs"/>
              </a:rPr>
              <a:t>Sales by country of manufacture </a:t>
            </a:r>
          </a:p>
          <a:p>
            <a:endParaRPr lang="en-US"/>
          </a:p>
          <a:p>
            <a:r>
              <a:rPr lang="fr-FR"/>
              <a:t>• Démontrer des questions en langage naturel : ventes, marge, croissance, top produits.</a:t>
            </a:r>
          </a:p>
          <a:p>
            <a:r>
              <a:rPr lang="fr-FR"/>
              <a:t>• Montrer le RBAC en action : créateur, commercial (lecteur), direction via Teams.</a:t>
            </a:r>
          </a:p>
          <a:p>
            <a:r>
              <a:rPr lang="fr-FR"/>
              <a:t>• Chacun ne voit que les données auxquelles il a accès.</a:t>
            </a:r>
          </a:p>
        </p:txBody>
      </p:sp>
      <p:sp>
        <p:nvSpPr>
          <p:cNvPr id="4" name="Slide Number Placeholder 3">
            <a:extLst>
              <a:ext uri="{FF2B5EF4-FFF2-40B4-BE49-F238E27FC236}">
                <a16:creationId xmlns:a16="http://schemas.microsoft.com/office/drawing/2014/main" id="{D48F80F4-B58B-2670-0682-8F11BC2D6982}"/>
              </a:ext>
            </a:extLst>
          </p:cNvPr>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259500708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372638-717A-C966-5353-5D0F992925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BA8882-3DF6-F0EF-D09F-A219BDBAA01E}"/>
              </a:ext>
            </a:extLst>
          </p:cNvPr>
          <p:cNvSpPr>
            <a:spLocks noGrp="1" noRot="1" noChangeAspect="1"/>
          </p:cNvSpPr>
          <p:nvPr>
            <p:ph type="sldImg"/>
          </p:nvPr>
        </p:nvSpPr>
        <p:spPr/>
        <p:txBody>
          <a:bodyPr/>
          <a:lstStyle/>
          <a:p>
            <a:endParaRPr lang="fr-FR"/>
          </a:p>
        </p:txBody>
      </p:sp>
      <p:sp>
        <p:nvSpPr>
          <p:cNvPr id="3" name="Notes Placeholder 2">
            <a:extLst>
              <a:ext uri="{FF2B5EF4-FFF2-40B4-BE49-F238E27FC236}">
                <a16:creationId xmlns:a16="http://schemas.microsoft.com/office/drawing/2014/main" id="{F02F2EB4-BC60-DBA8-AC35-FFDA50F5E943}"/>
              </a:ext>
            </a:extLst>
          </p:cNvPr>
          <p:cNvSpPr>
            <a:spLocks noGrp="1"/>
          </p:cNvSpPr>
          <p:nvPr>
            <p:ph type="body" idx="1"/>
          </p:nvPr>
        </p:nvSpPr>
        <p:spPr/>
        <p:txBody>
          <a:bodyPr/>
          <a:lstStyle/>
          <a:p>
            <a:pPr fontAlgn="ctr"/>
            <a:r>
              <a:rPr lang="fr-FR" sz="1200" b="0" i="0" u="none" strike="noStrike" kern="1200" err="1">
                <a:solidFill>
                  <a:schemeClr val="tx1"/>
                </a:solidFill>
                <a:effectLst/>
                <a:latin typeface="+mn-lt"/>
                <a:ea typeface="+mn-ea"/>
                <a:cs typeface="+mn-cs"/>
              </a:rPr>
              <a:t>What</a:t>
            </a:r>
            <a:r>
              <a:rPr lang="fr-FR" sz="1200" b="0" i="0" u="none" strike="noStrike" kern="1200">
                <a:solidFill>
                  <a:schemeClr val="tx1"/>
                </a:solidFill>
                <a:effectLst/>
                <a:latin typeface="+mn-lt"/>
                <a:ea typeface="+mn-ea"/>
                <a:cs typeface="+mn-cs"/>
              </a:rPr>
              <a:t> </a:t>
            </a:r>
            <a:r>
              <a:rPr lang="fr-FR" sz="1200" b="0" i="0" u="none" strike="noStrike" kern="1200" err="1">
                <a:solidFill>
                  <a:schemeClr val="tx1"/>
                </a:solidFill>
                <a:effectLst/>
                <a:latin typeface="+mn-lt"/>
                <a:ea typeface="+mn-ea"/>
                <a:cs typeface="+mn-cs"/>
              </a:rPr>
              <a:t>is</a:t>
            </a:r>
            <a:r>
              <a:rPr lang="fr-FR" sz="1200" b="0" i="0" u="none" strike="noStrike" kern="1200">
                <a:solidFill>
                  <a:schemeClr val="tx1"/>
                </a:solidFill>
                <a:effectLst/>
                <a:latin typeface="+mn-lt"/>
                <a:ea typeface="+mn-ea"/>
                <a:cs typeface="+mn-cs"/>
              </a:rPr>
              <a:t> total sales </a:t>
            </a:r>
            <a:r>
              <a:rPr lang="fr-FR" sz="1200" b="0" i="0" u="none" strike="noStrike" kern="1200" err="1">
                <a:solidFill>
                  <a:schemeClr val="tx1"/>
                </a:solidFill>
                <a:effectLst/>
                <a:latin typeface="+mn-lt"/>
                <a:ea typeface="+mn-ea"/>
                <a:cs typeface="+mn-cs"/>
              </a:rPr>
              <a:t>amount</a:t>
            </a:r>
            <a:r>
              <a:rPr lang="fr-FR" sz="1200" b="0" i="0" u="none" strike="noStrike" kern="1200">
                <a:solidFill>
                  <a:schemeClr val="tx1"/>
                </a:solidFill>
                <a:effectLst/>
                <a:latin typeface="+mn-lt"/>
                <a:ea typeface="+mn-ea"/>
                <a:cs typeface="+mn-cs"/>
              </a:rPr>
              <a:t> for 2024 ? </a:t>
            </a:r>
          </a:p>
          <a:p>
            <a:pPr fontAlgn="ctr"/>
            <a:r>
              <a:rPr lang="fr-FR" sz="1200" b="0" i="0" u="none" strike="noStrike" kern="1200" err="1">
                <a:solidFill>
                  <a:schemeClr val="tx1"/>
                </a:solidFill>
                <a:effectLst/>
                <a:latin typeface="+mn-lt"/>
                <a:ea typeface="+mn-ea"/>
                <a:cs typeface="+mn-cs"/>
              </a:rPr>
              <a:t>What</a:t>
            </a:r>
            <a:r>
              <a:rPr lang="fr-FR" sz="1200" b="0" i="0" u="none" strike="noStrike" kern="1200">
                <a:solidFill>
                  <a:schemeClr val="tx1"/>
                </a:solidFill>
                <a:effectLst/>
                <a:latin typeface="+mn-lt"/>
                <a:ea typeface="+mn-ea"/>
                <a:cs typeface="+mn-cs"/>
              </a:rPr>
              <a:t> </a:t>
            </a:r>
            <a:r>
              <a:rPr lang="fr-FR" sz="1200" b="0" i="0" u="none" strike="noStrike" kern="1200" err="1">
                <a:solidFill>
                  <a:schemeClr val="tx1"/>
                </a:solidFill>
                <a:effectLst/>
                <a:latin typeface="+mn-lt"/>
                <a:ea typeface="+mn-ea"/>
                <a:cs typeface="+mn-cs"/>
              </a:rPr>
              <a:t>is</a:t>
            </a:r>
            <a:r>
              <a:rPr lang="fr-FR" sz="1200" b="0" i="0" u="none" strike="noStrike" kern="1200">
                <a:solidFill>
                  <a:schemeClr val="tx1"/>
                </a:solidFill>
                <a:effectLst/>
                <a:latin typeface="+mn-lt"/>
                <a:ea typeface="+mn-ea"/>
                <a:cs typeface="+mn-cs"/>
              </a:rPr>
              <a:t> the </a:t>
            </a:r>
            <a:r>
              <a:rPr lang="fr-FR" sz="1200" b="0" i="0" u="none" strike="noStrike" kern="1200" err="1">
                <a:solidFill>
                  <a:schemeClr val="tx1"/>
                </a:solidFill>
                <a:effectLst/>
                <a:latin typeface="+mn-lt"/>
                <a:ea typeface="+mn-ea"/>
                <a:cs typeface="+mn-cs"/>
              </a:rPr>
              <a:t>gross</a:t>
            </a:r>
            <a:r>
              <a:rPr lang="fr-FR" sz="1200" b="0" i="0" u="none" strike="noStrike" kern="1200">
                <a:solidFill>
                  <a:schemeClr val="tx1"/>
                </a:solidFill>
                <a:effectLst/>
                <a:latin typeface="+mn-lt"/>
                <a:ea typeface="+mn-ea"/>
                <a:cs typeface="+mn-cs"/>
              </a:rPr>
              <a:t> </a:t>
            </a:r>
            <a:r>
              <a:rPr lang="fr-FR" sz="1200" b="0" i="0" u="none" strike="noStrike" kern="1200" err="1">
                <a:solidFill>
                  <a:schemeClr val="tx1"/>
                </a:solidFill>
                <a:effectLst/>
                <a:latin typeface="+mn-lt"/>
                <a:ea typeface="+mn-ea"/>
                <a:cs typeface="+mn-cs"/>
              </a:rPr>
              <a:t>margin</a:t>
            </a:r>
            <a:r>
              <a:rPr lang="fr-FR" sz="1200" b="0" i="0" u="none" strike="noStrike" kern="1200">
                <a:solidFill>
                  <a:schemeClr val="tx1"/>
                </a:solidFill>
                <a:effectLst/>
                <a:latin typeface="+mn-lt"/>
                <a:ea typeface="+mn-ea"/>
                <a:cs typeface="+mn-cs"/>
              </a:rPr>
              <a:t> for 2024 ? </a:t>
            </a:r>
          </a:p>
          <a:p>
            <a:pPr fontAlgn="ctr"/>
            <a:r>
              <a:rPr lang="fr-FR" sz="1200" b="0" i="0" u="none" strike="noStrike" kern="1200" err="1">
                <a:solidFill>
                  <a:schemeClr val="tx1"/>
                </a:solidFill>
                <a:effectLst/>
                <a:latin typeface="+mn-lt"/>
                <a:ea typeface="+mn-ea"/>
                <a:cs typeface="+mn-cs"/>
              </a:rPr>
              <a:t>Year</a:t>
            </a:r>
            <a:r>
              <a:rPr lang="fr-FR" sz="1200" b="0" i="0" u="none" strike="noStrike" kern="1200">
                <a:solidFill>
                  <a:schemeClr val="tx1"/>
                </a:solidFill>
                <a:effectLst/>
                <a:latin typeface="+mn-lt"/>
                <a:ea typeface="+mn-ea"/>
                <a:cs typeface="+mn-cs"/>
              </a:rPr>
              <a:t>-over-</a:t>
            </a:r>
            <a:r>
              <a:rPr lang="fr-FR" sz="1200" b="0" i="0" u="none" strike="noStrike" kern="1200" err="1">
                <a:solidFill>
                  <a:schemeClr val="tx1"/>
                </a:solidFill>
                <a:effectLst/>
                <a:latin typeface="+mn-lt"/>
                <a:ea typeface="+mn-ea"/>
                <a:cs typeface="+mn-cs"/>
              </a:rPr>
              <a:t>year</a:t>
            </a:r>
            <a:r>
              <a:rPr lang="fr-FR" sz="1200" b="0" i="0" u="none" strike="noStrike" kern="1200">
                <a:solidFill>
                  <a:schemeClr val="tx1"/>
                </a:solidFill>
                <a:effectLst/>
                <a:latin typeface="+mn-lt"/>
                <a:ea typeface="+mn-ea"/>
                <a:cs typeface="+mn-cs"/>
              </a:rPr>
              <a:t> sales </a:t>
            </a:r>
            <a:r>
              <a:rPr lang="fr-FR" sz="1200" b="0" i="0" u="none" strike="noStrike" kern="1200" err="1">
                <a:solidFill>
                  <a:schemeClr val="tx1"/>
                </a:solidFill>
                <a:effectLst/>
                <a:latin typeface="+mn-lt"/>
                <a:ea typeface="+mn-ea"/>
                <a:cs typeface="+mn-cs"/>
              </a:rPr>
              <a:t>growth</a:t>
            </a:r>
            <a:r>
              <a:rPr lang="fr-FR" sz="1200" b="0" i="0" u="none" strike="noStrike" kern="1200">
                <a:solidFill>
                  <a:schemeClr val="tx1"/>
                </a:solidFill>
                <a:effectLst/>
                <a:latin typeface="+mn-lt"/>
                <a:ea typeface="+mn-ea"/>
                <a:cs typeface="+mn-cs"/>
              </a:rPr>
              <a:t> for the last </a:t>
            </a:r>
            <a:r>
              <a:rPr lang="fr-FR" sz="1200" b="0" i="0" u="none" strike="noStrike" kern="1200" err="1">
                <a:solidFill>
                  <a:schemeClr val="tx1"/>
                </a:solidFill>
                <a:effectLst/>
                <a:latin typeface="+mn-lt"/>
                <a:ea typeface="+mn-ea"/>
                <a:cs typeface="+mn-cs"/>
              </a:rPr>
              <a:t>years</a:t>
            </a:r>
            <a:r>
              <a:rPr lang="fr-FR" sz="1200" b="0" i="0" u="none" strike="noStrike" kern="1200">
                <a:solidFill>
                  <a:schemeClr val="tx1"/>
                </a:solidFill>
                <a:effectLst/>
                <a:latin typeface="+mn-lt"/>
                <a:ea typeface="+mn-ea"/>
                <a:cs typeface="+mn-cs"/>
              </a:rPr>
              <a:t> </a:t>
            </a:r>
          </a:p>
          <a:p>
            <a:pPr fontAlgn="ctr"/>
            <a:r>
              <a:rPr lang="fr-FR" sz="1200" b="0" i="0" u="none" strike="noStrike" kern="1200" err="1">
                <a:solidFill>
                  <a:schemeClr val="tx1"/>
                </a:solidFill>
                <a:effectLst/>
                <a:latin typeface="+mn-lt"/>
                <a:ea typeface="+mn-ea"/>
                <a:cs typeface="+mn-cs"/>
              </a:rPr>
              <a:t>Monthly</a:t>
            </a:r>
            <a:r>
              <a:rPr lang="fr-FR" sz="1200" b="0" i="0" u="none" strike="noStrike" kern="1200">
                <a:solidFill>
                  <a:schemeClr val="tx1"/>
                </a:solidFill>
                <a:effectLst/>
                <a:latin typeface="+mn-lt"/>
                <a:ea typeface="+mn-ea"/>
                <a:cs typeface="+mn-cs"/>
              </a:rPr>
              <a:t> sales for 2024 </a:t>
            </a:r>
          </a:p>
          <a:p>
            <a:pPr fontAlgn="ctr"/>
            <a:r>
              <a:rPr lang="fr-FR" sz="1200" b="0" i="0" u="none" strike="noStrike" kern="1200" err="1">
                <a:solidFill>
                  <a:schemeClr val="tx1"/>
                </a:solidFill>
                <a:effectLst/>
                <a:latin typeface="+mn-lt"/>
                <a:ea typeface="+mn-ea"/>
                <a:cs typeface="+mn-cs"/>
              </a:rPr>
              <a:t>Quarterly</a:t>
            </a:r>
            <a:r>
              <a:rPr lang="fr-FR" sz="1200" b="0" i="0" u="none" strike="noStrike" kern="1200">
                <a:solidFill>
                  <a:schemeClr val="tx1"/>
                </a:solidFill>
                <a:effectLst/>
                <a:latin typeface="+mn-lt"/>
                <a:ea typeface="+mn-ea"/>
                <a:cs typeface="+mn-cs"/>
              </a:rPr>
              <a:t> trend for 2023 and 2024 (sales + </a:t>
            </a:r>
            <a:r>
              <a:rPr lang="fr-FR" sz="1200" b="0" i="0" u="none" strike="noStrike" kern="1200" err="1">
                <a:solidFill>
                  <a:schemeClr val="tx1"/>
                </a:solidFill>
                <a:effectLst/>
                <a:latin typeface="+mn-lt"/>
                <a:ea typeface="+mn-ea"/>
                <a:cs typeface="+mn-cs"/>
              </a:rPr>
              <a:t>margin</a:t>
            </a:r>
            <a:r>
              <a:rPr lang="fr-FR" sz="1200" b="0" i="0" u="none" strike="noStrike" kern="1200">
                <a:solidFill>
                  <a:schemeClr val="tx1"/>
                </a:solidFill>
                <a:effectLst/>
                <a:latin typeface="+mn-lt"/>
                <a:ea typeface="+mn-ea"/>
                <a:cs typeface="+mn-cs"/>
              </a:rPr>
              <a:t>) </a:t>
            </a:r>
          </a:p>
          <a:p>
            <a:pPr fontAlgn="ctr"/>
            <a:r>
              <a:rPr lang="fr-FR" sz="1200" b="0" i="0" u="none" strike="noStrike" kern="1200">
                <a:solidFill>
                  <a:schemeClr val="tx1"/>
                </a:solidFill>
                <a:effectLst/>
                <a:latin typeface="+mn-lt"/>
                <a:ea typeface="+mn-ea"/>
                <a:cs typeface="+mn-cs"/>
              </a:rPr>
              <a:t>Top 10 </a:t>
            </a:r>
            <a:r>
              <a:rPr lang="fr-FR" sz="1200" b="0" i="0" u="none" strike="noStrike" kern="1200" err="1">
                <a:solidFill>
                  <a:schemeClr val="tx1"/>
                </a:solidFill>
                <a:effectLst/>
                <a:latin typeface="+mn-lt"/>
                <a:ea typeface="+mn-ea"/>
                <a:cs typeface="+mn-cs"/>
              </a:rPr>
              <a:t>products</a:t>
            </a:r>
            <a:r>
              <a:rPr lang="fr-FR" sz="1200" b="0" i="0" u="none" strike="noStrike" kern="1200">
                <a:solidFill>
                  <a:schemeClr val="tx1"/>
                </a:solidFill>
                <a:effectLst/>
                <a:latin typeface="+mn-lt"/>
                <a:ea typeface="+mn-ea"/>
                <a:cs typeface="+mn-cs"/>
              </a:rPr>
              <a:t> by sales </a:t>
            </a:r>
          </a:p>
          <a:p>
            <a:pPr fontAlgn="ctr"/>
            <a:r>
              <a:rPr lang="fr-FR" sz="1200" b="0" i="0" u="none" strike="noStrike" kern="1200">
                <a:solidFill>
                  <a:schemeClr val="tx1"/>
                </a:solidFill>
                <a:effectLst/>
                <a:latin typeface="+mn-lt"/>
                <a:ea typeface="+mn-ea"/>
                <a:cs typeface="+mn-cs"/>
              </a:rPr>
              <a:t>Top 10 </a:t>
            </a:r>
            <a:r>
              <a:rPr lang="fr-FR" sz="1200" b="0" i="0" u="none" strike="noStrike" kern="1200" err="1">
                <a:solidFill>
                  <a:schemeClr val="tx1"/>
                </a:solidFill>
                <a:effectLst/>
                <a:latin typeface="+mn-lt"/>
                <a:ea typeface="+mn-ea"/>
                <a:cs typeface="+mn-cs"/>
              </a:rPr>
              <a:t>suppliers</a:t>
            </a:r>
            <a:r>
              <a:rPr lang="fr-FR" sz="1200" b="0" i="0" u="none" strike="noStrike" kern="1200">
                <a:solidFill>
                  <a:schemeClr val="tx1"/>
                </a:solidFill>
                <a:effectLst/>
                <a:latin typeface="+mn-lt"/>
                <a:ea typeface="+mn-ea"/>
                <a:cs typeface="+mn-cs"/>
              </a:rPr>
              <a:t> by sales contribution </a:t>
            </a:r>
          </a:p>
          <a:p>
            <a:pPr fontAlgn="ctr"/>
            <a:r>
              <a:rPr lang="fr-FR" sz="1200" b="0" i="0" u="none" strike="noStrike" kern="1200" err="1">
                <a:solidFill>
                  <a:schemeClr val="tx1"/>
                </a:solidFill>
                <a:effectLst/>
                <a:latin typeface="+mn-lt"/>
                <a:ea typeface="+mn-ea"/>
                <a:cs typeface="+mn-cs"/>
              </a:rPr>
              <a:t>Average</a:t>
            </a:r>
            <a:r>
              <a:rPr lang="fr-FR" sz="1200" b="0" i="0" u="none" strike="noStrike" kern="1200">
                <a:solidFill>
                  <a:schemeClr val="tx1"/>
                </a:solidFill>
                <a:effectLst/>
                <a:latin typeface="+mn-lt"/>
                <a:ea typeface="+mn-ea"/>
                <a:cs typeface="+mn-cs"/>
              </a:rPr>
              <a:t> PO value by supplier </a:t>
            </a:r>
            <a:r>
              <a:rPr lang="fr-FR" sz="1200" b="0" i="0" u="none" strike="noStrike" kern="1200" err="1">
                <a:solidFill>
                  <a:schemeClr val="tx1"/>
                </a:solidFill>
                <a:effectLst/>
                <a:latin typeface="+mn-lt"/>
                <a:ea typeface="+mn-ea"/>
                <a:cs typeface="+mn-cs"/>
              </a:rPr>
              <a:t>category</a:t>
            </a:r>
            <a:r>
              <a:rPr lang="fr-FR" sz="1200" b="0" i="0" u="none" strike="noStrike" kern="1200">
                <a:solidFill>
                  <a:schemeClr val="tx1"/>
                </a:solidFill>
                <a:effectLst/>
                <a:latin typeface="+mn-lt"/>
                <a:ea typeface="+mn-ea"/>
                <a:cs typeface="+mn-cs"/>
              </a:rPr>
              <a:t> </a:t>
            </a:r>
          </a:p>
          <a:p>
            <a:pPr fontAlgn="ctr"/>
            <a:r>
              <a:rPr lang="fr-FR" sz="1200" b="0" i="0" u="none" strike="noStrike" kern="1200">
                <a:solidFill>
                  <a:schemeClr val="tx1"/>
                </a:solidFill>
                <a:effectLst/>
                <a:latin typeface="+mn-lt"/>
                <a:ea typeface="+mn-ea"/>
                <a:cs typeface="+mn-cs"/>
              </a:rPr>
              <a:t>Best </a:t>
            </a:r>
            <a:r>
              <a:rPr lang="fr-FR" sz="1200" b="0" i="0" u="none" strike="noStrike" kern="1200" err="1">
                <a:solidFill>
                  <a:schemeClr val="tx1"/>
                </a:solidFill>
                <a:effectLst/>
                <a:latin typeface="+mn-lt"/>
                <a:ea typeface="+mn-ea"/>
                <a:cs typeface="+mn-cs"/>
              </a:rPr>
              <a:t>selling</a:t>
            </a:r>
            <a:r>
              <a:rPr lang="fr-FR" sz="1200" b="0" i="0" u="none" strike="noStrike" kern="1200">
                <a:solidFill>
                  <a:schemeClr val="tx1"/>
                </a:solidFill>
                <a:effectLst/>
                <a:latin typeface="+mn-lt"/>
                <a:ea typeface="+mn-ea"/>
                <a:cs typeface="+mn-cs"/>
              </a:rPr>
              <a:t> </a:t>
            </a:r>
            <a:r>
              <a:rPr lang="fr-FR" sz="1200" b="0" i="0" u="none" strike="noStrike" kern="1200" err="1">
                <a:solidFill>
                  <a:schemeClr val="tx1"/>
                </a:solidFill>
                <a:effectLst/>
                <a:latin typeface="+mn-lt"/>
                <a:ea typeface="+mn-ea"/>
                <a:cs typeface="+mn-cs"/>
              </a:rPr>
              <a:t>product</a:t>
            </a:r>
            <a:r>
              <a:rPr lang="fr-FR" sz="1200" b="0" i="0" u="none" strike="noStrike" kern="1200">
                <a:solidFill>
                  <a:schemeClr val="tx1"/>
                </a:solidFill>
                <a:effectLst/>
                <a:latin typeface="+mn-lt"/>
                <a:ea typeface="+mn-ea"/>
                <a:cs typeface="+mn-cs"/>
              </a:rPr>
              <a:t> per </a:t>
            </a:r>
            <a:r>
              <a:rPr lang="fr-FR" sz="1200" b="0" i="0" u="none" strike="noStrike" kern="1200" err="1">
                <a:solidFill>
                  <a:schemeClr val="tx1"/>
                </a:solidFill>
                <a:effectLst/>
                <a:latin typeface="+mn-lt"/>
                <a:ea typeface="+mn-ea"/>
                <a:cs typeface="+mn-cs"/>
              </a:rPr>
              <a:t>region</a:t>
            </a:r>
            <a:r>
              <a:rPr lang="fr-FR" sz="1200" b="0" i="0" u="none" strike="noStrike" kern="1200">
                <a:solidFill>
                  <a:schemeClr val="tx1"/>
                </a:solidFill>
                <a:effectLst/>
                <a:latin typeface="+mn-lt"/>
                <a:ea typeface="+mn-ea"/>
                <a:cs typeface="+mn-cs"/>
              </a:rPr>
              <a:t> in 2024 </a:t>
            </a:r>
          </a:p>
          <a:p>
            <a:pPr fontAlgn="ctr"/>
            <a:r>
              <a:rPr lang="fr-FR" sz="1200" b="0" i="0" u="none" strike="noStrike" kern="1200">
                <a:solidFill>
                  <a:schemeClr val="tx1"/>
                </a:solidFill>
                <a:effectLst/>
                <a:latin typeface="+mn-lt"/>
                <a:ea typeface="+mn-ea"/>
                <a:cs typeface="+mn-cs"/>
              </a:rPr>
              <a:t>Sales by country of manufacture </a:t>
            </a:r>
          </a:p>
          <a:p>
            <a:endParaRPr lang="en-US"/>
          </a:p>
          <a:p>
            <a:r>
              <a:rPr lang="fr-FR"/>
              <a:t>• Démontrer des questions en langage naturel : ventes, marge, croissance, top produits.</a:t>
            </a:r>
          </a:p>
          <a:p>
            <a:r>
              <a:rPr lang="fr-FR"/>
              <a:t>• Montrer le RBAC en action : créateur, commercial (lecteur), direction via Teams.</a:t>
            </a:r>
          </a:p>
          <a:p>
            <a:r>
              <a:rPr lang="fr-FR"/>
              <a:t>• Chacun ne voit que les données auxquelles il a accès.</a:t>
            </a:r>
          </a:p>
        </p:txBody>
      </p:sp>
      <p:sp>
        <p:nvSpPr>
          <p:cNvPr id="4" name="Slide Number Placeholder 3">
            <a:extLst>
              <a:ext uri="{FF2B5EF4-FFF2-40B4-BE49-F238E27FC236}">
                <a16:creationId xmlns:a16="http://schemas.microsoft.com/office/drawing/2014/main" id="{F262FA22-95DC-3CC4-A3EE-CF469200A5F8}"/>
              </a:ext>
            </a:extLst>
          </p:cNvPr>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236659388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7DDA74-0C6F-049F-12A8-A125F2022C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7D5EC6-96FA-C1E4-25F6-09C475FA8818}"/>
              </a:ext>
            </a:extLst>
          </p:cNvPr>
          <p:cNvSpPr>
            <a:spLocks noGrp="1" noRot="1" noChangeAspect="1"/>
          </p:cNvSpPr>
          <p:nvPr>
            <p:ph type="sldImg"/>
          </p:nvPr>
        </p:nvSpPr>
        <p:spPr/>
        <p:txBody>
          <a:bodyPr/>
          <a:lstStyle/>
          <a:p>
            <a:endParaRPr lang="fr-FR"/>
          </a:p>
        </p:txBody>
      </p:sp>
      <p:sp>
        <p:nvSpPr>
          <p:cNvPr id="3" name="Notes Placeholder 2">
            <a:extLst>
              <a:ext uri="{FF2B5EF4-FFF2-40B4-BE49-F238E27FC236}">
                <a16:creationId xmlns:a16="http://schemas.microsoft.com/office/drawing/2014/main" id="{00461D94-89CD-DC95-62B8-DB571C763A86}"/>
              </a:ext>
            </a:extLst>
          </p:cNvPr>
          <p:cNvSpPr>
            <a:spLocks noGrp="1"/>
          </p:cNvSpPr>
          <p:nvPr>
            <p:ph type="body" idx="1"/>
          </p:nvPr>
        </p:nvSpPr>
        <p:spPr/>
        <p:txBody>
          <a:bodyPr/>
          <a:lstStyle/>
          <a:p>
            <a:pPr fontAlgn="ctr"/>
            <a:r>
              <a:rPr lang="fr-FR" sz="1200" b="0" i="0" u="none" strike="noStrike" kern="1200" err="1">
                <a:solidFill>
                  <a:schemeClr val="tx1"/>
                </a:solidFill>
                <a:effectLst/>
                <a:latin typeface="+mn-lt"/>
                <a:ea typeface="+mn-ea"/>
                <a:cs typeface="+mn-cs"/>
              </a:rPr>
              <a:t>What</a:t>
            </a:r>
            <a:r>
              <a:rPr lang="fr-FR" sz="1200" b="0" i="0" u="none" strike="noStrike" kern="1200">
                <a:solidFill>
                  <a:schemeClr val="tx1"/>
                </a:solidFill>
                <a:effectLst/>
                <a:latin typeface="+mn-lt"/>
                <a:ea typeface="+mn-ea"/>
                <a:cs typeface="+mn-cs"/>
              </a:rPr>
              <a:t> </a:t>
            </a:r>
            <a:r>
              <a:rPr lang="fr-FR" sz="1200" b="0" i="0" u="none" strike="noStrike" kern="1200" err="1">
                <a:solidFill>
                  <a:schemeClr val="tx1"/>
                </a:solidFill>
                <a:effectLst/>
                <a:latin typeface="+mn-lt"/>
                <a:ea typeface="+mn-ea"/>
                <a:cs typeface="+mn-cs"/>
              </a:rPr>
              <a:t>is</a:t>
            </a:r>
            <a:r>
              <a:rPr lang="fr-FR" sz="1200" b="0" i="0" u="none" strike="noStrike" kern="1200">
                <a:solidFill>
                  <a:schemeClr val="tx1"/>
                </a:solidFill>
                <a:effectLst/>
                <a:latin typeface="+mn-lt"/>
                <a:ea typeface="+mn-ea"/>
                <a:cs typeface="+mn-cs"/>
              </a:rPr>
              <a:t> total sales </a:t>
            </a:r>
            <a:r>
              <a:rPr lang="fr-FR" sz="1200" b="0" i="0" u="none" strike="noStrike" kern="1200" err="1">
                <a:solidFill>
                  <a:schemeClr val="tx1"/>
                </a:solidFill>
                <a:effectLst/>
                <a:latin typeface="+mn-lt"/>
                <a:ea typeface="+mn-ea"/>
                <a:cs typeface="+mn-cs"/>
              </a:rPr>
              <a:t>amount</a:t>
            </a:r>
            <a:r>
              <a:rPr lang="fr-FR" sz="1200" b="0" i="0" u="none" strike="noStrike" kern="1200">
                <a:solidFill>
                  <a:schemeClr val="tx1"/>
                </a:solidFill>
                <a:effectLst/>
                <a:latin typeface="+mn-lt"/>
                <a:ea typeface="+mn-ea"/>
                <a:cs typeface="+mn-cs"/>
              </a:rPr>
              <a:t> for 2024 ? </a:t>
            </a:r>
          </a:p>
          <a:p>
            <a:pPr fontAlgn="ctr"/>
            <a:r>
              <a:rPr lang="fr-FR" sz="1200" b="0" i="0" u="none" strike="noStrike" kern="1200" err="1">
                <a:solidFill>
                  <a:schemeClr val="tx1"/>
                </a:solidFill>
                <a:effectLst/>
                <a:latin typeface="+mn-lt"/>
                <a:ea typeface="+mn-ea"/>
                <a:cs typeface="+mn-cs"/>
              </a:rPr>
              <a:t>What</a:t>
            </a:r>
            <a:r>
              <a:rPr lang="fr-FR" sz="1200" b="0" i="0" u="none" strike="noStrike" kern="1200">
                <a:solidFill>
                  <a:schemeClr val="tx1"/>
                </a:solidFill>
                <a:effectLst/>
                <a:latin typeface="+mn-lt"/>
                <a:ea typeface="+mn-ea"/>
                <a:cs typeface="+mn-cs"/>
              </a:rPr>
              <a:t> </a:t>
            </a:r>
            <a:r>
              <a:rPr lang="fr-FR" sz="1200" b="0" i="0" u="none" strike="noStrike" kern="1200" err="1">
                <a:solidFill>
                  <a:schemeClr val="tx1"/>
                </a:solidFill>
                <a:effectLst/>
                <a:latin typeface="+mn-lt"/>
                <a:ea typeface="+mn-ea"/>
                <a:cs typeface="+mn-cs"/>
              </a:rPr>
              <a:t>is</a:t>
            </a:r>
            <a:r>
              <a:rPr lang="fr-FR" sz="1200" b="0" i="0" u="none" strike="noStrike" kern="1200">
                <a:solidFill>
                  <a:schemeClr val="tx1"/>
                </a:solidFill>
                <a:effectLst/>
                <a:latin typeface="+mn-lt"/>
                <a:ea typeface="+mn-ea"/>
                <a:cs typeface="+mn-cs"/>
              </a:rPr>
              <a:t> the </a:t>
            </a:r>
            <a:r>
              <a:rPr lang="fr-FR" sz="1200" b="0" i="0" u="none" strike="noStrike" kern="1200" err="1">
                <a:solidFill>
                  <a:schemeClr val="tx1"/>
                </a:solidFill>
                <a:effectLst/>
                <a:latin typeface="+mn-lt"/>
                <a:ea typeface="+mn-ea"/>
                <a:cs typeface="+mn-cs"/>
              </a:rPr>
              <a:t>gross</a:t>
            </a:r>
            <a:r>
              <a:rPr lang="fr-FR" sz="1200" b="0" i="0" u="none" strike="noStrike" kern="1200">
                <a:solidFill>
                  <a:schemeClr val="tx1"/>
                </a:solidFill>
                <a:effectLst/>
                <a:latin typeface="+mn-lt"/>
                <a:ea typeface="+mn-ea"/>
                <a:cs typeface="+mn-cs"/>
              </a:rPr>
              <a:t> </a:t>
            </a:r>
            <a:r>
              <a:rPr lang="fr-FR" sz="1200" b="0" i="0" u="none" strike="noStrike" kern="1200" err="1">
                <a:solidFill>
                  <a:schemeClr val="tx1"/>
                </a:solidFill>
                <a:effectLst/>
                <a:latin typeface="+mn-lt"/>
                <a:ea typeface="+mn-ea"/>
                <a:cs typeface="+mn-cs"/>
              </a:rPr>
              <a:t>margin</a:t>
            </a:r>
            <a:r>
              <a:rPr lang="fr-FR" sz="1200" b="0" i="0" u="none" strike="noStrike" kern="1200">
                <a:solidFill>
                  <a:schemeClr val="tx1"/>
                </a:solidFill>
                <a:effectLst/>
                <a:latin typeface="+mn-lt"/>
                <a:ea typeface="+mn-ea"/>
                <a:cs typeface="+mn-cs"/>
              </a:rPr>
              <a:t> for 2024 ? </a:t>
            </a:r>
          </a:p>
          <a:p>
            <a:pPr fontAlgn="ctr"/>
            <a:r>
              <a:rPr lang="fr-FR" sz="1200" b="0" i="0" u="none" strike="noStrike" kern="1200" err="1">
                <a:solidFill>
                  <a:schemeClr val="tx1"/>
                </a:solidFill>
                <a:effectLst/>
                <a:latin typeface="+mn-lt"/>
                <a:ea typeface="+mn-ea"/>
                <a:cs typeface="+mn-cs"/>
              </a:rPr>
              <a:t>Year</a:t>
            </a:r>
            <a:r>
              <a:rPr lang="fr-FR" sz="1200" b="0" i="0" u="none" strike="noStrike" kern="1200">
                <a:solidFill>
                  <a:schemeClr val="tx1"/>
                </a:solidFill>
                <a:effectLst/>
                <a:latin typeface="+mn-lt"/>
                <a:ea typeface="+mn-ea"/>
                <a:cs typeface="+mn-cs"/>
              </a:rPr>
              <a:t>-over-</a:t>
            </a:r>
            <a:r>
              <a:rPr lang="fr-FR" sz="1200" b="0" i="0" u="none" strike="noStrike" kern="1200" err="1">
                <a:solidFill>
                  <a:schemeClr val="tx1"/>
                </a:solidFill>
                <a:effectLst/>
                <a:latin typeface="+mn-lt"/>
                <a:ea typeface="+mn-ea"/>
                <a:cs typeface="+mn-cs"/>
              </a:rPr>
              <a:t>year</a:t>
            </a:r>
            <a:r>
              <a:rPr lang="fr-FR" sz="1200" b="0" i="0" u="none" strike="noStrike" kern="1200">
                <a:solidFill>
                  <a:schemeClr val="tx1"/>
                </a:solidFill>
                <a:effectLst/>
                <a:latin typeface="+mn-lt"/>
                <a:ea typeface="+mn-ea"/>
                <a:cs typeface="+mn-cs"/>
              </a:rPr>
              <a:t> sales </a:t>
            </a:r>
            <a:r>
              <a:rPr lang="fr-FR" sz="1200" b="0" i="0" u="none" strike="noStrike" kern="1200" err="1">
                <a:solidFill>
                  <a:schemeClr val="tx1"/>
                </a:solidFill>
                <a:effectLst/>
                <a:latin typeface="+mn-lt"/>
                <a:ea typeface="+mn-ea"/>
                <a:cs typeface="+mn-cs"/>
              </a:rPr>
              <a:t>growth</a:t>
            </a:r>
            <a:r>
              <a:rPr lang="fr-FR" sz="1200" b="0" i="0" u="none" strike="noStrike" kern="1200">
                <a:solidFill>
                  <a:schemeClr val="tx1"/>
                </a:solidFill>
                <a:effectLst/>
                <a:latin typeface="+mn-lt"/>
                <a:ea typeface="+mn-ea"/>
                <a:cs typeface="+mn-cs"/>
              </a:rPr>
              <a:t> for the last </a:t>
            </a:r>
            <a:r>
              <a:rPr lang="fr-FR" sz="1200" b="0" i="0" u="none" strike="noStrike" kern="1200" err="1">
                <a:solidFill>
                  <a:schemeClr val="tx1"/>
                </a:solidFill>
                <a:effectLst/>
                <a:latin typeface="+mn-lt"/>
                <a:ea typeface="+mn-ea"/>
                <a:cs typeface="+mn-cs"/>
              </a:rPr>
              <a:t>years</a:t>
            </a:r>
            <a:r>
              <a:rPr lang="fr-FR" sz="1200" b="0" i="0" u="none" strike="noStrike" kern="1200">
                <a:solidFill>
                  <a:schemeClr val="tx1"/>
                </a:solidFill>
                <a:effectLst/>
                <a:latin typeface="+mn-lt"/>
                <a:ea typeface="+mn-ea"/>
                <a:cs typeface="+mn-cs"/>
              </a:rPr>
              <a:t> </a:t>
            </a:r>
          </a:p>
          <a:p>
            <a:pPr fontAlgn="ctr"/>
            <a:r>
              <a:rPr lang="fr-FR" sz="1200" b="0" i="0" u="none" strike="noStrike" kern="1200" err="1">
                <a:solidFill>
                  <a:schemeClr val="tx1"/>
                </a:solidFill>
                <a:effectLst/>
                <a:latin typeface="+mn-lt"/>
                <a:ea typeface="+mn-ea"/>
                <a:cs typeface="+mn-cs"/>
              </a:rPr>
              <a:t>Monthly</a:t>
            </a:r>
            <a:r>
              <a:rPr lang="fr-FR" sz="1200" b="0" i="0" u="none" strike="noStrike" kern="1200">
                <a:solidFill>
                  <a:schemeClr val="tx1"/>
                </a:solidFill>
                <a:effectLst/>
                <a:latin typeface="+mn-lt"/>
                <a:ea typeface="+mn-ea"/>
                <a:cs typeface="+mn-cs"/>
              </a:rPr>
              <a:t> sales for 2024 </a:t>
            </a:r>
          </a:p>
          <a:p>
            <a:pPr fontAlgn="ctr"/>
            <a:r>
              <a:rPr lang="fr-FR" sz="1200" b="0" i="0" u="none" strike="noStrike" kern="1200" err="1">
                <a:solidFill>
                  <a:schemeClr val="tx1"/>
                </a:solidFill>
                <a:effectLst/>
                <a:latin typeface="+mn-lt"/>
                <a:ea typeface="+mn-ea"/>
                <a:cs typeface="+mn-cs"/>
              </a:rPr>
              <a:t>Quarterly</a:t>
            </a:r>
            <a:r>
              <a:rPr lang="fr-FR" sz="1200" b="0" i="0" u="none" strike="noStrike" kern="1200">
                <a:solidFill>
                  <a:schemeClr val="tx1"/>
                </a:solidFill>
                <a:effectLst/>
                <a:latin typeface="+mn-lt"/>
                <a:ea typeface="+mn-ea"/>
                <a:cs typeface="+mn-cs"/>
              </a:rPr>
              <a:t> trend for 2023 and 2024 (sales + </a:t>
            </a:r>
            <a:r>
              <a:rPr lang="fr-FR" sz="1200" b="0" i="0" u="none" strike="noStrike" kern="1200" err="1">
                <a:solidFill>
                  <a:schemeClr val="tx1"/>
                </a:solidFill>
                <a:effectLst/>
                <a:latin typeface="+mn-lt"/>
                <a:ea typeface="+mn-ea"/>
                <a:cs typeface="+mn-cs"/>
              </a:rPr>
              <a:t>margin</a:t>
            </a:r>
            <a:r>
              <a:rPr lang="fr-FR" sz="1200" b="0" i="0" u="none" strike="noStrike" kern="1200">
                <a:solidFill>
                  <a:schemeClr val="tx1"/>
                </a:solidFill>
                <a:effectLst/>
                <a:latin typeface="+mn-lt"/>
                <a:ea typeface="+mn-ea"/>
                <a:cs typeface="+mn-cs"/>
              </a:rPr>
              <a:t>) </a:t>
            </a:r>
          </a:p>
          <a:p>
            <a:pPr fontAlgn="ctr"/>
            <a:r>
              <a:rPr lang="fr-FR" sz="1200" b="0" i="0" u="none" strike="noStrike" kern="1200">
                <a:solidFill>
                  <a:schemeClr val="tx1"/>
                </a:solidFill>
                <a:effectLst/>
                <a:latin typeface="+mn-lt"/>
                <a:ea typeface="+mn-ea"/>
                <a:cs typeface="+mn-cs"/>
              </a:rPr>
              <a:t>Top 10 </a:t>
            </a:r>
            <a:r>
              <a:rPr lang="fr-FR" sz="1200" b="0" i="0" u="none" strike="noStrike" kern="1200" err="1">
                <a:solidFill>
                  <a:schemeClr val="tx1"/>
                </a:solidFill>
                <a:effectLst/>
                <a:latin typeface="+mn-lt"/>
                <a:ea typeface="+mn-ea"/>
                <a:cs typeface="+mn-cs"/>
              </a:rPr>
              <a:t>products</a:t>
            </a:r>
            <a:r>
              <a:rPr lang="fr-FR" sz="1200" b="0" i="0" u="none" strike="noStrike" kern="1200">
                <a:solidFill>
                  <a:schemeClr val="tx1"/>
                </a:solidFill>
                <a:effectLst/>
                <a:latin typeface="+mn-lt"/>
                <a:ea typeface="+mn-ea"/>
                <a:cs typeface="+mn-cs"/>
              </a:rPr>
              <a:t> by sales </a:t>
            </a:r>
          </a:p>
          <a:p>
            <a:pPr fontAlgn="ctr"/>
            <a:r>
              <a:rPr lang="fr-FR" sz="1200" b="0" i="0" u="none" strike="noStrike" kern="1200">
                <a:solidFill>
                  <a:schemeClr val="tx1"/>
                </a:solidFill>
                <a:effectLst/>
                <a:latin typeface="+mn-lt"/>
                <a:ea typeface="+mn-ea"/>
                <a:cs typeface="+mn-cs"/>
              </a:rPr>
              <a:t>Top 10 </a:t>
            </a:r>
            <a:r>
              <a:rPr lang="fr-FR" sz="1200" b="0" i="0" u="none" strike="noStrike" kern="1200" err="1">
                <a:solidFill>
                  <a:schemeClr val="tx1"/>
                </a:solidFill>
                <a:effectLst/>
                <a:latin typeface="+mn-lt"/>
                <a:ea typeface="+mn-ea"/>
                <a:cs typeface="+mn-cs"/>
              </a:rPr>
              <a:t>suppliers</a:t>
            </a:r>
            <a:r>
              <a:rPr lang="fr-FR" sz="1200" b="0" i="0" u="none" strike="noStrike" kern="1200">
                <a:solidFill>
                  <a:schemeClr val="tx1"/>
                </a:solidFill>
                <a:effectLst/>
                <a:latin typeface="+mn-lt"/>
                <a:ea typeface="+mn-ea"/>
                <a:cs typeface="+mn-cs"/>
              </a:rPr>
              <a:t> by sales contribution </a:t>
            </a:r>
          </a:p>
          <a:p>
            <a:pPr fontAlgn="ctr"/>
            <a:r>
              <a:rPr lang="fr-FR" sz="1200" b="0" i="0" u="none" strike="noStrike" kern="1200" err="1">
                <a:solidFill>
                  <a:schemeClr val="tx1"/>
                </a:solidFill>
                <a:effectLst/>
                <a:latin typeface="+mn-lt"/>
                <a:ea typeface="+mn-ea"/>
                <a:cs typeface="+mn-cs"/>
              </a:rPr>
              <a:t>Average</a:t>
            </a:r>
            <a:r>
              <a:rPr lang="fr-FR" sz="1200" b="0" i="0" u="none" strike="noStrike" kern="1200">
                <a:solidFill>
                  <a:schemeClr val="tx1"/>
                </a:solidFill>
                <a:effectLst/>
                <a:latin typeface="+mn-lt"/>
                <a:ea typeface="+mn-ea"/>
                <a:cs typeface="+mn-cs"/>
              </a:rPr>
              <a:t> PO value by supplier </a:t>
            </a:r>
            <a:r>
              <a:rPr lang="fr-FR" sz="1200" b="0" i="0" u="none" strike="noStrike" kern="1200" err="1">
                <a:solidFill>
                  <a:schemeClr val="tx1"/>
                </a:solidFill>
                <a:effectLst/>
                <a:latin typeface="+mn-lt"/>
                <a:ea typeface="+mn-ea"/>
                <a:cs typeface="+mn-cs"/>
              </a:rPr>
              <a:t>category</a:t>
            </a:r>
            <a:r>
              <a:rPr lang="fr-FR" sz="1200" b="0" i="0" u="none" strike="noStrike" kern="1200">
                <a:solidFill>
                  <a:schemeClr val="tx1"/>
                </a:solidFill>
                <a:effectLst/>
                <a:latin typeface="+mn-lt"/>
                <a:ea typeface="+mn-ea"/>
                <a:cs typeface="+mn-cs"/>
              </a:rPr>
              <a:t> </a:t>
            </a:r>
          </a:p>
          <a:p>
            <a:pPr fontAlgn="ctr"/>
            <a:r>
              <a:rPr lang="fr-FR" sz="1200" b="0" i="0" u="none" strike="noStrike" kern="1200">
                <a:solidFill>
                  <a:schemeClr val="tx1"/>
                </a:solidFill>
                <a:effectLst/>
                <a:latin typeface="+mn-lt"/>
                <a:ea typeface="+mn-ea"/>
                <a:cs typeface="+mn-cs"/>
              </a:rPr>
              <a:t>Best </a:t>
            </a:r>
            <a:r>
              <a:rPr lang="fr-FR" sz="1200" b="0" i="0" u="none" strike="noStrike" kern="1200" err="1">
                <a:solidFill>
                  <a:schemeClr val="tx1"/>
                </a:solidFill>
                <a:effectLst/>
                <a:latin typeface="+mn-lt"/>
                <a:ea typeface="+mn-ea"/>
                <a:cs typeface="+mn-cs"/>
              </a:rPr>
              <a:t>selling</a:t>
            </a:r>
            <a:r>
              <a:rPr lang="fr-FR" sz="1200" b="0" i="0" u="none" strike="noStrike" kern="1200">
                <a:solidFill>
                  <a:schemeClr val="tx1"/>
                </a:solidFill>
                <a:effectLst/>
                <a:latin typeface="+mn-lt"/>
                <a:ea typeface="+mn-ea"/>
                <a:cs typeface="+mn-cs"/>
              </a:rPr>
              <a:t> </a:t>
            </a:r>
            <a:r>
              <a:rPr lang="fr-FR" sz="1200" b="0" i="0" u="none" strike="noStrike" kern="1200" err="1">
                <a:solidFill>
                  <a:schemeClr val="tx1"/>
                </a:solidFill>
                <a:effectLst/>
                <a:latin typeface="+mn-lt"/>
                <a:ea typeface="+mn-ea"/>
                <a:cs typeface="+mn-cs"/>
              </a:rPr>
              <a:t>product</a:t>
            </a:r>
            <a:r>
              <a:rPr lang="fr-FR" sz="1200" b="0" i="0" u="none" strike="noStrike" kern="1200">
                <a:solidFill>
                  <a:schemeClr val="tx1"/>
                </a:solidFill>
                <a:effectLst/>
                <a:latin typeface="+mn-lt"/>
                <a:ea typeface="+mn-ea"/>
                <a:cs typeface="+mn-cs"/>
              </a:rPr>
              <a:t> per </a:t>
            </a:r>
            <a:r>
              <a:rPr lang="fr-FR" sz="1200" b="0" i="0" u="none" strike="noStrike" kern="1200" err="1">
                <a:solidFill>
                  <a:schemeClr val="tx1"/>
                </a:solidFill>
                <a:effectLst/>
                <a:latin typeface="+mn-lt"/>
                <a:ea typeface="+mn-ea"/>
                <a:cs typeface="+mn-cs"/>
              </a:rPr>
              <a:t>region</a:t>
            </a:r>
            <a:r>
              <a:rPr lang="fr-FR" sz="1200" b="0" i="0" u="none" strike="noStrike" kern="1200">
                <a:solidFill>
                  <a:schemeClr val="tx1"/>
                </a:solidFill>
                <a:effectLst/>
                <a:latin typeface="+mn-lt"/>
                <a:ea typeface="+mn-ea"/>
                <a:cs typeface="+mn-cs"/>
              </a:rPr>
              <a:t> in 2024 </a:t>
            </a:r>
          </a:p>
          <a:p>
            <a:pPr fontAlgn="ctr"/>
            <a:r>
              <a:rPr lang="fr-FR" sz="1200" b="0" i="0" u="none" strike="noStrike" kern="1200">
                <a:solidFill>
                  <a:schemeClr val="tx1"/>
                </a:solidFill>
                <a:effectLst/>
                <a:latin typeface="+mn-lt"/>
                <a:ea typeface="+mn-ea"/>
                <a:cs typeface="+mn-cs"/>
              </a:rPr>
              <a:t>Sales by country of manufacture </a:t>
            </a:r>
          </a:p>
          <a:p>
            <a:endParaRPr lang="en-US"/>
          </a:p>
          <a:p>
            <a:r>
              <a:rPr lang="fr-FR"/>
              <a:t>• Démontrer des questions en langage naturel : ventes, marge, croissance, top produits.</a:t>
            </a:r>
          </a:p>
          <a:p>
            <a:r>
              <a:rPr lang="fr-FR"/>
              <a:t>• Montrer le RBAC en action : créateur, commercial (lecteur), direction via Teams.</a:t>
            </a:r>
          </a:p>
          <a:p>
            <a:r>
              <a:rPr lang="fr-FR"/>
              <a:t>• Chacun ne voit que les données auxquelles il a accès.</a:t>
            </a:r>
          </a:p>
        </p:txBody>
      </p:sp>
      <p:sp>
        <p:nvSpPr>
          <p:cNvPr id="4" name="Slide Number Placeholder 3">
            <a:extLst>
              <a:ext uri="{FF2B5EF4-FFF2-40B4-BE49-F238E27FC236}">
                <a16:creationId xmlns:a16="http://schemas.microsoft.com/office/drawing/2014/main" id="{631E39B6-C6E0-CF22-E14C-BB577384669F}"/>
              </a:ext>
            </a:extLst>
          </p:cNvPr>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66686792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B67966-DAC9-C29F-46B2-6EE5D8E691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0329E3-4BC6-95F2-1698-5F6E74514B5E}"/>
              </a:ext>
            </a:extLst>
          </p:cNvPr>
          <p:cNvSpPr>
            <a:spLocks noGrp="1" noRot="1" noChangeAspect="1"/>
          </p:cNvSpPr>
          <p:nvPr>
            <p:ph type="sldImg"/>
          </p:nvPr>
        </p:nvSpPr>
        <p:spPr/>
        <p:txBody>
          <a:bodyPr/>
          <a:lstStyle/>
          <a:p>
            <a:endParaRPr lang="fr-FR"/>
          </a:p>
        </p:txBody>
      </p:sp>
      <p:sp>
        <p:nvSpPr>
          <p:cNvPr id="3" name="Notes Placeholder 2">
            <a:extLst>
              <a:ext uri="{FF2B5EF4-FFF2-40B4-BE49-F238E27FC236}">
                <a16:creationId xmlns:a16="http://schemas.microsoft.com/office/drawing/2014/main" id="{E7BEB00A-27D5-9E96-FC9F-D25B326E35A4}"/>
              </a:ext>
            </a:extLst>
          </p:cNvPr>
          <p:cNvSpPr>
            <a:spLocks noGrp="1"/>
          </p:cNvSpPr>
          <p:nvPr>
            <p:ph type="body" idx="1"/>
          </p:nvPr>
        </p:nvSpPr>
        <p:spPr/>
        <p:txBody>
          <a:bodyPr/>
          <a:lstStyle/>
          <a:p>
            <a:pPr fontAlgn="ctr"/>
            <a:r>
              <a:rPr lang="fr-FR" sz="1200" b="0" i="0" u="none" strike="noStrike" kern="1200" err="1">
                <a:solidFill>
                  <a:schemeClr val="tx1"/>
                </a:solidFill>
                <a:effectLst/>
                <a:latin typeface="+mn-lt"/>
                <a:ea typeface="+mn-ea"/>
                <a:cs typeface="+mn-cs"/>
              </a:rPr>
              <a:t>What</a:t>
            </a:r>
            <a:r>
              <a:rPr lang="fr-FR" sz="1200" b="0" i="0" u="none" strike="noStrike" kern="1200">
                <a:solidFill>
                  <a:schemeClr val="tx1"/>
                </a:solidFill>
                <a:effectLst/>
                <a:latin typeface="+mn-lt"/>
                <a:ea typeface="+mn-ea"/>
                <a:cs typeface="+mn-cs"/>
              </a:rPr>
              <a:t> </a:t>
            </a:r>
            <a:r>
              <a:rPr lang="fr-FR" sz="1200" b="0" i="0" u="none" strike="noStrike" kern="1200" err="1">
                <a:solidFill>
                  <a:schemeClr val="tx1"/>
                </a:solidFill>
                <a:effectLst/>
                <a:latin typeface="+mn-lt"/>
                <a:ea typeface="+mn-ea"/>
                <a:cs typeface="+mn-cs"/>
              </a:rPr>
              <a:t>is</a:t>
            </a:r>
            <a:r>
              <a:rPr lang="fr-FR" sz="1200" b="0" i="0" u="none" strike="noStrike" kern="1200">
                <a:solidFill>
                  <a:schemeClr val="tx1"/>
                </a:solidFill>
                <a:effectLst/>
                <a:latin typeface="+mn-lt"/>
                <a:ea typeface="+mn-ea"/>
                <a:cs typeface="+mn-cs"/>
              </a:rPr>
              <a:t> total sales </a:t>
            </a:r>
            <a:r>
              <a:rPr lang="fr-FR" sz="1200" b="0" i="0" u="none" strike="noStrike" kern="1200" err="1">
                <a:solidFill>
                  <a:schemeClr val="tx1"/>
                </a:solidFill>
                <a:effectLst/>
                <a:latin typeface="+mn-lt"/>
                <a:ea typeface="+mn-ea"/>
                <a:cs typeface="+mn-cs"/>
              </a:rPr>
              <a:t>amount</a:t>
            </a:r>
            <a:r>
              <a:rPr lang="fr-FR" sz="1200" b="0" i="0" u="none" strike="noStrike" kern="1200">
                <a:solidFill>
                  <a:schemeClr val="tx1"/>
                </a:solidFill>
                <a:effectLst/>
                <a:latin typeface="+mn-lt"/>
                <a:ea typeface="+mn-ea"/>
                <a:cs typeface="+mn-cs"/>
              </a:rPr>
              <a:t> for 2024 ? </a:t>
            </a:r>
          </a:p>
          <a:p>
            <a:pPr fontAlgn="ctr"/>
            <a:r>
              <a:rPr lang="fr-FR" sz="1200" b="0" i="0" u="none" strike="noStrike" kern="1200" err="1">
                <a:solidFill>
                  <a:schemeClr val="tx1"/>
                </a:solidFill>
                <a:effectLst/>
                <a:latin typeface="+mn-lt"/>
                <a:ea typeface="+mn-ea"/>
                <a:cs typeface="+mn-cs"/>
              </a:rPr>
              <a:t>What</a:t>
            </a:r>
            <a:r>
              <a:rPr lang="fr-FR" sz="1200" b="0" i="0" u="none" strike="noStrike" kern="1200">
                <a:solidFill>
                  <a:schemeClr val="tx1"/>
                </a:solidFill>
                <a:effectLst/>
                <a:latin typeface="+mn-lt"/>
                <a:ea typeface="+mn-ea"/>
                <a:cs typeface="+mn-cs"/>
              </a:rPr>
              <a:t> </a:t>
            </a:r>
            <a:r>
              <a:rPr lang="fr-FR" sz="1200" b="0" i="0" u="none" strike="noStrike" kern="1200" err="1">
                <a:solidFill>
                  <a:schemeClr val="tx1"/>
                </a:solidFill>
                <a:effectLst/>
                <a:latin typeface="+mn-lt"/>
                <a:ea typeface="+mn-ea"/>
                <a:cs typeface="+mn-cs"/>
              </a:rPr>
              <a:t>is</a:t>
            </a:r>
            <a:r>
              <a:rPr lang="fr-FR" sz="1200" b="0" i="0" u="none" strike="noStrike" kern="1200">
                <a:solidFill>
                  <a:schemeClr val="tx1"/>
                </a:solidFill>
                <a:effectLst/>
                <a:latin typeface="+mn-lt"/>
                <a:ea typeface="+mn-ea"/>
                <a:cs typeface="+mn-cs"/>
              </a:rPr>
              <a:t> the </a:t>
            </a:r>
            <a:r>
              <a:rPr lang="fr-FR" sz="1200" b="0" i="0" u="none" strike="noStrike" kern="1200" err="1">
                <a:solidFill>
                  <a:schemeClr val="tx1"/>
                </a:solidFill>
                <a:effectLst/>
                <a:latin typeface="+mn-lt"/>
                <a:ea typeface="+mn-ea"/>
                <a:cs typeface="+mn-cs"/>
              </a:rPr>
              <a:t>gross</a:t>
            </a:r>
            <a:r>
              <a:rPr lang="fr-FR" sz="1200" b="0" i="0" u="none" strike="noStrike" kern="1200">
                <a:solidFill>
                  <a:schemeClr val="tx1"/>
                </a:solidFill>
                <a:effectLst/>
                <a:latin typeface="+mn-lt"/>
                <a:ea typeface="+mn-ea"/>
                <a:cs typeface="+mn-cs"/>
              </a:rPr>
              <a:t> </a:t>
            </a:r>
            <a:r>
              <a:rPr lang="fr-FR" sz="1200" b="0" i="0" u="none" strike="noStrike" kern="1200" err="1">
                <a:solidFill>
                  <a:schemeClr val="tx1"/>
                </a:solidFill>
                <a:effectLst/>
                <a:latin typeface="+mn-lt"/>
                <a:ea typeface="+mn-ea"/>
                <a:cs typeface="+mn-cs"/>
              </a:rPr>
              <a:t>margin</a:t>
            </a:r>
            <a:r>
              <a:rPr lang="fr-FR" sz="1200" b="0" i="0" u="none" strike="noStrike" kern="1200">
                <a:solidFill>
                  <a:schemeClr val="tx1"/>
                </a:solidFill>
                <a:effectLst/>
                <a:latin typeface="+mn-lt"/>
                <a:ea typeface="+mn-ea"/>
                <a:cs typeface="+mn-cs"/>
              </a:rPr>
              <a:t> for 2024 ? </a:t>
            </a:r>
          </a:p>
          <a:p>
            <a:pPr fontAlgn="ctr"/>
            <a:r>
              <a:rPr lang="fr-FR" sz="1200" b="0" i="0" u="none" strike="noStrike" kern="1200" err="1">
                <a:solidFill>
                  <a:schemeClr val="tx1"/>
                </a:solidFill>
                <a:effectLst/>
                <a:latin typeface="+mn-lt"/>
                <a:ea typeface="+mn-ea"/>
                <a:cs typeface="+mn-cs"/>
              </a:rPr>
              <a:t>Year</a:t>
            </a:r>
            <a:r>
              <a:rPr lang="fr-FR" sz="1200" b="0" i="0" u="none" strike="noStrike" kern="1200">
                <a:solidFill>
                  <a:schemeClr val="tx1"/>
                </a:solidFill>
                <a:effectLst/>
                <a:latin typeface="+mn-lt"/>
                <a:ea typeface="+mn-ea"/>
                <a:cs typeface="+mn-cs"/>
              </a:rPr>
              <a:t>-over-</a:t>
            </a:r>
            <a:r>
              <a:rPr lang="fr-FR" sz="1200" b="0" i="0" u="none" strike="noStrike" kern="1200" err="1">
                <a:solidFill>
                  <a:schemeClr val="tx1"/>
                </a:solidFill>
                <a:effectLst/>
                <a:latin typeface="+mn-lt"/>
                <a:ea typeface="+mn-ea"/>
                <a:cs typeface="+mn-cs"/>
              </a:rPr>
              <a:t>year</a:t>
            </a:r>
            <a:r>
              <a:rPr lang="fr-FR" sz="1200" b="0" i="0" u="none" strike="noStrike" kern="1200">
                <a:solidFill>
                  <a:schemeClr val="tx1"/>
                </a:solidFill>
                <a:effectLst/>
                <a:latin typeface="+mn-lt"/>
                <a:ea typeface="+mn-ea"/>
                <a:cs typeface="+mn-cs"/>
              </a:rPr>
              <a:t> sales </a:t>
            </a:r>
            <a:r>
              <a:rPr lang="fr-FR" sz="1200" b="0" i="0" u="none" strike="noStrike" kern="1200" err="1">
                <a:solidFill>
                  <a:schemeClr val="tx1"/>
                </a:solidFill>
                <a:effectLst/>
                <a:latin typeface="+mn-lt"/>
                <a:ea typeface="+mn-ea"/>
                <a:cs typeface="+mn-cs"/>
              </a:rPr>
              <a:t>growth</a:t>
            </a:r>
            <a:r>
              <a:rPr lang="fr-FR" sz="1200" b="0" i="0" u="none" strike="noStrike" kern="1200">
                <a:solidFill>
                  <a:schemeClr val="tx1"/>
                </a:solidFill>
                <a:effectLst/>
                <a:latin typeface="+mn-lt"/>
                <a:ea typeface="+mn-ea"/>
                <a:cs typeface="+mn-cs"/>
              </a:rPr>
              <a:t> for the last </a:t>
            </a:r>
            <a:r>
              <a:rPr lang="fr-FR" sz="1200" b="0" i="0" u="none" strike="noStrike" kern="1200" err="1">
                <a:solidFill>
                  <a:schemeClr val="tx1"/>
                </a:solidFill>
                <a:effectLst/>
                <a:latin typeface="+mn-lt"/>
                <a:ea typeface="+mn-ea"/>
                <a:cs typeface="+mn-cs"/>
              </a:rPr>
              <a:t>years</a:t>
            </a:r>
            <a:r>
              <a:rPr lang="fr-FR" sz="1200" b="0" i="0" u="none" strike="noStrike" kern="1200">
                <a:solidFill>
                  <a:schemeClr val="tx1"/>
                </a:solidFill>
                <a:effectLst/>
                <a:latin typeface="+mn-lt"/>
                <a:ea typeface="+mn-ea"/>
                <a:cs typeface="+mn-cs"/>
              </a:rPr>
              <a:t> </a:t>
            </a:r>
          </a:p>
          <a:p>
            <a:pPr fontAlgn="ctr"/>
            <a:r>
              <a:rPr lang="fr-FR" sz="1200" b="0" i="0" u="none" strike="noStrike" kern="1200" err="1">
                <a:solidFill>
                  <a:schemeClr val="tx1"/>
                </a:solidFill>
                <a:effectLst/>
                <a:latin typeface="+mn-lt"/>
                <a:ea typeface="+mn-ea"/>
                <a:cs typeface="+mn-cs"/>
              </a:rPr>
              <a:t>Monthly</a:t>
            </a:r>
            <a:r>
              <a:rPr lang="fr-FR" sz="1200" b="0" i="0" u="none" strike="noStrike" kern="1200">
                <a:solidFill>
                  <a:schemeClr val="tx1"/>
                </a:solidFill>
                <a:effectLst/>
                <a:latin typeface="+mn-lt"/>
                <a:ea typeface="+mn-ea"/>
                <a:cs typeface="+mn-cs"/>
              </a:rPr>
              <a:t> sales for 2024 </a:t>
            </a:r>
          </a:p>
          <a:p>
            <a:pPr fontAlgn="ctr"/>
            <a:r>
              <a:rPr lang="fr-FR" sz="1200" b="0" i="0" u="none" strike="noStrike" kern="1200" err="1">
                <a:solidFill>
                  <a:schemeClr val="tx1"/>
                </a:solidFill>
                <a:effectLst/>
                <a:latin typeface="+mn-lt"/>
                <a:ea typeface="+mn-ea"/>
                <a:cs typeface="+mn-cs"/>
              </a:rPr>
              <a:t>Quarterly</a:t>
            </a:r>
            <a:r>
              <a:rPr lang="fr-FR" sz="1200" b="0" i="0" u="none" strike="noStrike" kern="1200">
                <a:solidFill>
                  <a:schemeClr val="tx1"/>
                </a:solidFill>
                <a:effectLst/>
                <a:latin typeface="+mn-lt"/>
                <a:ea typeface="+mn-ea"/>
                <a:cs typeface="+mn-cs"/>
              </a:rPr>
              <a:t> trend for 2023 and 2024 (sales + </a:t>
            </a:r>
            <a:r>
              <a:rPr lang="fr-FR" sz="1200" b="0" i="0" u="none" strike="noStrike" kern="1200" err="1">
                <a:solidFill>
                  <a:schemeClr val="tx1"/>
                </a:solidFill>
                <a:effectLst/>
                <a:latin typeface="+mn-lt"/>
                <a:ea typeface="+mn-ea"/>
                <a:cs typeface="+mn-cs"/>
              </a:rPr>
              <a:t>margin</a:t>
            </a:r>
            <a:r>
              <a:rPr lang="fr-FR" sz="1200" b="0" i="0" u="none" strike="noStrike" kern="1200">
                <a:solidFill>
                  <a:schemeClr val="tx1"/>
                </a:solidFill>
                <a:effectLst/>
                <a:latin typeface="+mn-lt"/>
                <a:ea typeface="+mn-ea"/>
                <a:cs typeface="+mn-cs"/>
              </a:rPr>
              <a:t>) </a:t>
            </a:r>
          </a:p>
          <a:p>
            <a:pPr fontAlgn="ctr"/>
            <a:r>
              <a:rPr lang="fr-FR" sz="1200" b="0" i="0" u="none" strike="noStrike" kern="1200">
                <a:solidFill>
                  <a:schemeClr val="tx1"/>
                </a:solidFill>
                <a:effectLst/>
                <a:latin typeface="+mn-lt"/>
                <a:ea typeface="+mn-ea"/>
                <a:cs typeface="+mn-cs"/>
              </a:rPr>
              <a:t>Top 10 </a:t>
            </a:r>
            <a:r>
              <a:rPr lang="fr-FR" sz="1200" b="0" i="0" u="none" strike="noStrike" kern="1200" err="1">
                <a:solidFill>
                  <a:schemeClr val="tx1"/>
                </a:solidFill>
                <a:effectLst/>
                <a:latin typeface="+mn-lt"/>
                <a:ea typeface="+mn-ea"/>
                <a:cs typeface="+mn-cs"/>
              </a:rPr>
              <a:t>products</a:t>
            </a:r>
            <a:r>
              <a:rPr lang="fr-FR" sz="1200" b="0" i="0" u="none" strike="noStrike" kern="1200">
                <a:solidFill>
                  <a:schemeClr val="tx1"/>
                </a:solidFill>
                <a:effectLst/>
                <a:latin typeface="+mn-lt"/>
                <a:ea typeface="+mn-ea"/>
                <a:cs typeface="+mn-cs"/>
              </a:rPr>
              <a:t> by sales </a:t>
            </a:r>
          </a:p>
          <a:p>
            <a:pPr fontAlgn="ctr"/>
            <a:r>
              <a:rPr lang="fr-FR" sz="1200" b="0" i="0" u="none" strike="noStrike" kern="1200">
                <a:solidFill>
                  <a:schemeClr val="tx1"/>
                </a:solidFill>
                <a:effectLst/>
                <a:latin typeface="+mn-lt"/>
                <a:ea typeface="+mn-ea"/>
                <a:cs typeface="+mn-cs"/>
              </a:rPr>
              <a:t>Top 10 </a:t>
            </a:r>
            <a:r>
              <a:rPr lang="fr-FR" sz="1200" b="0" i="0" u="none" strike="noStrike" kern="1200" err="1">
                <a:solidFill>
                  <a:schemeClr val="tx1"/>
                </a:solidFill>
                <a:effectLst/>
                <a:latin typeface="+mn-lt"/>
                <a:ea typeface="+mn-ea"/>
                <a:cs typeface="+mn-cs"/>
              </a:rPr>
              <a:t>suppliers</a:t>
            </a:r>
            <a:r>
              <a:rPr lang="fr-FR" sz="1200" b="0" i="0" u="none" strike="noStrike" kern="1200">
                <a:solidFill>
                  <a:schemeClr val="tx1"/>
                </a:solidFill>
                <a:effectLst/>
                <a:latin typeface="+mn-lt"/>
                <a:ea typeface="+mn-ea"/>
                <a:cs typeface="+mn-cs"/>
              </a:rPr>
              <a:t> by sales contribution </a:t>
            </a:r>
          </a:p>
          <a:p>
            <a:pPr fontAlgn="ctr"/>
            <a:r>
              <a:rPr lang="fr-FR" sz="1200" b="0" i="0" u="none" strike="noStrike" kern="1200" err="1">
                <a:solidFill>
                  <a:schemeClr val="tx1"/>
                </a:solidFill>
                <a:effectLst/>
                <a:latin typeface="+mn-lt"/>
                <a:ea typeface="+mn-ea"/>
                <a:cs typeface="+mn-cs"/>
              </a:rPr>
              <a:t>Average</a:t>
            </a:r>
            <a:r>
              <a:rPr lang="fr-FR" sz="1200" b="0" i="0" u="none" strike="noStrike" kern="1200">
                <a:solidFill>
                  <a:schemeClr val="tx1"/>
                </a:solidFill>
                <a:effectLst/>
                <a:latin typeface="+mn-lt"/>
                <a:ea typeface="+mn-ea"/>
                <a:cs typeface="+mn-cs"/>
              </a:rPr>
              <a:t> PO value by supplier </a:t>
            </a:r>
            <a:r>
              <a:rPr lang="fr-FR" sz="1200" b="0" i="0" u="none" strike="noStrike" kern="1200" err="1">
                <a:solidFill>
                  <a:schemeClr val="tx1"/>
                </a:solidFill>
                <a:effectLst/>
                <a:latin typeface="+mn-lt"/>
                <a:ea typeface="+mn-ea"/>
                <a:cs typeface="+mn-cs"/>
              </a:rPr>
              <a:t>category</a:t>
            </a:r>
            <a:r>
              <a:rPr lang="fr-FR" sz="1200" b="0" i="0" u="none" strike="noStrike" kern="1200">
                <a:solidFill>
                  <a:schemeClr val="tx1"/>
                </a:solidFill>
                <a:effectLst/>
                <a:latin typeface="+mn-lt"/>
                <a:ea typeface="+mn-ea"/>
                <a:cs typeface="+mn-cs"/>
              </a:rPr>
              <a:t> </a:t>
            </a:r>
          </a:p>
          <a:p>
            <a:pPr fontAlgn="ctr"/>
            <a:r>
              <a:rPr lang="fr-FR" sz="1200" b="0" i="0" u="none" strike="noStrike" kern="1200">
                <a:solidFill>
                  <a:schemeClr val="tx1"/>
                </a:solidFill>
                <a:effectLst/>
                <a:latin typeface="+mn-lt"/>
                <a:ea typeface="+mn-ea"/>
                <a:cs typeface="+mn-cs"/>
              </a:rPr>
              <a:t>Best </a:t>
            </a:r>
            <a:r>
              <a:rPr lang="fr-FR" sz="1200" b="0" i="0" u="none" strike="noStrike" kern="1200" err="1">
                <a:solidFill>
                  <a:schemeClr val="tx1"/>
                </a:solidFill>
                <a:effectLst/>
                <a:latin typeface="+mn-lt"/>
                <a:ea typeface="+mn-ea"/>
                <a:cs typeface="+mn-cs"/>
              </a:rPr>
              <a:t>selling</a:t>
            </a:r>
            <a:r>
              <a:rPr lang="fr-FR" sz="1200" b="0" i="0" u="none" strike="noStrike" kern="1200">
                <a:solidFill>
                  <a:schemeClr val="tx1"/>
                </a:solidFill>
                <a:effectLst/>
                <a:latin typeface="+mn-lt"/>
                <a:ea typeface="+mn-ea"/>
                <a:cs typeface="+mn-cs"/>
              </a:rPr>
              <a:t> </a:t>
            </a:r>
            <a:r>
              <a:rPr lang="fr-FR" sz="1200" b="0" i="0" u="none" strike="noStrike" kern="1200" err="1">
                <a:solidFill>
                  <a:schemeClr val="tx1"/>
                </a:solidFill>
                <a:effectLst/>
                <a:latin typeface="+mn-lt"/>
                <a:ea typeface="+mn-ea"/>
                <a:cs typeface="+mn-cs"/>
              </a:rPr>
              <a:t>product</a:t>
            </a:r>
            <a:r>
              <a:rPr lang="fr-FR" sz="1200" b="0" i="0" u="none" strike="noStrike" kern="1200">
                <a:solidFill>
                  <a:schemeClr val="tx1"/>
                </a:solidFill>
                <a:effectLst/>
                <a:latin typeface="+mn-lt"/>
                <a:ea typeface="+mn-ea"/>
                <a:cs typeface="+mn-cs"/>
              </a:rPr>
              <a:t> per </a:t>
            </a:r>
            <a:r>
              <a:rPr lang="fr-FR" sz="1200" b="0" i="0" u="none" strike="noStrike" kern="1200" err="1">
                <a:solidFill>
                  <a:schemeClr val="tx1"/>
                </a:solidFill>
                <a:effectLst/>
                <a:latin typeface="+mn-lt"/>
                <a:ea typeface="+mn-ea"/>
                <a:cs typeface="+mn-cs"/>
              </a:rPr>
              <a:t>region</a:t>
            </a:r>
            <a:r>
              <a:rPr lang="fr-FR" sz="1200" b="0" i="0" u="none" strike="noStrike" kern="1200">
                <a:solidFill>
                  <a:schemeClr val="tx1"/>
                </a:solidFill>
                <a:effectLst/>
                <a:latin typeface="+mn-lt"/>
                <a:ea typeface="+mn-ea"/>
                <a:cs typeface="+mn-cs"/>
              </a:rPr>
              <a:t> in 2024 </a:t>
            </a:r>
          </a:p>
          <a:p>
            <a:pPr fontAlgn="ctr"/>
            <a:r>
              <a:rPr lang="fr-FR" sz="1200" b="0" i="0" u="none" strike="noStrike" kern="1200">
                <a:solidFill>
                  <a:schemeClr val="tx1"/>
                </a:solidFill>
                <a:effectLst/>
                <a:latin typeface="+mn-lt"/>
                <a:ea typeface="+mn-ea"/>
                <a:cs typeface="+mn-cs"/>
              </a:rPr>
              <a:t>Sales by country of manufacture </a:t>
            </a:r>
          </a:p>
          <a:p>
            <a:endParaRPr lang="en-US"/>
          </a:p>
          <a:p>
            <a:r>
              <a:rPr lang="fr-FR"/>
              <a:t>• Démontrer des questions en langage naturel : ventes, marge, croissance, top produits.</a:t>
            </a:r>
          </a:p>
          <a:p>
            <a:r>
              <a:rPr lang="fr-FR"/>
              <a:t>• Montrer le RBAC en action : créateur, commercial (lecteur), direction via Teams.</a:t>
            </a:r>
          </a:p>
          <a:p>
            <a:r>
              <a:rPr lang="fr-FR"/>
              <a:t>• Chacun ne voit que les données auxquelles il a accès.</a:t>
            </a:r>
          </a:p>
        </p:txBody>
      </p:sp>
      <p:sp>
        <p:nvSpPr>
          <p:cNvPr id="4" name="Slide Number Placeholder 3">
            <a:extLst>
              <a:ext uri="{FF2B5EF4-FFF2-40B4-BE49-F238E27FC236}">
                <a16:creationId xmlns:a16="http://schemas.microsoft.com/office/drawing/2014/main" id="{B1BE491B-157D-8F41-144C-BFE66C5C1863}"/>
              </a:ext>
            </a:extLst>
          </p:cNvPr>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100009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116029-A146-BE12-B346-5AF781F0A6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B2AC49-EA26-2DDC-92F7-F0D0509DE13F}"/>
              </a:ext>
            </a:extLst>
          </p:cNvPr>
          <p:cNvSpPr>
            <a:spLocks noGrp="1" noRot="1" noChangeAspect="1"/>
          </p:cNvSpPr>
          <p:nvPr>
            <p:ph type="sldImg"/>
          </p:nvPr>
        </p:nvSpPr>
        <p:spPr/>
        <p:txBody>
          <a:bodyPr/>
          <a:lstStyle/>
          <a:p>
            <a:endParaRPr lang="fr-FR"/>
          </a:p>
        </p:txBody>
      </p:sp>
      <p:sp>
        <p:nvSpPr>
          <p:cNvPr id="3" name="Notes Placeholder 2">
            <a:extLst>
              <a:ext uri="{FF2B5EF4-FFF2-40B4-BE49-F238E27FC236}">
                <a16:creationId xmlns:a16="http://schemas.microsoft.com/office/drawing/2014/main" id="{95DD9687-1ACD-844F-3ECD-12D7BD943B2D}"/>
              </a:ext>
            </a:extLst>
          </p:cNvPr>
          <p:cNvSpPr>
            <a:spLocks noGrp="1"/>
          </p:cNvSpPr>
          <p:nvPr>
            <p:ph type="body" idx="1"/>
          </p:nvPr>
        </p:nvSpPr>
        <p:spPr/>
        <p:txBody>
          <a:bodyPr/>
          <a:lstStyle/>
          <a:p>
            <a:pPr fontAlgn="ctr"/>
            <a:r>
              <a:rPr lang="fr-FR" sz="1200" b="0" i="0" u="none" strike="noStrike" kern="1200" err="1">
                <a:solidFill>
                  <a:schemeClr val="tx1"/>
                </a:solidFill>
                <a:effectLst/>
                <a:latin typeface="+mn-lt"/>
                <a:ea typeface="+mn-ea"/>
                <a:cs typeface="+mn-cs"/>
              </a:rPr>
              <a:t>What</a:t>
            </a:r>
            <a:r>
              <a:rPr lang="fr-FR" sz="1200" b="0" i="0" u="none" strike="noStrike" kern="1200">
                <a:solidFill>
                  <a:schemeClr val="tx1"/>
                </a:solidFill>
                <a:effectLst/>
                <a:latin typeface="+mn-lt"/>
                <a:ea typeface="+mn-ea"/>
                <a:cs typeface="+mn-cs"/>
              </a:rPr>
              <a:t> </a:t>
            </a:r>
            <a:r>
              <a:rPr lang="fr-FR" sz="1200" b="0" i="0" u="none" strike="noStrike" kern="1200" err="1">
                <a:solidFill>
                  <a:schemeClr val="tx1"/>
                </a:solidFill>
                <a:effectLst/>
                <a:latin typeface="+mn-lt"/>
                <a:ea typeface="+mn-ea"/>
                <a:cs typeface="+mn-cs"/>
              </a:rPr>
              <a:t>is</a:t>
            </a:r>
            <a:r>
              <a:rPr lang="fr-FR" sz="1200" b="0" i="0" u="none" strike="noStrike" kern="1200">
                <a:solidFill>
                  <a:schemeClr val="tx1"/>
                </a:solidFill>
                <a:effectLst/>
                <a:latin typeface="+mn-lt"/>
                <a:ea typeface="+mn-ea"/>
                <a:cs typeface="+mn-cs"/>
              </a:rPr>
              <a:t> total sales </a:t>
            </a:r>
            <a:r>
              <a:rPr lang="fr-FR" sz="1200" b="0" i="0" u="none" strike="noStrike" kern="1200" err="1">
                <a:solidFill>
                  <a:schemeClr val="tx1"/>
                </a:solidFill>
                <a:effectLst/>
                <a:latin typeface="+mn-lt"/>
                <a:ea typeface="+mn-ea"/>
                <a:cs typeface="+mn-cs"/>
              </a:rPr>
              <a:t>amount</a:t>
            </a:r>
            <a:r>
              <a:rPr lang="fr-FR" sz="1200" b="0" i="0" u="none" strike="noStrike" kern="1200">
                <a:solidFill>
                  <a:schemeClr val="tx1"/>
                </a:solidFill>
                <a:effectLst/>
                <a:latin typeface="+mn-lt"/>
                <a:ea typeface="+mn-ea"/>
                <a:cs typeface="+mn-cs"/>
              </a:rPr>
              <a:t> for 2024 ? </a:t>
            </a:r>
          </a:p>
          <a:p>
            <a:pPr fontAlgn="ctr"/>
            <a:r>
              <a:rPr lang="fr-FR" sz="1200" b="0" i="0" u="none" strike="noStrike" kern="1200" err="1">
                <a:solidFill>
                  <a:schemeClr val="tx1"/>
                </a:solidFill>
                <a:effectLst/>
                <a:latin typeface="+mn-lt"/>
                <a:ea typeface="+mn-ea"/>
                <a:cs typeface="+mn-cs"/>
              </a:rPr>
              <a:t>What</a:t>
            </a:r>
            <a:r>
              <a:rPr lang="fr-FR" sz="1200" b="0" i="0" u="none" strike="noStrike" kern="1200">
                <a:solidFill>
                  <a:schemeClr val="tx1"/>
                </a:solidFill>
                <a:effectLst/>
                <a:latin typeface="+mn-lt"/>
                <a:ea typeface="+mn-ea"/>
                <a:cs typeface="+mn-cs"/>
              </a:rPr>
              <a:t> </a:t>
            </a:r>
            <a:r>
              <a:rPr lang="fr-FR" sz="1200" b="0" i="0" u="none" strike="noStrike" kern="1200" err="1">
                <a:solidFill>
                  <a:schemeClr val="tx1"/>
                </a:solidFill>
                <a:effectLst/>
                <a:latin typeface="+mn-lt"/>
                <a:ea typeface="+mn-ea"/>
                <a:cs typeface="+mn-cs"/>
              </a:rPr>
              <a:t>is</a:t>
            </a:r>
            <a:r>
              <a:rPr lang="fr-FR" sz="1200" b="0" i="0" u="none" strike="noStrike" kern="1200">
                <a:solidFill>
                  <a:schemeClr val="tx1"/>
                </a:solidFill>
                <a:effectLst/>
                <a:latin typeface="+mn-lt"/>
                <a:ea typeface="+mn-ea"/>
                <a:cs typeface="+mn-cs"/>
              </a:rPr>
              <a:t> the </a:t>
            </a:r>
            <a:r>
              <a:rPr lang="fr-FR" sz="1200" b="0" i="0" u="none" strike="noStrike" kern="1200" err="1">
                <a:solidFill>
                  <a:schemeClr val="tx1"/>
                </a:solidFill>
                <a:effectLst/>
                <a:latin typeface="+mn-lt"/>
                <a:ea typeface="+mn-ea"/>
                <a:cs typeface="+mn-cs"/>
              </a:rPr>
              <a:t>gross</a:t>
            </a:r>
            <a:r>
              <a:rPr lang="fr-FR" sz="1200" b="0" i="0" u="none" strike="noStrike" kern="1200">
                <a:solidFill>
                  <a:schemeClr val="tx1"/>
                </a:solidFill>
                <a:effectLst/>
                <a:latin typeface="+mn-lt"/>
                <a:ea typeface="+mn-ea"/>
                <a:cs typeface="+mn-cs"/>
              </a:rPr>
              <a:t> </a:t>
            </a:r>
            <a:r>
              <a:rPr lang="fr-FR" sz="1200" b="0" i="0" u="none" strike="noStrike" kern="1200" err="1">
                <a:solidFill>
                  <a:schemeClr val="tx1"/>
                </a:solidFill>
                <a:effectLst/>
                <a:latin typeface="+mn-lt"/>
                <a:ea typeface="+mn-ea"/>
                <a:cs typeface="+mn-cs"/>
              </a:rPr>
              <a:t>margin</a:t>
            </a:r>
            <a:r>
              <a:rPr lang="fr-FR" sz="1200" b="0" i="0" u="none" strike="noStrike" kern="1200">
                <a:solidFill>
                  <a:schemeClr val="tx1"/>
                </a:solidFill>
                <a:effectLst/>
                <a:latin typeface="+mn-lt"/>
                <a:ea typeface="+mn-ea"/>
                <a:cs typeface="+mn-cs"/>
              </a:rPr>
              <a:t> for 2024 ? </a:t>
            </a:r>
          </a:p>
          <a:p>
            <a:pPr fontAlgn="ctr"/>
            <a:r>
              <a:rPr lang="fr-FR" sz="1200" b="0" i="0" u="none" strike="noStrike" kern="1200" err="1">
                <a:solidFill>
                  <a:schemeClr val="tx1"/>
                </a:solidFill>
                <a:effectLst/>
                <a:latin typeface="+mn-lt"/>
                <a:ea typeface="+mn-ea"/>
                <a:cs typeface="+mn-cs"/>
              </a:rPr>
              <a:t>Year</a:t>
            </a:r>
            <a:r>
              <a:rPr lang="fr-FR" sz="1200" b="0" i="0" u="none" strike="noStrike" kern="1200">
                <a:solidFill>
                  <a:schemeClr val="tx1"/>
                </a:solidFill>
                <a:effectLst/>
                <a:latin typeface="+mn-lt"/>
                <a:ea typeface="+mn-ea"/>
                <a:cs typeface="+mn-cs"/>
              </a:rPr>
              <a:t>-over-</a:t>
            </a:r>
            <a:r>
              <a:rPr lang="fr-FR" sz="1200" b="0" i="0" u="none" strike="noStrike" kern="1200" err="1">
                <a:solidFill>
                  <a:schemeClr val="tx1"/>
                </a:solidFill>
                <a:effectLst/>
                <a:latin typeface="+mn-lt"/>
                <a:ea typeface="+mn-ea"/>
                <a:cs typeface="+mn-cs"/>
              </a:rPr>
              <a:t>year</a:t>
            </a:r>
            <a:r>
              <a:rPr lang="fr-FR" sz="1200" b="0" i="0" u="none" strike="noStrike" kern="1200">
                <a:solidFill>
                  <a:schemeClr val="tx1"/>
                </a:solidFill>
                <a:effectLst/>
                <a:latin typeface="+mn-lt"/>
                <a:ea typeface="+mn-ea"/>
                <a:cs typeface="+mn-cs"/>
              </a:rPr>
              <a:t> sales </a:t>
            </a:r>
            <a:r>
              <a:rPr lang="fr-FR" sz="1200" b="0" i="0" u="none" strike="noStrike" kern="1200" err="1">
                <a:solidFill>
                  <a:schemeClr val="tx1"/>
                </a:solidFill>
                <a:effectLst/>
                <a:latin typeface="+mn-lt"/>
                <a:ea typeface="+mn-ea"/>
                <a:cs typeface="+mn-cs"/>
              </a:rPr>
              <a:t>growth</a:t>
            </a:r>
            <a:r>
              <a:rPr lang="fr-FR" sz="1200" b="0" i="0" u="none" strike="noStrike" kern="1200">
                <a:solidFill>
                  <a:schemeClr val="tx1"/>
                </a:solidFill>
                <a:effectLst/>
                <a:latin typeface="+mn-lt"/>
                <a:ea typeface="+mn-ea"/>
                <a:cs typeface="+mn-cs"/>
              </a:rPr>
              <a:t> for the last </a:t>
            </a:r>
            <a:r>
              <a:rPr lang="fr-FR" sz="1200" b="0" i="0" u="none" strike="noStrike" kern="1200" err="1">
                <a:solidFill>
                  <a:schemeClr val="tx1"/>
                </a:solidFill>
                <a:effectLst/>
                <a:latin typeface="+mn-lt"/>
                <a:ea typeface="+mn-ea"/>
                <a:cs typeface="+mn-cs"/>
              </a:rPr>
              <a:t>years</a:t>
            </a:r>
            <a:r>
              <a:rPr lang="fr-FR" sz="1200" b="0" i="0" u="none" strike="noStrike" kern="1200">
                <a:solidFill>
                  <a:schemeClr val="tx1"/>
                </a:solidFill>
                <a:effectLst/>
                <a:latin typeface="+mn-lt"/>
                <a:ea typeface="+mn-ea"/>
                <a:cs typeface="+mn-cs"/>
              </a:rPr>
              <a:t> </a:t>
            </a:r>
          </a:p>
          <a:p>
            <a:pPr fontAlgn="ctr"/>
            <a:r>
              <a:rPr lang="fr-FR" sz="1200" b="0" i="0" u="none" strike="noStrike" kern="1200" err="1">
                <a:solidFill>
                  <a:schemeClr val="tx1"/>
                </a:solidFill>
                <a:effectLst/>
                <a:latin typeface="+mn-lt"/>
                <a:ea typeface="+mn-ea"/>
                <a:cs typeface="+mn-cs"/>
              </a:rPr>
              <a:t>Monthly</a:t>
            </a:r>
            <a:r>
              <a:rPr lang="fr-FR" sz="1200" b="0" i="0" u="none" strike="noStrike" kern="1200">
                <a:solidFill>
                  <a:schemeClr val="tx1"/>
                </a:solidFill>
                <a:effectLst/>
                <a:latin typeface="+mn-lt"/>
                <a:ea typeface="+mn-ea"/>
                <a:cs typeface="+mn-cs"/>
              </a:rPr>
              <a:t> sales for 2024 </a:t>
            </a:r>
          </a:p>
          <a:p>
            <a:pPr fontAlgn="ctr"/>
            <a:r>
              <a:rPr lang="fr-FR" sz="1200" b="0" i="0" u="none" strike="noStrike" kern="1200" err="1">
                <a:solidFill>
                  <a:schemeClr val="tx1"/>
                </a:solidFill>
                <a:effectLst/>
                <a:latin typeface="+mn-lt"/>
                <a:ea typeface="+mn-ea"/>
                <a:cs typeface="+mn-cs"/>
              </a:rPr>
              <a:t>Quarterly</a:t>
            </a:r>
            <a:r>
              <a:rPr lang="fr-FR" sz="1200" b="0" i="0" u="none" strike="noStrike" kern="1200">
                <a:solidFill>
                  <a:schemeClr val="tx1"/>
                </a:solidFill>
                <a:effectLst/>
                <a:latin typeface="+mn-lt"/>
                <a:ea typeface="+mn-ea"/>
                <a:cs typeface="+mn-cs"/>
              </a:rPr>
              <a:t> trend for 2023 and 2024 (sales + </a:t>
            </a:r>
            <a:r>
              <a:rPr lang="fr-FR" sz="1200" b="0" i="0" u="none" strike="noStrike" kern="1200" err="1">
                <a:solidFill>
                  <a:schemeClr val="tx1"/>
                </a:solidFill>
                <a:effectLst/>
                <a:latin typeface="+mn-lt"/>
                <a:ea typeface="+mn-ea"/>
                <a:cs typeface="+mn-cs"/>
              </a:rPr>
              <a:t>margin</a:t>
            </a:r>
            <a:r>
              <a:rPr lang="fr-FR" sz="1200" b="0" i="0" u="none" strike="noStrike" kern="1200">
                <a:solidFill>
                  <a:schemeClr val="tx1"/>
                </a:solidFill>
                <a:effectLst/>
                <a:latin typeface="+mn-lt"/>
                <a:ea typeface="+mn-ea"/>
                <a:cs typeface="+mn-cs"/>
              </a:rPr>
              <a:t>) </a:t>
            </a:r>
          </a:p>
          <a:p>
            <a:pPr fontAlgn="ctr"/>
            <a:r>
              <a:rPr lang="fr-FR" sz="1200" b="0" i="0" u="none" strike="noStrike" kern="1200">
                <a:solidFill>
                  <a:schemeClr val="tx1"/>
                </a:solidFill>
                <a:effectLst/>
                <a:latin typeface="+mn-lt"/>
                <a:ea typeface="+mn-ea"/>
                <a:cs typeface="+mn-cs"/>
              </a:rPr>
              <a:t>Top 10 </a:t>
            </a:r>
            <a:r>
              <a:rPr lang="fr-FR" sz="1200" b="0" i="0" u="none" strike="noStrike" kern="1200" err="1">
                <a:solidFill>
                  <a:schemeClr val="tx1"/>
                </a:solidFill>
                <a:effectLst/>
                <a:latin typeface="+mn-lt"/>
                <a:ea typeface="+mn-ea"/>
                <a:cs typeface="+mn-cs"/>
              </a:rPr>
              <a:t>products</a:t>
            </a:r>
            <a:r>
              <a:rPr lang="fr-FR" sz="1200" b="0" i="0" u="none" strike="noStrike" kern="1200">
                <a:solidFill>
                  <a:schemeClr val="tx1"/>
                </a:solidFill>
                <a:effectLst/>
                <a:latin typeface="+mn-lt"/>
                <a:ea typeface="+mn-ea"/>
                <a:cs typeface="+mn-cs"/>
              </a:rPr>
              <a:t> by sales </a:t>
            </a:r>
          </a:p>
          <a:p>
            <a:pPr fontAlgn="ctr"/>
            <a:r>
              <a:rPr lang="fr-FR" sz="1200" b="0" i="0" u="none" strike="noStrike" kern="1200">
                <a:solidFill>
                  <a:schemeClr val="tx1"/>
                </a:solidFill>
                <a:effectLst/>
                <a:latin typeface="+mn-lt"/>
                <a:ea typeface="+mn-ea"/>
                <a:cs typeface="+mn-cs"/>
              </a:rPr>
              <a:t>Top 10 </a:t>
            </a:r>
            <a:r>
              <a:rPr lang="fr-FR" sz="1200" b="0" i="0" u="none" strike="noStrike" kern="1200" err="1">
                <a:solidFill>
                  <a:schemeClr val="tx1"/>
                </a:solidFill>
                <a:effectLst/>
                <a:latin typeface="+mn-lt"/>
                <a:ea typeface="+mn-ea"/>
                <a:cs typeface="+mn-cs"/>
              </a:rPr>
              <a:t>suppliers</a:t>
            </a:r>
            <a:r>
              <a:rPr lang="fr-FR" sz="1200" b="0" i="0" u="none" strike="noStrike" kern="1200">
                <a:solidFill>
                  <a:schemeClr val="tx1"/>
                </a:solidFill>
                <a:effectLst/>
                <a:latin typeface="+mn-lt"/>
                <a:ea typeface="+mn-ea"/>
                <a:cs typeface="+mn-cs"/>
              </a:rPr>
              <a:t> by sales contribution </a:t>
            </a:r>
          </a:p>
          <a:p>
            <a:pPr fontAlgn="ctr"/>
            <a:r>
              <a:rPr lang="fr-FR" sz="1200" b="0" i="0" u="none" strike="noStrike" kern="1200" err="1">
                <a:solidFill>
                  <a:schemeClr val="tx1"/>
                </a:solidFill>
                <a:effectLst/>
                <a:latin typeface="+mn-lt"/>
                <a:ea typeface="+mn-ea"/>
                <a:cs typeface="+mn-cs"/>
              </a:rPr>
              <a:t>Average</a:t>
            </a:r>
            <a:r>
              <a:rPr lang="fr-FR" sz="1200" b="0" i="0" u="none" strike="noStrike" kern="1200">
                <a:solidFill>
                  <a:schemeClr val="tx1"/>
                </a:solidFill>
                <a:effectLst/>
                <a:latin typeface="+mn-lt"/>
                <a:ea typeface="+mn-ea"/>
                <a:cs typeface="+mn-cs"/>
              </a:rPr>
              <a:t> PO value by supplier </a:t>
            </a:r>
            <a:r>
              <a:rPr lang="fr-FR" sz="1200" b="0" i="0" u="none" strike="noStrike" kern="1200" err="1">
                <a:solidFill>
                  <a:schemeClr val="tx1"/>
                </a:solidFill>
                <a:effectLst/>
                <a:latin typeface="+mn-lt"/>
                <a:ea typeface="+mn-ea"/>
                <a:cs typeface="+mn-cs"/>
              </a:rPr>
              <a:t>category</a:t>
            </a:r>
            <a:r>
              <a:rPr lang="fr-FR" sz="1200" b="0" i="0" u="none" strike="noStrike" kern="1200">
                <a:solidFill>
                  <a:schemeClr val="tx1"/>
                </a:solidFill>
                <a:effectLst/>
                <a:latin typeface="+mn-lt"/>
                <a:ea typeface="+mn-ea"/>
                <a:cs typeface="+mn-cs"/>
              </a:rPr>
              <a:t> </a:t>
            </a:r>
          </a:p>
          <a:p>
            <a:pPr fontAlgn="ctr"/>
            <a:r>
              <a:rPr lang="fr-FR" sz="1200" b="0" i="0" u="none" strike="noStrike" kern="1200">
                <a:solidFill>
                  <a:schemeClr val="tx1"/>
                </a:solidFill>
                <a:effectLst/>
                <a:latin typeface="+mn-lt"/>
                <a:ea typeface="+mn-ea"/>
                <a:cs typeface="+mn-cs"/>
              </a:rPr>
              <a:t>Best </a:t>
            </a:r>
            <a:r>
              <a:rPr lang="fr-FR" sz="1200" b="0" i="0" u="none" strike="noStrike" kern="1200" err="1">
                <a:solidFill>
                  <a:schemeClr val="tx1"/>
                </a:solidFill>
                <a:effectLst/>
                <a:latin typeface="+mn-lt"/>
                <a:ea typeface="+mn-ea"/>
                <a:cs typeface="+mn-cs"/>
              </a:rPr>
              <a:t>selling</a:t>
            </a:r>
            <a:r>
              <a:rPr lang="fr-FR" sz="1200" b="0" i="0" u="none" strike="noStrike" kern="1200">
                <a:solidFill>
                  <a:schemeClr val="tx1"/>
                </a:solidFill>
                <a:effectLst/>
                <a:latin typeface="+mn-lt"/>
                <a:ea typeface="+mn-ea"/>
                <a:cs typeface="+mn-cs"/>
              </a:rPr>
              <a:t> </a:t>
            </a:r>
            <a:r>
              <a:rPr lang="fr-FR" sz="1200" b="0" i="0" u="none" strike="noStrike" kern="1200" err="1">
                <a:solidFill>
                  <a:schemeClr val="tx1"/>
                </a:solidFill>
                <a:effectLst/>
                <a:latin typeface="+mn-lt"/>
                <a:ea typeface="+mn-ea"/>
                <a:cs typeface="+mn-cs"/>
              </a:rPr>
              <a:t>product</a:t>
            </a:r>
            <a:r>
              <a:rPr lang="fr-FR" sz="1200" b="0" i="0" u="none" strike="noStrike" kern="1200">
                <a:solidFill>
                  <a:schemeClr val="tx1"/>
                </a:solidFill>
                <a:effectLst/>
                <a:latin typeface="+mn-lt"/>
                <a:ea typeface="+mn-ea"/>
                <a:cs typeface="+mn-cs"/>
              </a:rPr>
              <a:t> per </a:t>
            </a:r>
            <a:r>
              <a:rPr lang="fr-FR" sz="1200" b="0" i="0" u="none" strike="noStrike" kern="1200" err="1">
                <a:solidFill>
                  <a:schemeClr val="tx1"/>
                </a:solidFill>
                <a:effectLst/>
                <a:latin typeface="+mn-lt"/>
                <a:ea typeface="+mn-ea"/>
                <a:cs typeface="+mn-cs"/>
              </a:rPr>
              <a:t>region</a:t>
            </a:r>
            <a:r>
              <a:rPr lang="fr-FR" sz="1200" b="0" i="0" u="none" strike="noStrike" kern="1200">
                <a:solidFill>
                  <a:schemeClr val="tx1"/>
                </a:solidFill>
                <a:effectLst/>
                <a:latin typeface="+mn-lt"/>
                <a:ea typeface="+mn-ea"/>
                <a:cs typeface="+mn-cs"/>
              </a:rPr>
              <a:t> in 2024 </a:t>
            </a:r>
          </a:p>
          <a:p>
            <a:pPr fontAlgn="ctr"/>
            <a:r>
              <a:rPr lang="fr-FR" sz="1200" b="0" i="0" u="none" strike="noStrike" kern="1200">
                <a:solidFill>
                  <a:schemeClr val="tx1"/>
                </a:solidFill>
                <a:effectLst/>
                <a:latin typeface="+mn-lt"/>
                <a:ea typeface="+mn-ea"/>
                <a:cs typeface="+mn-cs"/>
              </a:rPr>
              <a:t>Sales by country of manufacture </a:t>
            </a:r>
          </a:p>
          <a:p>
            <a:endParaRPr lang="en-US"/>
          </a:p>
          <a:p>
            <a:r>
              <a:rPr lang="fr-FR"/>
              <a:t>• Démontrer des questions en langage naturel : ventes, marge, croissance, top produits.</a:t>
            </a:r>
          </a:p>
          <a:p>
            <a:r>
              <a:rPr lang="fr-FR"/>
              <a:t>• Montrer le RBAC en action : créateur, commercial (lecteur), direction via Teams.</a:t>
            </a:r>
          </a:p>
          <a:p>
            <a:r>
              <a:rPr lang="fr-FR"/>
              <a:t>• Chacun ne voit que les données auxquelles il a accès.</a:t>
            </a:r>
          </a:p>
        </p:txBody>
      </p:sp>
      <p:sp>
        <p:nvSpPr>
          <p:cNvPr id="4" name="Slide Number Placeholder 3">
            <a:extLst>
              <a:ext uri="{FF2B5EF4-FFF2-40B4-BE49-F238E27FC236}">
                <a16:creationId xmlns:a16="http://schemas.microsoft.com/office/drawing/2014/main" id="{D12EFAF6-5B0C-9E2E-7F8E-200FFBAD2C95}"/>
              </a:ext>
            </a:extLst>
          </p:cNvPr>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293038376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49A22A-BA2D-7807-EC7D-C56AA73FDF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858215-1594-97BF-CE7C-FFBA44B429C0}"/>
              </a:ext>
            </a:extLst>
          </p:cNvPr>
          <p:cNvSpPr>
            <a:spLocks noGrp="1" noRot="1" noChangeAspect="1"/>
          </p:cNvSpPr>
          <p:nvPr>
            <p:ph type="sldImg"/>
          </p:nvPr>
        </p:nvSpPr>
        <p:spPr/>
        <p:txBody>
          <a:bodyPr/>
          <a:lstStyle/>
          <a:p>
            <a:endParaRPr lang="fr-FR"/>
          </a:p>
        </p:txBody>
      </p:sp>
      <p:sp>
        <p:nvSpPr>
          <p:cNvPr id="3" name="Notes Placeholder 2">
            <a:extLst>
              <a:ext uri="{FF2B5EF4-FFF2-40B4-BE49-F238E27FC236}">
                <a16:creationId xmlns:a16="http://schemas.microsoft.com/office/drawing/2014/main" id="{4C305B91-3B8A-3423-E08A-B3155308D9CD}"/>
              </a:ext>
            </a:extLst>
          </p:cNvPr>
          <p:cNvSpPr>
            <a:spLocks noGrp="1"/>
          </p:cNvSpPr>
          <p:nvPr>
            <p:ph type="body" idx="1"/>
          </p:nvPr>
        </p:nvSpPr>
        <p:spPr/>
        <p:txBody>
          <a:bodyPr/>
          <a:lstStyle/>
          <a:p>
            <a:pPr fontAlgn="ctr"/>
            <a:r>
              <a:rPr lang="fr-FR" sz="1200" b="0" i="0" u="none" strike="noStrike" kern="1200" err="1">
                <a:solidFill>
                  <a:schemeClr val="tx1"/>
                </a:solidFill>
                <a:effectLst/>
                <a:latin typeface="+mn-lt"/>
                <a:ea typeface="+mn-ea"/>
                <a:cs typeface="+mn-cs"/>
              </a:rPr>
              <a:t>What</a:t>
            </a:r>
            <a:r>
              <a:rPr lang="fr-FR" sz="1200" b="0" i="0" u="none" strike="noStrike" kern="1200">
                <a:solidFill>
                  <a:schemeClr val="tx1"/>
                </a:solidFill>
                <a:effectLst/>
                <a:latin typeface="+mn-lt"/>
                <a:ea typeface="+mn-ea"/>
                <a:cs typeface="+mn-cs"/>
              </a:rPr>
              <a:t> </a:t>
            </a:r>
            <a:r>
              <a:rPr lang="fr-FR" sz="1200" b="0" i="0" u="none" strike="noStrike" kern="1200" err="1">
                <a:solidFill>
                  <a:schemeClr val="tx1"/>
                </a:solidFill>
                <a:effectLst/>
                <a:latin typeface="+mn-lt"/>
                <a:ea typeface="+mn-ea"/>
                <a:cs typeface="+mn-cs"/>
              </a:rPr>
              <a:t>is</a:t>
            </a:r>
            <a:r>
              <a:rPr lang="fr-FR" sz="1200" b="0" i="0" u="none" strike="noStrike" kern="1200">
                <a:solidFill>
                  <a:schemeClr val="tx1"/>
                </a:solidFill>
                <a:effectLst/>
                <a:latin typeface="+mn-lt"/>
                <a:ea typeface="+mn-ea"/>
                <a:cs typeface="+mn-cs"/>
              </a:rPr>
              <a:t> total sales </a:t>
            </a:r>
            <a:r>
              <a:rPr lang="fr-FR" sz="1200" b="0" i="0" u="none" strike="noStrike" kern="1200" err="1">
                <a:solidFill>
                  <a:schemeClr val="tx1"/>
                </a:solidFill>
                <a:effectLst/>
                <a:latin typeface="+mn-lt"/>
                <a:ea typeface="+mn-ea"/>
                <a:cs typeface="+mn-cs"/>
              </a:rPr>
              <a:t>amount</a:t>
            </a:r>
            <a:r>
              <a:rPr lang="fr-FR" sz="1200" b="0" i="0" u="none" strike="noStrike" kern="1200">
                <a:solidFill>
                  <a:schemeClr val="tx1"/>
                </a:solidFill>
                <a:effectLst/>
                <a:latin typeface="+mn-lt"/>
                <a:ea typeface="+mn-ea"/>
                <a:cs typeface="+mn-cs"/>
              </a:rPr>
              <a:t> for 2024 ? </a:t>
            </a:r>
          </a:p>
          <a:p>
            <a:pPr fontAlgn="ctr"/>
            <a:r>
              <a:rPr lang="fr-FR" sz="1200" b="0" i="0" u="none" strike="noStrike" kern="1200" err="1">
                <a:solidFill>
                  <a:schemeClr val="tx1"/>
                </a:solidFill>
                <a:effectLst/>
                <a:latin typeface="+mn-lt"/>
                <a:ea typeface="+mn-ea"/>
                <a:cs typeface="+mn-cs"/>
              </a:rPr>
              <a:t>What</a:t>
            </a:r>
            <a:r>
              <a:rPr lang="fr-FR" sz="1200" b="0" i="0" u="none" strike="noStrike" kern="1200">
                <a:solidFill>
                  <a:schemeClr val="tx1"/>
                </a:solidFill>
                <a:effectLst/>
                <a:latin typeface="+mn-lt"/>
                <a:ea typeface="+mn-ea"/>
                <a:cs typeface="+mn-cs"/>
              </a:rPr>
              <a:t> </a:t>
            </a:r>
            <a:r>
              <a:rPr lang="fr-FR" sz="1200" b="0" i="0" u="none" strike="noStrike" kern="1200" err="1">
                <a:solidFill>
                  <a:schemeClr val="tx1"/>
                </a:solidFill>
                <a:effectLst/>
                <a:latin typeface="+mn-lt"/>
                <a:ea typeface="+mn-ea"/>
                <a:cs typeface="+mn-cs"/>
              </a:rPr>
              <a:t>is</a:t>
            </a:r>
            <a:r>
              <a:rPr lang="fr-FR" sz="1200" b="0" i="0" u="none" strike="noStrike" kern="1200">
                <a:solidFill>
                  <a:schemeClr val="tx1"/>
                </a:solidFill>
                <a:effectLst/>
                <a:latin typeface="+mn-lt"/>
                <a:ea typeface="+mn-ea"/>
                <a:cs typeface="+mn-cs"/>
              </a:rPr>
              <a:t> the </a:t>
            </a:r>
            <a:r>
              <a:rPr lang="fr-FR" sz="1200" b="0" i="0" u="none" strike="noStrike" kern="1200" err="1">
                <a:solidFill>
                  <a:schemeClr val="tx1"/>
                </a:solidFill>
                <a:effectLst/>
                <a:latin typeface="+mn-lt"/>
                <a:ea typeface="+mn-ea"/>
                <a:cs typeface="+mn-cs"/>
              </a:rPr>
              <a:t>gross</a:t>
            </a:r>
            <a:r>
              <a:rPr lang="fr-FR" sz="1200" b="0" i="0" u="none" strike="noStrike" kern="1200">
                <a:solidFill>
                  <a:schemeClr val="tx1"/>
                </a:solidFill>
                <a:effectLst/>
                <a:latin typeface="+mn-lt"/>
                <a:ea typeface="+mn-ea"/>
                <a:cs typeface="+mn-cs"/>
              </a:rPr>
              <a:t> </a:t>
            </a:r>
            <a:r>
              <a:rPr lang="fr-FR" sz="1200" b="0" i="0" u="none" strike="noStrike" kern="1200" err="1">
                <a:solidFill>
                  <a:schemeClr val="tx1"/>
                </a:solidFill>
                <a:effectLst/>
                <a:latin typeface="+mn-lt"/>
                <a:ea typeface="+mn-ea"/>
                <a:cs typeface="+mn-cs"/>
              </a:rPr>
              <a:t>margin</a:t>
            </a:r>
            <a:r>
              <a:rPr lang="fr-FR" sz="1200" b="0" i="0" u="none" strike="noStrike" kern="1200">
                <a:solidFill>
                  <a:schemeClr val="tx1"/>
                </a:solidFill>
                <a:effectLst/>
                <a:latin typeface="+mn-lt"/>
                <a:ea typeface="+mn-ea"/>
                <a:cs typeface="+mn-cs"/>
              </a:rPr>
              <a:t> for 2024 ? </a:t>
            </a:r>
          </a:p>
          <a:p>
            <a:pPr fontAlgn="ctr"/>
            <a:r>
              <a:rPr lang="fr-FR" sz="1200" b="0" i="0" u="none" strike="noStrike" kern="1200" err="1">
                <a:solidFill>
                  <a:schemeClr val="tx1"/>
                </a:solidFill>
                <a:effectLst/>
                <a:latin typeface="+mn-lt"/>
                <a:ea typeface="+mn-ea"/>
                <a:cs typeface="+mn-cs"/>
              </a:rPr>
              <a:t>Year</a:t>
            </a:r>
            <a:r>
              <a:rPr lang="fr-FR" sz="1200" b="0" i="0" u="none" strike="noStrike" kern="1200">
                <a:solidFill>
                  <a:schemeClr val="tx1"/>
                </a:solidFill>
                <a:effectLst/>
                <a:latin typeface="+mn-lt"/>
                <a:ea typeface="+mn-ea"/>
                <a:cs typeface="+mn-cs"/>
              </a:rPr>
              <a:t>-over-</a:t>
            </a:r>
            <a:r>
              <a:rPr lang="fr-FR" sz="1200" b="0" i="0" u="none" strike="noStrike" kern="1200" err="1">
                <a:solidFill>
                  <a:schemeClr val="tx1"/>
                </a:solidFill>
                <a:effectLst/>
                <a:latin typeface="+mn-lt"/>
                <a:ea typeface="+mn-ea"/>
                <a:cs typeface="+mn-cs"/>
              </a:rPr>
              <a:t>year</a:t>
            </a:r>
            <a:r>
              <a:rPr lang="fr-FR" sz="1200" b="0" i="0" u="none" strike="noStrike" kern="1200">
                <a:solidFill>
                  <a:schemeClr val="tx1"/>
                </a:solidFill>
                <a:effectLst/>
                <a:latin typeface="+mn-lt"/>
                <a:ea typeface="+mn-ea"/>
                <a:cs typeface="+mn-cs"/>
              </a:rPr>
              <a:t> sales </a:t>
            </a:r>
            <a:r>
              <a:rPr lang="fr-FR" sz="1200" b="0" i="0" u="none" strike="noStrike" kern="1200" err="1">
                <a:solidFill>
                  <a:schemeClr val="tx1"/>
                </a:solidFill>
                <a:effectLst/>
                <a:latin typeface="+mn-lt"/>
                <a:ea typeface="+mn-ea"/>
                <a:cs typeface="+mn-cs"/>
              </a:rPr>
              <a:t>growth</a:t>
            </a:r>
            <a:r>
              <a:rPr lang="fr-FR" sz="1200" b="0" i="0" u="none" strike="noStrike" kern="1200">
                <a:solidFill>
                  <a:schemeClr val="tx1"/>
                </a:solidFill>
                <a:effectLst/>
                <a:latin typeface="+mn-lt"/>
                <a:ea typeface="+mn-ea"/>
                <a:cs typeface="+mn-cs"/>
              </a:rPr>
              <a:t> for the last </a:t>
            </a:r>
            <a:r>
              <a:rPr lang="fr-FR" sz="1200" b="0" i="0" u="none" strike="noStrike" kern="1200" err="1">
                <a:solidFill>
                  <a:schemeClr val="tx1"/>
                </a:solidFill>
                <a:effectLst/>
                <a:latin typeface="+mn-lt"/>
                <a:ea typeface="+mn-ea"/>
                <a:cs typeface="+mn-cs"/>
              </a:rPr>
              <a:t>years</a:t>
            </a:r>
            <a:r>
              <a:rPr lang="fr-FR" sz="1200" b="0" i="0" u="none" strike="noStrike" kern="1200">
                <a:solidFill>
                  <a:schemeClr val="tx1"/>
                </a:solidFill>
                <a:effectLst/>
                <a:latin typeface="+mn-lt"/>
                <a:ea typeface="+mn-ea"/>
                <a:cs typeface="+mn-cs"/>
              </a:rPr>
              <a:t> </a:t>
            </a:r>
          </a:p>
          <a:p>
            <a:pPr fontAlgn="ctr"/>
            <a:r>
              <a:rPr lang="fr-FR" sz="1200" b="0" i="0" u="none" strike="noStrike" kern="1200" err="1">
                <a:solidFill>
                  <a:schemeClr val="tx1"/>
                </a:solidFill>
                <a:effectLst/>
                <a:latin typeface="+mn-lt"/>
                <a:ea typeface="+mn-ea"/>
                <a:cs typeface="+mn-cs"/>
              </a:rPr>
              <a:t>Monthly</a:t>
            </a:r>
            <a:r>
              <a:rPr lang="fr-FR" sz="1200" b="0" i="0" u="none" strike="noStrike" kern="1200">
                <a:solidFill>
                  <a:schemeClr val="tx1"/>
                </a:solidFill>
                <a:effectLst/>
                <a:latin typeface="+mn-lt"/>
                <a:ea typeface="+mn-ea"/>
                <a:cs typeface="+mn-cs"/>
              </a:rPr>
              <a:t> sales for 2024 </a:t>
            </a:r>
          </a:p>
          <a:p>
            <a:pPr fontAlgn="ctr"/>
            <a:r>
              <a:rPr lang="fr-FR" sz="1200" b="0" i="0" u="none" strike="noStrike" kern="1200" err="1">
                <a:solidFill>
                  <a:schemeClr val="tx1"/>
                </a:solidFill>
                <a:effectLst/>
                <a:latin typeface="+mn-lt"/>
                <a:ea typeface="+mn-ea"/>
                <a:cs typeface="+mn-cs"/>
              </a:rPr>
              <a:t>Quarterly</a:t>
            </a:r>
            <a:r>
              <a:rPr lang="fr-FR" sz="1200" b="0" i="0" u="none" strike="noStrike" kern="1200">
                <a:solidFill>
                  <a:schemeClr val="tx1"/>
                </a:solidFill>
                <a:effectLst/>
                <a:latin typeface="+mn-lt"/>
                <a:ea typeface="+mn-ea"/>
                <a:cs typeface="+mn-cs"/>
              </a:rPr>
              <a:t> trend for 2023 and 2024 (sales + </a:t>
            </a:r>
            <a:r>
              <a:rPr lang="fr-FR" sz="1200" b="0" i="0" u="none" strike="noStrike" kern="1200" err="1">
                <a:solidFill>
                  <a:schemeClr val="tx1"/>
                </a:solidFill>
                <a:effectLst/>
                <a:latin typeface="+mn-lt"/>
                <a:ea typeface="+mn-ea"/>
                <a:cs typeface="+mn-cs"/>
              </a:rPr>
              <a:t>margin</a:t>
            </a:r>
            <a:r>
              <a:rPr lang="fr-FR" sz="1200" b="0" i="0" u="none" strike="noStrike" kern="1200">
                <a:solidFill>
                  <a:schemeClr val="tx1"/>
                </a:solidFill>
                <a:effectLst/>
                <a:latin typeface="+mn-lt"/>
                <a:ea typeface="+mn-ea"/>
                <a:cs typeface="+mn-cs"/>
              </a:rPr>
              <a:t>) </a:t>
            </a:r>
          </a:p>
          <a:p>
            <a:pPr fontAlgn="ctr"/>
            <a:r>
              <a:rPr lang="fr-FR" sz="1200" b="0" i="0" u="none" strike="noStrike" kern="1200">
                <a:solidFill>
                  <a:schemeClr val="tx1"/>
                </a:solidFill>
                <a:effectLst/>
                <a:latin typeface="+mn-lt"/>
                <a:ea typeface="+mn-ea"/>
                <a:cs typeface="+mn-cs"/>
              </a:rPr>
              <a:t>Top 10 </a:t>
            </a:r>
            <a:r>
              <a:rPr lang="fr-FR" sz="1200" b="0" i="0" u="none" strike="noStrike" kern="1200" err="1">
                <a:solidFill>
                  <a:schemeClr val="tx1"/>
                </a:solidFill>
                <a:effectLst/>
                <a:latin typeface="+mn-lt"/>
                <a:ea typeface="+mn-ea"/>
                <a:cs typeface="+mn-cs"/>
              </a:rPr>
              <a:t>products</a:t>
            </a:r>
            <a:r>
              <a:rPr lang="fr-FR" sz="1200" b="0" i="0" u="none" strike="noStrike" kern="1200">
                <a:solidFill>
                  <a:schemeClr val="tx1"/>
                </a:solidFill>
                <a:effectLst/>
                <a:latin typeface="+mn-lt"/>
                <a:ea typeface="+mn-ea"/>
                <a:cs typeface="+mn-cs"/>
              </a:rPr>
              <a:t> by sales </a:t>
            </a:r>
          </a:p>
          <a:p>
            <a:pPr fontAlgn="ctr"/>
            <a:r>
              <a:rPr lang="fr-FR" sz="1200" b="0" i="0" u="none" strike="noStrike" kern="1200">
                <a:solidFill>
                  <a:schemeClr val="tx1"/>
                </a:solidFill>
                <a:effectLst/>
                <a:latin typeface="+mn-lt"/>
                <a:ea typeface="+mn-ea"/>
                <a:cs typeface="+mn-cs"/>
              </a:rPr>
              <a:t>Top 10 </a:t>
            </a:r>
            <a:r>
              <a:rPr lang="fr-FR" sz="1200" b="0" i="0" u="none" strike="noStrike" kern="1200" err="1">
                <a:solidFill>
                  <a:schemeClr val="tx1"/>
                </a:solidFill>
                <a:effectLst/>
                <a:latin typeface="+mn-lt"/>
                <a:ea typeface="+mn-ea"/>
                <a:cs typeface="+mn-cs"/>
              </a:rPr>
              <a:t>suppliers</a:t>
            </a:r>
            <a:r>
              <a:rPr lang="fr-FR" sz="1200" b="0" i="0" u="none" strike="noStrike" kern="1200">
                <a:solidFill>
                  <a:schemeClr val="tx1"/>
                </a:solidFill>
                <a:effectLst/>
                <a:latin typeface="+mn-lt"/>
                <a:ea typeface="+mn-ea"/>
                <a:cs typeface="+mn-cs"/>
              </a:rPr>
              <a:t> by sales contribution </a:t>
            </a:r>
          </a:p>
          <a:p>
            <a:pPr fontAlgn="ctr"/>
            <a:r>
              <a:rPr lang="fr-FR" sz="1200" b="0" i="0" u="none" strike="noStrike" kern="1200" err="1">
                <a:solidFill>
                  <a:schemeClr val="tx1"/>
                </a:solidFill>
                <a:effectLst/>
                <a:latin typeface="+mn-lt"/>
                <a:ea typeface="+mn-ea"/>
                <a:cs typeface="+mn-cs"/>
              </a:rPr>
              <a:t>Average</a:t>
            </a:r>
            <a:r>
              <a:rPr lang="fr-FR" sz="1200" b="0" i="0" u="none" strike="noStrike" kern="1200">
                <a:solidFill>
                  <a:schemeClr val="tx1"/>
                </a:solidFill>
                <a:effectLst/>
                <a:latin typeface="+mn-lt"/>
                <a:ea typeface="+mn-ea"/>
                <a:cs typeface="+mn-cs"/>
              </a:rPr>
              <a:t> PO value by supplier </a:t>
            </a:r>
            <a:r>
              <a:rPr lang="fr-FR" sz="1200" b="0" i="0" u="none" strike="noStrike" kern="1200" err="1">
                <a:solidFill>
                  <a:schemeClr val="tx1"/>
                </a:solidFill>
                <a:effectLst/>
                <a:latin typeface="+mn-lt"/>
                <a:ea typeface="+mn-ea"/>
                <a:cs typeface="+mn-cs"/>
              </a:rPr>
              <a:t>category</a:t>
            </a:r>
            <a:r>
              <a:rPr lang="fr-FR" sz="1200" b="0" i="0" u="none" strike="noStrike" kern="1200">
                <a:solidFill>
                  <a:schemeClr val="tx1"/>
                </a:solidFill>
                <a:effectLst/>
                <a:latin typeface="+mn-lt"/>
                <a:ea typeface="+mn-ea"/>
                <a:cs typeface="+mn-cs"/>
              </a:rPr>
              <a:t> </a:t>
            </a:r>
          </a:p>
          <a:p>
            <a:pPr fontAlgn="ctr"/>
            <a:r>
              <a:rPr lang="fr-FR" sz="1200" b="0" i="0" u="none" strike="noStrike" kern="1200">
                <a:solidFill>
                  <a:schemeClr val="tx1"/>
                </a:solidFill>
                <a:effectLst/>
                <a:latin typeface="+mn-lt"/>
                <a:ea typeface="+mn-ea"/>
                <a:cs typeface="+mn-cs"/>
              </a:rPr>
              <a:t>Best </a:t>
            </a:r>
            <a:r>
              <a:rPr lang="fr-FR" sz="1200" b="0" i="0" u="none" strike="noStrike" kern="1200" err="1">
                <a:solidFill>
                  <a:schemeClr val="tx1"/>
                </a:solidFill>
                <a:effectLst/>
                <a:latin typeface="+mn-lt"/>
                <a:ea typeface="+mn-ea"/>
                <a:cs typeface="+mn-cs"/>
              </a:rPr>
              <a:t>selling</a:t>
            </a:r>
            <a:r>
              <a:rPr lang="fr-FR" sz="1200" b="0" i="0" u="none" strike="noStrike" kern="1200">
                <a:solidFill>
                  <a:schemeClr val="tx1"/>
                </a:solidFill>
                <a:effectLst/>
                <a:latin typeface="+mn-lt"/>
                <a:ea typeface="+mn-ea"/>
                <a:cs typeface="+mn-cs"/>
              </a:rPr>
              <a:t> </a:t>
            </a:r>
            <a:r>
              <a:rPr lang="fr-FR" sz="1200" b="0" i="0" u="none" strike="noStrike" kern="1200" err="1">
                <a:solidFill>
                  <a:schemeClr val="tx1"/>
                </a:solidFill>
                <a:effectLst/>
                <a:latin typeface="+mn-lt"/>
                <a:ea typeface="+mn-ea"/>
                <a:cs typeface="+mn-cs"/>
              </a:rPr>
              <a:t>product</a:t>
            </a:r>
            <a:r>
              <a:rPr lang="fr-FR" sz="1200" b="0" i="0" u="none" strike="noStrike" kern="1200">
                <a:solidFill>
                  <a:schemeClr val="tx1"/>
                </a:solidFill>
                <a:effectLst/>
                <a:latin typeface="+mn-lt"/>
                <a:ea typeface="+mn-ea"/>
                <a:cs typeface="+mn-cs"/>
              </a:rPr>
              <a:t> per </a:t>
            </a:r>
            <a:r>
              <a:rPr lang="fr-FR" sz="1200" b="0" i="0" u="none" strike="noStrike" kern="1200" err="1">
                <a:solidFill>
                  <a:schemeClr val="tx1"/>
                </a:solidFill>
                <a:effectLst/>
                <a:latin typeface="+mn-lt"/>
                <a:ea typeface="+mn-ea"/>
                <a:cs typeface="+mn-cs"/>
              </a:rPr>
              <a:t>region</a:t>
            </a:r>
            <a:r>
              <a:rPr lang="fr-FR" sz="1200" b="0" i="0" u="none" strike="noStrike" kern="1200">
                <a:solidFill>
                  <a:schemeClr val="tx1"/>
                </a:solidFill>
                <a:effectLst/>
                <a:latin typeface="+mn-lt"/>
                <a:ea typeface="+mn-ea"/>
                <a:cs typeface="+mn-cs"/>
              </a:rPr>
              <a:t> in 2024 </a:t>
            </a:r>
          </a:p>
          <a:p>
            <a:pPr fontAlgn="ctr"/>
            <a:r>
              <a:rPr lang="fr-FR" sz="1200" b="0" i="0" u="none" strike="noStrike" kern="1200">
                <a:solidFill>
                  <a:schemeClr val="tx1"/>
                </a:solidFill>
                <a:effectLst/>
                <a:latin typeface="+mn-lt"/>
                <a:ea typeface="+mn-ea"/>
                <a:cs typeface="+mn-cs"/>
              </a:rPr>
              <a:t>Sales by country of manufacture </a:t>
            </a:r>
          </a:p>
          <a:p>
            <a:endParaRPr lang="en-US"/>
          </a:p>
          <a:p>
            <a:r>
              <a:rPr lang="fr-FR"/>
              <a:t>• Démontrer des questions en langage naturel : ventes, marge, croissance, top produits.</a:t>
            </a:r>
          </a:p>
          <a:p>
            <a:r>
              <a:rPr lang="fr-FR"/>
              <a:t>• Montrer le RBAC en action : créateur, commercial (lecteur), direction via Teams.</a:t>
            </a:r>
          </a:p>
          <a:p>
            <a:r>
              <a:rPr lang="fr-FR"/>
              <a:t>• Chacun ne voit que les données auxquelles il a accès.</a:t>
            </a:r>
          </a:p>
        </p:txBody>
      </p:sp>
      <p:sp>
        <p:nvSpPr>
          <p:cNvPr id="4" name="Slide Number Placeholder 3">
            <a:extLst>
              <a:ext uri="{FF2B5EF4-FFF2-40B4-BE49-F238E27FC236}">
                <a16:creationId xmlns:a16="http://schemas.microsoft.com/office/drawing/2014/main" id="{84084686-5B4F-0852-D2C0-3702DA5CB18C}"/>
              </a:ext>
            </a:extLst>
          </p:cNvPr>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327564838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36D387-9607-E865-67BD-0212A30CBA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152277-588D-9245-BE5C-B325853B9108}"/>
              </a:ext>
            </a:extLst>
          </p:cNvPr>
          <p:cNvSpPr>
            <a:spLocks noGrp="1" noRot="1" noChangeAspect="1"/>
          </p:cNvSpPr>
          <p:nvPr>
            <p:ph type="sldImg"/>
          </p:nvPr>
        </p:nvSpPr>
        <p:spPr/>
        <p:txBody>
          <a:bodyPr/>
          <a:lstStyle/>
          <a:p>
            <a:endParaRPr lang="fr-FR"/>
          </a:p>
        </p:txBody>
      </p:sp>
      <p:sp>
        <p:nvSpPr>
          <p:cNvPr id="3" name="Notes Placeholder 2">
            <a:extLst>
              <a:ext uri="{FF2B5EF4-FFF2-40B4-BE49-F238E27FC236}">
                <a16:creationId xmlns:a16="http://schemas.microsoft.com/office/drawing/2014/main" id="{D2052729-4574-065E-D96A-E89664C9A165}"/>
              </a:ext>
            </a:extLst>
          </p:cNvPr>
          <p:cNvSpPr>
            <a:spLocks noGrp="1"/>
          </p:cNvSpPr>
          <p:nvPr>
            <p:ph type="body" idx="1"/>
          </p:nvPr>
        </p:nvSpPr>
        <p:spPr/>
        <p:txBody>
          <a:bodyPr/>
          <a:lstStyle/>
          <a:p>
            <a:pPr fontAlgn="ctr"/>
            <a:r>
              <a:rPr lang="fr-FR" sz="1200" b="0" i="0" u="none" strike="noStrike" kern="1200" err="1">
                <a:solidFill>
                  <a:schemeClr val="tx1"/>
                </a:solidFill>
                <a:effectLst/>
                <a:latin typeface="+mn-lt"/>
                <a:ea typeface="+mn-ea"/>
                <a:cs typeface="+mn-cs"/>
              </a:rPr>
              <a:t>What</a:t>
            </a:r>
            <a:r>
              <a:rPr lang="fr-FR" sz="1200" b="0" i="0" u="none" strike="noStrike" kern="1200">
                <a:solidFill>
                  <a:schemeClr val="tx1"/>
                </a:solidFill>
                <a:effectLst/>
                <a:latin typeface="+mn-lt"/>
                <a:ea typeface="+mn-ea"/>
                <a:cs typeface="+mn-cs"/>
              </a:rPr>
              <a:t> </a:t>
            </a:r>
            <a:r>
              <a:rPr lang="fr-FR" sz="1200" b="0" i="0" u="none" strike="noStrike" kern="1200" err="1">
                <a:solidFill>
                  <a:schemeClr val="tx1"/>
                </a:solidFill>
                <a:effectLst/>
                <a:latin typeface="+mn-lt"/>
                <a:ea typeface="+mn-ea"/>
                <a:cs typeface="+mn-cs"/>
              </a:rPr>
              <a:t>is</a:t>
            </a:r>
            <a:r>
              <a:rPr lang="fr-FR" sz="1200" b="0" i="0" u="none" strike="noStrike" kern="1200">
                <a:solidFill>
                  <a:schemeClr val="tx1"/>
                </a:solidFill>
                <a:effectLst/>
                <a:latin typeface="+mn-lt"/>
                <a:ea typeface="+mn-ea"/>
                <a:cs typeface="+mn-cs"/>
              </a:rPr>
              <a:t> total sales </a:t>
            </a:r>
            <a:r>
              <a:rPr lang="fr-FR" sz="1200" b="0" i="0" u="none" strike="noStrike" kern="1200" err="1">
                <a:solidFill>
                  <a:schemeClr val="tx1"/>
                </a:solidFill>
                <a:effectLst/>
                <a:latin typeface="+mn-lt"/>
                <a:ea typeface="+mn-ea"/>
                <a:cs typeface="+mn-cs"/>
              </a:rPr>
              <a:t>amount</a:t>
            </a:r>
            <a:r>
              <a:rPr lang="fr-FR" sz="1200" b="0" i="0" u="none" strike="noStrike" kern="1200">
                <a:solidFill>
                  <a:schemeClr val="tx1"/>
                </a:solidFill>
                <a:effectLst/>
                <a:latin typeface="+mn-lt"/>
                <a:ea typeface="+mn-ea"/>
                <a:cs typeface="+mn-cs"/>
              </a:rPr>
              <a:t> for 2024 ? </a:t>
            </a:r>
          </a:p>
          <a:p>
            <a:pPr fontAlgn="ctr"/>
            <a:r>
              <a:rPr lang="fr-FR" sz="1200" b="0" i="0" u="none" strike="noStrike" kern="1200" err="1">
                <a:solidFill>
                  <a:schemeClr val="tx1"/>
                </a:solidFill>
                <a:effectLst/>
                <a:latin typeface="+mn-lt"/>
                <a:ea typeface="+mn-ea"/>
                <a:cs typeface="+mn-cs"/>
              </a:rPr>
              <a:t>What</a:t>
            </a:r>
            <a:r>
              <a:rPr lang="fr-FR" sz="1200" b="0" i="0" u="none" strike="noStrike" kern="1200">
                <a:solidFill>
                  <a:schemeClr val="tx1"/>
                </a:solidFill>
                <a:effectLst/>
                <a:latin typeface="+mn-lt"/>
                <a:ea typeface="+mn-ea"/>
                <a:cs typeface="+mn-cs"/>
              </a:rPr>
              <a:t> </a:t>
            </a:r>
            <a:r>
              <a:rPr lang="fr-FR" sz="1200" b="0" i="0" u="none" strike="noStrike" kern="1200" err="1">
                <a:solidFill>
                  <a:schemeClr val="tx1"/>
                </a:solidFill>
                <a:effectLst/>
                <a:latin typeface="+mn-lt"/>
                <a:ea typeface="+mn-ea"/>
                <a:cs typeface="+mn-cs"/>
              </a:rPr>
              <a:t>is</a:t>
            </a:r>
            <a:r>
              <a:rPr lang="fr-FR" sz="1200" b="0" i="0" u="none" strike="noStrike" kern="1200">
                <a:solidFill>
                  <a:schemeClr val="tx1"/>
                </a:solidFill>
                <a:effectLst/>
                <a:latin typeface="+mn-lt"/>
                <a:ea typeface="+mn-ea"/>
                <a:cs typeface="+mn-cs"/>
              </a:rPr>
              <a:t> the </a:t>
            </a:r>
            <a:r>
              <a:rPr lang="fr-FR" sz="1200" b="0" i="0" u="none" strike="noStrike" kern="1200" err="1">
                <a:solidFill>
                  <a:schemeClr val="tx1"/>
                </a:solidFill>
                <a:effectLst/>
                <a:latin typeface="+mn-lt"/>
                <a:ea typeface="+mn-ea"/>
                <a:cs typeface="+mn-cs"/>
              </a:rPr>
              <a:t>gross</a:t>
            </a:r>
            <a:r>
              <a:rPr lang="fr-FR" sz="1200" b="0" i="0" u="none" strike="noStrike" kern="1200">
                <a:solidFill>
                  <a:schemeClr val="tx1"/>
                </a:solidFill>
                <a:effectLst/>
                <a:latin typeface="+mn-lt"/>
                <a:ea typeface="+mn-ea"/>
                <a:cs typeface="+mn-cs"/>
              </a:rPr>
              <a:t> </a:t>
            </a:r>
            <a:r>
              <a:rPr lang="fr-FR" sz="1200" b="0" i="0" u="none" strike="noStrike" kern="1200" err="1">
                <a:solidFill>
                  <a:schemeClr val="tx1"/>
                </a:solidFill>
                <a:effectLst/>
                <a:latin typeface="+mn-lt"/>
                <a:ea typeface="+mn-ea"/>
                <a:cs typeface="+mn-cs"/>
              </a:rPr>
              <a:t>margin</a:t>
            </a:r>
            <a:r>
              <a:rPr lang="fr-FR" sz="1200" b="0" i="0" u="none" strike="noStrike" kern="1200">
                <a:solidFill>
                  <a:schemeClr val="tx1"/>
                </a:solidFill>
                <a:effectLst/>
                <a:latin typeface="+mn-lt"/>
                <a:ea typeface="+mn-ea"/>
                <a:cs typeface="+mn-cs"/>
              </a:rPr>
              <a:t> for 2024 ? </a:t>
            </a:r>
          </a:p>
          <a:p>
            <a:pPr fontAlgn="ctr"/>
            <a:r>
              <a:rPr lang="fr-FR" sz="1200" b="0" i="0" u="none" strike="noStrike" kern="1200" err="1">
                <a:solidFill>
                  <a:schemeClr val="tx1"/>
                </a:solidFill>
                <a:effectLst/>
                <a:latin typeface="+mn-lt"/>
                <a:ea typeface="+mn-ea"/>
                <a:cs typeface="+mn-cs"/>
              </a:rPr>
              <a:t>Year</a:t>
            </a:r>
            <a:r>
              <a:rPr lang="fr-FR" sz="1200" b="0" i="0" u="none" strike="noStrike" kern="1200">
                <a:solidFill>
                  <a:schemeClr val="tx1"/>
                </a:solidFill>
                <a:effectLst/>
                <a:latin typeface="+mn-lt"/>
                <a:ea typeface="+mn-ea"/>
                <a:cs typeface="+mn-cs"/>
              </a:rPr>
              <a:t>-over-</a:t>
            </a:r>
            <a:r>
              <a:rPr lang="fr-FR" sz="1200" b="0" i="0" u="none" strike="noStrike" kern="1200" err="1">
                <a:solidFill>
                  <a:schemeClr val="tx1"/>
                </a:solidFill>
                <a:effectLst/>
                <a:latin typeface="+mn-lt"/>
                <a:ea typeface="+mn-ea"/>
                <a:cs typeface="+mn-cs"/>
              </a:rPr>
              <a:t>year</a:t>
            </a:r>
            <a:r>
              <a:rPr lang="fr-FR" sz="1200" b="0" i="0" u="none" strike="noStrike" kern="1200">
                <a:solidFill>
                  <a:schemeClr val="tx1"/>
                </a:solidFill>
                <a:effectLst/>
                <a:latin typeface="+mn-lt"/>
                <a:ea typeface="+mn-ea"/>
                <a:cs typeface="+mn-cs"/>
              </a:rPr>
              <a:t> sales </a:t>
            </a:r>
            <a:r>
              <a:rPr lang="fr-FR" sz="1200" b="0" i="0" u="none" strike="noStrike" kern="1200" err="1">
                <a:solidFill>
                  <a:schemeClr val="tx1"/>
                </a:solidFill>
                <a:effectLst/>
                <a:latin typeface="+mn-lt"/>
                <a:ea typeface="+mn-ea"/>
                <a:cs typeface="+mn-cs"/>
              </a:rPr>
              <a:t>growth</a:t>
            </a:r>
            <a:r>
              <a:rPr lang="fr-FR" sz="1200" b="0" i="0" u="none" strike="noStrike" kern="1200">
                <a:solidFill>
                  <a:schemeClr val="tx1"/>
                </a:solidFill>
                <a:effectLst/>
                <a:latin typeface="+mn-lt"/>
                <a:ea typeface="+mn-ea"/>
                <a:cs typeface="+mn-cs"/>
              </a:rPr>
              <a:t> for the last </a:t>
            </a:r>
            <a:r>
              <a:rPr lang="fr-FR" sz="1200" b="0" i="0" u="none" strike="noStrike" kern="1200" err="1">
                <a:solidFill>
                  <a:schemeClr val="tx1"/>
                </a:solidFill>
                <a:effectLst/>
                <a:latin typeface="+mn-lt"/>
                <a:ea typeface="+mn-ea"/>
                <a:cs typeface="+mn-cs"/>
              </a:rPr>
              <a:t>years</a:t>
            </a:r>
            <a:r>
              <a:rPr lang="fr-FR" sz="1200" b="0" i="0" u="none" strike="noStrike" kern="1200">
                <a:solidFill>
                  <a:schemeClr val="tx1"/>
                </a:solidFill>
                <a:effectLst/>
                <a:latin typeface="+mn-lt"/>
                <a:ea typeface="+mn-ea"/>
                <a:cs typeface="+mn-cs"/>
              </a:rPr>
              <a:t> </a:t>
            </a:r>
          </a:p>
          <a:p>
            <a:pPr fontAlgn="ctr"/>
            <a:r>
              <a:rPr lang="fr-FR" sz="1200" b="0" i="0" u="none" strike="noStrike" kern="1200" err="1">
                <a:solidFill>
                  <a:schemeClr val="tx1"/>
                </a:solidFill>
                <a:effectLst/>
                <a:latin typeface="+mn-lt"/>
                <a:ea typeface="+mn-ea"/>
                <a:cs typeface="+mn-cs"/>
              </a:rPr>
              <a:t>Monthly</a:t>
            </a:r>
            <a:r>
              <a:rPr lang="fr-FR" sz="1200" b="0" i="0" u="none" strike="noStrike" kern="1200">
                <a:solidFill>
                  <a:schemeClr val="tx1"/>
                </a:solidFill>
                <a:effectLst/>
                <a:latin typeface="+mn-lt"/>
                <a:ea typeface="+mn-ea"/>
                <a:cs typeface="+mn-cs"/>
              </a:rPr>
              <a:t> sales for 2024 </a:t>
            </a:r>
          </a:p>
          <a:p>
            <a:pPr fontAlgn="ctr"/>
            <a:r>
              <a:rPr lang="fr-FR" sz="1200" b="0" i="0" u="none" strike="noStrike" kern="1200" err="1">
                <a:solidFill>
                  <a:schemeClr val="tx1"/>
                </a:solidFill>
                <a:effectLst/>
                <a:latin typeface="+mn-lt"/>
                <a:ea typeface="+mn-ea"/>
                <a:cs typeface="+mn-cs"/>
              </a:rPr>
              <a:t>Quarterly</a:t>
            </a:r>
            <a:r>
              <a:rPr lang="fr-FR" sz="1200" b="0" i="0" u="none" strike="noStrike" kern="1200">
                <a:solidFill>
                  <a:schemeClr val="tx1"/>
                </a:solidFill>
                <a:effectLst/>
                <a:latin typeface="+mn-lt"/>
                <a:ea typeface="+mn-ea"/>
                <a:cs typeface="+mn-cs"/>
              </a:rPr>
              <a:t> trend for 2023 and 2024 (sales + </a:t>
            </a:r>
            <a:r>
              <a:rPr lang="fr-FR" sz="1200" b="0" i="0" u="none" strike="noStrike" kern="1200" err="1">
                <a:solidFill>
                  <a:schemeClr val="tx1"/>
                </a:solidFill>
                <a:effectLst/>
                <a:latin typeface="+mn-lt"/>
                <a:ea typeface="+mn-ea"/>
                <a:cs typeface="+mn-cs"/>
              </a:rPr>
              <a:t>margin</a:t>
            </a:r>
            <a:r>
              <a:rPr lang="fr-FR" sz="1200" b="0" i="0" u="none" strike="noStrike" kern="1200">
                <a:solidFill>
                  <a:schemeClr val="tx1"/>
                </a:solidFill>
                <a:effectLst/>
                <a:latin typeface="+mn-lt"/>
                <a:ea typeface="+mn-ea"/>
                <a:cs typeface="+mn-cs"/>
              </a:rPr>
              <a:t>) </a:t>
            </a:r>
          </a:p>
          <a:p>
            <a:pPr fontAlgn="ctr"/>
            <a:r>
              <a:rPr lang="fr-FR" sz="1200" b="0" i="0" u="none" strike="noStrike" kern="1200">
                <a:solidFill>
                  <a:schemeClr val="tx1"/>
                </a:solidFill>
                <a:effectLst/>
                <a:latin typeface="+mn-lt"/>
                <a:ea typeface="+mn-ea"/>
                <a:cs typeface="+mn-cs"/>
              </a:rPr>
              <a:t>Top 10 </a:t>
            </a:r>
            <a:r>
              <a:rPr lang="fr-FR" sz="1200" b="0" i="0" u="none" strike="noStrike" kern="1200" err="1">
                <a:solidFill>
                  <a:schemeClr val="tx1"/>
                </a:solidFill>
                <a:effectLst/>
                <a:latin typeface="+mn-lt"/>
                <a:ea typeface="+mn-ea"/>
                <a:cs typeface="+mn-cs"/>
              </a:rPr>
              <a:t>products</a:t>
            </a:r>
            <a:r>
              <a:rPr lang="fr-FR" sz="1200" b="0" i="0" u="none" strike="noStrike" kern="1200">
                <a:solidFill>
                  <a:schemeClr val="tx1"/>
                </a:solidFill>
                <a:effectLst/>
                <a:latin typeface="+mn-lt"/>
                <a:ea typeface="+mn-ea"/>
                <a:cs typeface="+mn-cs"/>
              </a:rPr>
              <a:t> by sales </a:t>
            </a:r>
          </a:p>
          <a:p>
            <a:pPr fontAlgn="ctr"/>
            <a:r>
              <a:rPr lang="fr-FR" sz="1200" b="0" i="0" u="none" strike="noStrike" kern="1200">
                <a:solidFill>
                  <a:schemeClr val="tx1"/>
                </a:solidFill>
                <a:effectLst/>
                <a:latin typeface="+mn-lt"/>
                <a:ea typeface="+mn-ea"/>
                <a:cs typeface="+mn-cs"/>
              </a:rPr>
              <a:t>Top 10 </a:t>
            </a:r>
            <a:r>
              <a:rPr lang="fr-FR" sz="1200" b="0" i="0" u="none" strike="noStrike" kern="1200" err="1">
                <a:solidFill>
                  <a:schemeClr val="tx1"/>
                </a:solidFill>
                <a:effectLst/>
                <a:latin typeface="+mn-lt"/>
                <a:ea typeface="+mn-ea"/>
                <a:cs typeface="+mn-cs"/>
              </a:rPr>
              <a:t>suppliers</a:t>
            </a:r>
            <a:r>
              <a:rPr lang="fr-FR" sz="1200" b="0" i="0" u="none" strike="noStrike" kern="1200">
                <a:solidFill>
                  <a:schemeClr val="tx1"/>
                </a:solidFill>
                <a:effectLst/>
                <a:latin typeface="+mn-lt"/>
                <a:ea typeface="+mn-ea"/>
                <a:cs typeface="+mn-cs"/>
              </a:rPr>
              <a:t> by sales contribution </a:t>
            </a:r>
          </a:p>
          <a:p>
            <a:pPr fontAlgn="ctr"/>
            <a:r>
              <a:rPr lang="fr-FR" sz="1200" b="0" i="0" u="none" strike="noStrike" kern="1200" err="1">
                <a:solidFill>
                  <a:schemeClr val="tx1"/>
                </a:solidFill>
                <a:effectLst/>
                <a:latin typeface="+mn-lt"/>
                <a:ea typeface="+mn-ea"/>
                <a:cs typeface="+mn-cs"/>
              </a:rPr>
              <a:t>Average</a:t>
            </a:r>
            <a:r>
              <a:rPr lang="fr-FR" sz="1200" b="0" i="0" u="none" strike="noStrike" kern="1200">
                <a:solidFill>
                  <a:schemeClr val="tx1"/>
                </a:solidFill>
                <a:effectLst/>
                <a:latin typeface="+mn-lt"/>
                <a:ea typeface="+mn-ea"/>
                <a:cs typeface="+mn-cs"/>
              </a:rPr>
              <a:t> PO value by supplier </a:t>
            </a:r>
            <a:r>
              <a:rPr lang="fr-FR" sz="1200" b="0" i="0" u="none" strike="noStrike" kern="1200" err="1">
                <a:solidFill>
                  <a:schemeClr val="tx1"/>
                </a:solidFill>
                <a:effectLst/>
                <a:latin typeface="+mn-lt"/>
                <a:ea typeface="+mn-ea"/>
                <a:cs typeface="+mn-cs"/>
              </a:rPr>
              <a:t>category</a:t>
            </a:r>
            <a:r>
              <a:rPr lang="fr-FR" sz="1200" b="0" i="0" u="none" strike="noStrike" kern="1200">
                <a:solidFill>
                  <a:schemeClr val="tx1"/>
                </a:solidFill>
                <a:effectLst/>
                <a:latin typeface="+mn-lt"/>
                <a:ea typeface="+mn-ea"/>
                <a:cs typeface="+mn-cs"/>
              </a:rPr>
              <a:t> </a:t>
            </a:r>
          </a:p>
          <a:p>
            <a:pPr fontAlgn="ctr"/>
            <a:r>
              <a:rPr lang="fr-FR" sz="1200" b="0" i="0" u="none" strike="noStrike" kern="1200">
                <a:solidFill>
                  <a:schemeClr val="tx1"/>
                </a:solidFill>
                <a:effectLst/>
                <a:latin typeface="+mn-lt"/>
                <a:ea typeface="+mn-ea"/>
                <a:cs typeface="+mn-cs"/>
              </a:rPr>
              <a:t>Best </a:t>
            </a:r>
            <a:r>
              <a:rPr lang="fr-FR" sz="1200" b="0" i="0" u="none" strike="noStrike" kern="1200" err="1">
                <a:solidFill>
                  <a:schemeClr val="tx1"/>
                </a:solidFill>
                <a:effectLst/>
                <a:latin typeface="+mn-lt"/>
                <a:ea typeface="+mn-ea"/>
                <a:cs typeface="+mn-cs"/>
              </a:rPr>
              <a:t>selling</a:t>
            </a:r>
            <a:r>
              <a:rPr lang="fr-FR" sz="1200" b="0" i="0" u="none" strike="noStrike" kern="1200">
                <a:solidFill>
                  <a:schemeClr val="tx1"/>
                </a:solidFill>
                <a:effectLst/>
                <a:latin typeface="+mn-lt"/>
                <a:ea typeface="+mn-ea"/>
                <a:cs typeface="+mn-cs"/>
              </a:rPr>
              <a:t> </a:t>
            </a:r>
            <a:r>
              <a:rPr lang="fr-FR" sz="1200" b="0" i="0" u="none" strike="noStrike" kern="1200" err="1">
                <a:solidFill>
                  <a:schemeClr val="tx1"/>
                </a:solidFill>
                <a:effectLst/>
                <a:latin typeface="+mn-lt"/>
                <a:ea typeface="+mn-ea"/>
                <a:cs typeface="+mn-cs"/>
              </a:rPr>
              <a:t>product</a:t>
            </a:r>
            <a:r>
              <a:rPr lang="fr-FR" sz="1200" b="0" i="0" u="none" strike="noStrike" kern="1200">
                <a:solidFill>
                  <a:schemeClr val="tx1"/>
                </a:solidFill>
                <a:effectLst/>
                <a:latin typeface="+mn-lt"/>
                <a:ea typeface="+mn-ea"/>
                <a:cs typeface="+mn-cs"/>
              </a:rPr>
              <a:t> per </a:t>
            </a:r>
            <a:r>
              <a:rPr lang="fr-FR" sz="1200" b="0" i="0" u="none" strike="noStrike" kern="1200" err="1">
                <a:solidFill>
                  <a:schemeClr val="tx1"/>
                </a:solidFill>
                <a:effectLst/>
                <a:latin typeface="+mn-lt"/>
                <a:ea typeface="+mn-ea"/>
                <a:cs typeface="+mn-cs"/>
              </a:rPr>
              <a:t>region</a:t>
            </a:r>
            <a:r>
              <a:rPr lang="fr-FR" sz="1200" b="0" i="0" u="none" strike="noStrike" kern="1200">
                <a:solidFill>
                  <a:schemeClr val="tx1"/>
                </a:solidFill>
                <a:effectLst/>
                <a:latin typeface="+mn-lt"/>
                <a:ea typeface="+mn-ea"/>
                <a:cs typeface="+mn-cs"/>
              </a:rPr>
              <a:t> in 2024 </a:t>
            </a:r>
          </a:p>
          <a:p>
            <a:pPr fontAlgn="ctr"/>
            <a:r>
              <a:rPr lang="fr-FR" sz="1200" b="0" i="0" u="none" strike="noStrike" kern="1200">
                <a:solidFill>
                  <a:schemeClr val="tx1"/>
                </a:solidFill>
                <a:effectLst/>
                <a:latin typeface="+mn-lt"/>
                <a:ea typeface="+mn-ea"/>
                <a:cs typeface="+mn-cs"/>
              </a:rPr>
              <a:t>Sales by country of manufacture </a:t>
            </a:r>
          </a:p>
          <a:p>
            <a:endParaRPr lang="en-US"/>
          </a:p>
          <a:p>
            <a:r>
              <a:rPr lang="fr-FR"/>
              <a:t>• Démontrer des questions en langage naturel : ventes, marge, croissance, top produits.</a:t>
            </a:r>
          </a:p>
          <a:p>
            <a:r>
              <a:rPr lang="fr-FR"/>
              <a:t>• Montrer le RBAC en action : créateur, commercial (lecteur), direction via Teams.</a:t>
            </a:r>
          </a:p>
          <a:p>
            <a:r>
              <a:rPr lang="fr-FR"/>
              <a:t>• Chacun ne voit que les données auxquelles il a accès.</a:t>
            </a:r>
          </a:p>
        </p:txBody>
      </p:sp>
      <p:sp>
        <p:nvSpPr>
          <p:cNvPr id="4" name="Slide Number Placeholder 3">
            <a:extLst>
              <a:ext uri="{FF2B5EF4-FFF2-40B4-BE49-F238E27FC236}">
                <a16:creationId xmlns:a16="http://schemas.microsoft.com/office/drawing/2014/main" id="{98C3DA7C-D405-5CB0-1DAC-169472D0A0F6}"/>
              </a:ext>
            </a:extLst>
          </p:cNvPr>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415450259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https://learn.microsoft.com/en-us/fabric/data-science/data-agent-configurations#data-agent-instructions</a:t>
            </a:r>
          </a:p>
        </p:txBody>
      </p:sp>
      <p:sp>
        <p:nvSpPr>
          <p:cNvPr id="4" name="Espace réservé du numéro de diapositive 3"/>
          <p:cNvSpPr>
            <a:spLocks noGrp="1"/>
          </p:cNvSpPr>
          <p:nvPr>
            <p:ph type="sldNum" sz="quarter" idx="5"/>
          </p:nvPr>
        </p:nvSpPr>
        <p:spPr/>
        <p:txBody>
          <a:bodyPr/>
          <a:lstStyle/>
          <a:p>
            <a:fld id="{CE5E9CC1-C706-0F49-92D6-E571CC5EEA8F}" type="slidenum">
              <a:rPr lang="en-US" smtClean="0"/>
              <a:t>48</a:t>
            </a:fld>
            <a:endParaRPr lang="en-US"/>
          </a:p>
        </p:txBody>
      </p:sp>
    </p:spTree>
    <p:extLst>
      <p:ext uri="{BB962C8B-B14F-4D97-AF65-F5344CB8AC3E}">
        <p14:creationId xmlns:p14="http://schemas.microsoft.com/office/powerpoint/2010/main" val="400794245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E8ACDB-2180-DAEA-A406-25FCDCFAAD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4914E7-0BEB-525F-6E02-E7C5F95D62A7}"/>
              </a:ext>
            </a:extLst>
          </p:cNvPr>
          <p:cNvSpPr>
            <a:spLocks noGrp="1" noRot="1" noChangeAspect="1"/>
          </p:cNvSpPr>
          <p:nvPr>
            <p:ph type="sldImg"/>
          </p:nvPr>
        </p:nvSpPr>
        <p:spPr/>
        <p:txBody>
          <a:bodyPr/>
          <a:lstStyle/>
          <a:p>
            <a:endParaRPr lang="fr-FR"/>
          </a:p>
        </p:txBody>
      </p:sp>
      <p:sp>
        <p:nvSpPr>
          <p:cNvPr id="3" name="Notes Placeholder 2">
            <a:extLst>
              <a:ext uri="{FF2B5EF4-FFF2-40B4-BE49-F238E27FC236}">
                <a16:creationId xmlns:a16="http://schemas.microsoft.com/office/drawing/2014/main" id="{DACB6490-169C-393A-1535-E1268D929C33}"/>
              </a:ext>
            </a:extLst>
          </p:cNvPr>
          <p:cNvSpPr>
            <a:spLocks noGrp="1"/>
          </p:cNvSpPr>
          <p:nvPr>
            <p:ph type="body" idx="1"/>
          </p:nvPr>
        </p:nvSpPr>
        <p:spPr/>
        <p:txBody>
          <a:bodyPr/>
          <a:lstStyle/>
          <a:p>
            <a:endParaRPr lang="fr-FR"/>
          </a:p>
        </p:txBody>
      </p:sp>
      <p:sp>
        <p:nvSpPr>
          <p:cNvPr id="4" name="Slide Number Placeholder 3">
            <a:extLst>
              <a:ext uri="{FF2B5EF4-FFF2-40B4-BE49-F238E27FC236}">
                <a16:creationId xmlns:a16="http://schemas.microsoft.com/office/drawing/2014/main" id="{9AD4D210-E9D0-BC94-4323-73F9576E0F8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716FF32-AF5B-4774-8442-2DE6F693416A}"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1825789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0C78D6-74F2-38C4-F02F-211BF1BDA4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0391CE-A706-3C22-935E-74D5F17156F3}"/>
              </a:ext>
            </a:extLst>
          </p:cNvPr>
          <p:cNvSpPr>
            <a:spLocks noGrp="1" noRot="1" noChangeAspect="1"/>
          </p:cNvSpPr>
          <p:nvPr>
            <p:ph type="sldImg"/>
          </p:nvPr>
        </p:nvSpPr>
        <p:spPr/>
        <p:txBody>
          <a:bodyPr/>
          <a:lstStyle/>
          <a:p>
            <a:endParaRPr lang="fr-FR"/>
          </a:p>
        </p:txBody>
      </p:sp>
      <p:sp>
        <p:nvSpPr>
          <p:cNvPr id="3" name="Notes Placeholder 2">
            <a:extLst>
              <a:ext uri="{FF2B5EF4-FFF2-40B4-BE49-F238E27FC236}">
                <a16:creationId xmlns:a16="http://schemas.microsoft.com/office/drawing/2014/main" id="{449CECD1-2EAC-0213-24E5-111317E64710}"/>
              </a:ext>
            </a:extLst>
          </p:cNvPr>
          <p:cNvSpPr>
            <a:spLocks noGrp="1"/>
          </p:cNvSpPr>
          <p:nvPr>
            <p:ph type="body" idx="1"/>
          </p:nvPr>
        </p:nvSpPr>
        <p:spPr/>
        <p:txBody>
          <a:bodyPr/>
          <a:lstStyle/>
          <a:p>
            <a:r>
              <a:rPr lang="fr-FR">
                <a:sym typeface="Wingdings" panose="05000000000000000000" pitchFamily="2" charset="2"/>
              </a:rPr>
              <a:t>Workspace : Copilot Fabric Agents</a:t>
            </a:r>
          </a:p>
          <a:p>
            <a:r>
              <a:rPr lang="fr-FR">
                <a:sym typeface="Wingdings" panose="05000000000000000000" pitchFamily="2" charset="2"/>
              </a:rPr>
              <a:t>Data Agent : Agent Fabric Test</a:t>
            </a:r>
          </a:p>
          <a:p>
            <a:r>
              <a:rPr lang="fr-FR">
                <a:sym typeface="Wingdings" panose="05000000000000000000" pitchFamily="2" charset="2"/>
              </a:rPr>
              <a:t>Dans les </a:t>
            </a:r>
            <a:r>
              <a:rPr lang="fr-FR" err="1">
                <a:sym typeface="Wingdings" panose="05000000000000000000" pitchFamily="2" charset="2"/>
              </a:rPr>
              <a:t>setttings</a:t>
            </a:r>
            <a:r>
              <a:rPr lang="fr-FR">
                <a:sym typeface="Wingdings" panose="05000000000000000000" pitchFamily="2" charset="2"/>
              </a:rPr>
              <a:t> : nom, description, </a:t>
            </a:r>
            <a:r>
              <a:rPr lang="fr-FR" err="1">
                <a:sym typeface="Wingdings" panose="05000000000000000000" pitchFamily="2" charset="2"/>
              </a:rPr>
              <a:t>endorsement</a:t>
            </a:r>
            <a:r>
              <a:rPr lang="fr-FR">
                <a:sym typeface="Wingdings" panose="05000000000000000000" pitchFamily="2" charset="2"/>
              </a:rPr>
              <a:t>, tags et </a:t>
            </a:r>
            <a:r>
              <a:rPr lang="fr-FR" err="1">
                <a:sym typeface="Wingdings" panose="05000000000000000000" pitchFamily="2" charset="2"/>
              </a:rPr>
              <a:t>published</a:t>
            </a:r>
            <a:r>
              <a:rPr lang="fr-FR">
                <a:sym typeface="Wingdings" panose="05000000000000000000" pitchFamily="2" charset="2"/>
              </a:rPr>
              <a:t> URL...</a:t>
            </a:r>
          </a:p>
          <a:p>
            <a:r>
              <a:rPr lang="fr-FR">
                <a:sym typeface="Wingdings" panose="05000000000000000000" pitchFamily="2" charset="2"/>
              </a:rPr>
              <a:t> REST endpoint URL : https://api.fabric.microsoft.com/v1/workspaces/6e310ede-e6b7-42a6-9a60-de592dce4cd9/aiskills/a299fbb7-805c-4e7a-95f6-6482358d83cd/aiassistant/openai</a:t>
            </a:r>
            <a:endParaRPr lang="fr-FR"/>
          </a:p>
        </p:txBody>
      </p:sp>
      <p:sp>
        <p:nvSpPr>
          <p:cNvPr id="4" name="Slide Number Placeholder 3">
            <a:extLst>
              <a:ext uri="{FF2B5EF4-FFF2-40B4-BE49-F238E27FC236}">
                <a16:creationId xmlns:a16="http://schemas.microsoft.com/office/drawing/2014/main" id="{98BBA43B-3F5F-D88C-D1F8-B87AA60DD51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716FF32-AF5B-4774-8442-2DE6F693416A}"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51</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3830429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https://learn.microsoft.com/fr-fr/fabric/data-science/data-agent-configurations#data-source-instructions</a:t>
            </a:r>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E4D010-5165-4276-8698-38168E1255A3}" type="slidenum">
              <a:rPr kumimoji="0" lang="fr-FR"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52</a:t>
            </a:fld>
            <a:endParaRPr kumimoji="0" lang="fr-FR"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57590407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669AB6-4A6B-BBC2-CEC9-0BDA2B227516}"/>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D1EE9CF-941A-9629-8B45-3B7DC23D7266}"/>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45CD59B1-4846-1A6F-6BB3-8E4FF17E33D9}"/>
              </a:ext>
            </a:extLst>
          </p:cNvPr>
          <p:cNvSpPr>
            <a:spLocks noGrp="1"/>
          </p:cNvSpPr>
          <p:nvPr>
            <p:ph type="body" idx="1"/>
          </p:nvPr>
        </p:nvSpPr>
        <p:spPr/>
        <p:txBody>
          <a:bodyPr/>
          <a:lstStyle/>
          <a:p>
            <a:r>
              <a:rPr lang="fr-FR" dirty="0"/>
              <a:t>https://learn.microsoft.com/fr-fr/fabric/data-science/data-agent-configurations#data-agent-instructions</a:t>
            </a:r>
          </a:p>
        </p:txBody>
      </p:sp>
      <p:sp>
        <p:nvSpPr>
          <p:cNvPr id="4" name="Espace réservé du numéro de diapositive 3">
            <a:extLst>
              <a:ext uri="{FF2B5EF4-FFF2-40B4-BE49-F238E27FC236}">
                <a16:creationId xmlns:a16="http://schemas.microsoft.com/office/drawing/2014/main" id="{41DF38C6-C1FC-B579-795B-6E28C54315F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E4D010-5165-4276-8698-38168E1255A3}" type="slidenum">
              <a:rPr kumimoji="0" lang="fr-FR"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53</a:t>
            </a:fld>
            <a:endParaRPr kumimoji="0" lang="fr-FR"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90664202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https://learn.microsoft.com/fr-fr/fabric/data-science/data-agent-example-queries</a:t>
            </a:r>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E4D010-5165-4276-8698-38168E1255A3}" type="slidenum">
              <a:rPr kumimoji="0" lang="fr-FR"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54</a:t>
            </a:fld>
            <a:endParaRPr kumimoji="0" lang="fr-FR"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90846482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6A06FE-AD18-8D42-EDAC-7D67D0A9D5A6}"/>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075E53A-47D3-0A05-F78E-356957F6E69F}"/>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1FDBDB72-D5E9-CBA0-64E1-3FD0FEF4E209}"/>
              </a:ext>
            </a:extLst>
          </p:cNvPr>
          <p:cNvSpPr>
            <a:spLocks noGrp="1"/>
          </p:cNvSpPr>
          <p:nvPr>
            <p:ph type="body" idx="1"/>
          </p:nvPr>
        </p:nvSpPr>
        <p:spPr/>
        <p:txBody>
          <a:bodyPr/>
          <a:lstStyle/>
          <a:p>
            <a:r>
              <a:rPr lang="fr-FR" dirty="0"/>
              <a:t>https://learn.microsoft.com/fr-fr/fabric/data-science/data-agent-example-queries</a:t>
            </a:r>
          </a:p>
        </p:txBody>
      </p:sp>
      <p:sp>
        <p:nvSpPr>
          <p:cNvPr id="4" name="Espace réservé du numéro de diapositive 3">
            <a:extLst>
              <a:ext uri="{FF2B5EF4-FFF2-40B4-BE49-F238E27FC236}">
                <a16:creationId xmlns:a16="http://schemas.microsoft.com/office/drawing/2014/main" id="{90A2A0C3-11AB-ED16-BB5F-6979FD82122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E4D010-5165-4276-8698-38168E1255A3}" type="slidenum">
              <a:rPr kumimoji="0" lang="fr-FR"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55</a:t>
            </a:fld>
            <a:endParaRPr kumimoji="0" lang="fr-FR"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18057250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8774FA-0896-87BC-39D8-C7AE9C6ABE6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09369B4-7C19-E430-A491-785ADB186125}"/>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F5E43F61-A76B-8100-BAAF-537E15109157}"/>
              </a:ext>
            </a:extLst>
          </p:cNvPr>
          <p:cNvSpPr>
            <a:spLocks noGrp="1"/>
          </p:cNvSpPr>
          <p:nvPr>
            <p:ph type="body" idx="1"/>
          </p:nvPr>
        </p:nvSpPr>
        <p:spPr/>
        <p:txBody>
          <a:bodyPr/>
          <a:lstStyle/>
          <a:p>
            <a:r>
              <a:rPr lang="fr-FR" dirty="0"/>
              <a:t>https://learn.microsoft.com/fr-fr/fabric/data-science/data-agent-example-queries</a:t>
            </a:r>
          </a:p>
        </p:txBody>
      </p:sp>
      <p:sp>
        <p:nvSpPr>
          <p:cNvPr id="4" name="Espace réservé du numéro de diapositive 3">
            <a:extLst>
              <a:ext uri="{FF2B5EF4-FFF2-40B4-BE49-F238E27FC236}">
                <a16:creationId xmlns:a16="http://schemas.microsoft.com/office/drawing/2014/main" id="{5FE53708-0485-D426-DCEE-578950D78C7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E4D010-5165-4276-8698-38168E1255A3}" type="slidenum">
              <a:rPr kumimoji="0" lang="fr-FR"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56</a:t>
            </a:fld>
            <a:endParaRPr kumimoji="0" lang="fr-FR"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488808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Master" Target="../slideMasters/slideMaster2.xml"/><Relationship Id="rId4" Type="http://schemas.openxmlformats.org/officeDocument/2006/relationships/image" Target="../media/image16.pn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7.jpe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9.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0.png"/><Relationship Id="rId1" Type="http://schemas.openxmlformats.org/officeDocument/2006/relationships/slideMaster" Target="../slideMasters/slideMaster2.xml"/><Relationship Id="rId4" Type="http://schemas.openxmlformats.org/officeDocument/2006/relationships/image" Target="../media/image17.jpe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9.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0.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jpeg"/><Relationship Id="rId1" Type="http://schemas.openxmlformats.org/officeDocument/2006/relationships/slideMaster" Target="../slideMasters/slideMaster2.xml"/><Relationship Id="rId5" Type="http://schemas.openxmlformats.org/officeDocument/2006/relationships/image" Target="../media/image2.svg"/><Relationship Id="rId4" Type="http://schemas.openxmlformats.org/officeDocument/2006/relationships/image" Target="../media/image16.pn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peg"/><Relationship Id="rId1" Type="http://schemas.openxmlformats.org/officeDocument/2006/relationships/slideMaster" Target="../slideMasters/slideMaster2.xml"/><Relationship Id="rId5" Type="http://schemas.openxmlformats.org/officeDocument/2006/relationships/image" Target="../media/image18.jpeg"/><Relationship Id="rId4" Type="http://schemas.openxmlformats.org/officeDocument/2006/relationships/image" Target="../media/image2.sv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5.png"/><Relationship Id="rId1" Type="http://schemas.openxmlformats.org/officeDocument/2006/relationships/slideMaster" Target="../slideMasters/slideMaster2.xml"/><Relationship Id="rId5" Type="http://schemas.openxmlformats.org/officeDocument/2006/relationships/image" Target="../media/image26.png"/><Relationship Id="rId4" Type="http://schemas.openxmlformats.org/officeDocument/2006/relationships/image" Target="../media/image25.png"/></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8" Type="http://schemas.openxmlformats.org/officeDocument/2006/relationships/image" Target="../media/image28.svg"/><Relationship Id="rId3" Type="http://schemas.openxmlformats.org/officeDocument/2006/relationships/image" Target="../media/image16.png"/><Relationship Id="rId7" Type="http://schemas.microsoft.com/office/2007/relationships/hdphoto" Target="../media/hdphoto1.wdp"/><Relationship Id="rId2" Type="http://schemas.openxmlformats.org/officeDocument/2006/relationships/image" Target="../media/image1.jpeg"/><Relationship Id="rId1" Type="http://schemas.openxmlformats.org/officeDocument/2006/relationships/slideMaster" Target="../slideMasters/slideMaster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5.png"/><Relationship Id="rId1" Type="http://schemas.openxmlformats.org/officeDocument/2006/relationships/slideMaster" Target="../slideMasters/slideMaster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23FEE-9FCB-2AAB-2537-6388EAA4FD45}"/>
              </a:ext>
            </a:extLst>
          </p:cNvPr>
          <p:cNvSpPr>
            <a:spLocks noGrp="1"/>
          </p:cNvSpPr>
          <p:nvPr>
            <p:ph type="ctrTitle"/>
          </p:nvPr>
        </p:nvSpPr>
        <p:spPr>
          <a:xfrm>
            <a:off x="1143000" y="841375"/>
            <a:ext cx="6858000" cy="1790700"/>
          </a:xfrm>
        </p:spPr>
        <p:txBody>
          <a:bodyPr anchor="b"/>
          <a:lstStyle>
            <a:lvl1pPr algn="ctr">
              <a:defRPr sz="6000"/>
            </a:lvl1pPr>
          </a:lstStyle>
          <a:p>
            <a:r>
              <a:rPr lang="en-US"/>
              <a:t>Click to edit Master title style</a:t>
            </a:r>
            <a:endParaRPr lang="fr-FR"/>
          </a:p>
        </p:txBody>
      </p:sp>
      <p:sp>
        <p:nvSpPr>
          <p:cNvPr id="3" name="Subtitle 2">
            <a:extLst>
              <a:ext uri="{FF2B5EF4-FFF2-40B4-BE49-F238E27FC236}">
                <a16:creationId xmlns:a16="http://schemas.microsoft.com/office/drawing/2014/main" id="{D041DDC6-0F2C-60C8-630D-792A99817033}"/>
              </a:ext>
            </a:extLst>
          </p:cNvPr>
          <p:cNvSpPr>
            <a:spLocks noGrp="1"/>
          </p:cNvSpPr>
          <p:nvPr>
            <p:ph type="subTitle" idx="1"/>
          </p:nvPr>
        </p:nvSpPr>
        <p:spPr>
          <a:xfrm>
            <a:off x="1143000" y="2701925"/>
            <a:ext cx="6858000" cy="124142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fr-FR"/>
          </a:p>
        </p:txBody>
      </p:sp>
      <p:sp>
        <p:nvSpPr>
          <p:cNvPr id="4" name="Date Placeholder 3">
            <a:extLst>
              <a:ext uri="{FF2B5EF4-FFF2-40B4-BE49-F238E27FC236}">
                <a16:creationId xmlns:a16="http://schemas.microsoft.com/office/drawing/2014/main" id="{EE6EE7F5-3BA4-33D5-D064-46FAD8BDA4E4}"/>
              </a:ext>
            </a:extLst>
          </p:cNvPr>
          <p:cNvSpPr>
            <a:spLocks noGrp="1"/>
          </p:cNvSpPr>
          <p:nvPr>
            <p:ph type="dt" sz="half" idx="10"/>
          </p:nvPr>
        </p:nvSpPr>
        <p:spPr/>
        <p:txBody>
          <a:bodyPr/>
          <a:lstStyle/>
          <a:p>
            <a:endParaRPr lang="fr-FR"/>
          </a:p>
        </p:txBody>
      </p:sp>
      <p:sp>
        <p:nvSpPr>
          <p:cNvPr id="5" name="Footer Placeholder 4">
            <a:extLst>
              <a:ext uri="{FF2B5EF4-FFF2-40B4-BE49-F238E27FC236}">
                <a16:creationId xmlns:a16="http://schemas.microsoft.com/office/drawing/2014/main" id="{68C998C1-903D-E14D-585D-AF622F13864E}"/>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84AFD722-F39E-5FE3-A592-4D33AC16DD59}"/>
              </a:ext>
            </a:extLst>
          </p:cNvPr>
          <p:cNvSpPr>
            <a:spLocks noGrp="1"/>
          </p:cNvSpPr>
          <p:nvPr>
            <p:ph type="sldNum" sz="quarter" idx="12"/>
          </p:nvPr>
        </p:nvSpPr>
        <p:spPr/>
        <p:txBody>
          <a:bodyPr/>
          <a:lstStyle/>
          <a:p>
            <a:fld id="{58E94494-CE21-4E82-948B-6B5BB0295547}" type="slidenum">
              <a:rPr lang="fr-FR" smtClean="0"/>
              <a:t>‹N°›</a:t>
            </a:fld>
            <a:endParaRPr lang="fr-FR"/>
          </a:p>
        </p:txBody>
      </p:sp>
    </p:spTree>
    <p:extLst>
      <p:ext uri="{BB962C8B-B14F-4D97-AF65-F5344CB8AC3E}">
        <p14:creationId xmlns:p14="http://schemas.microsoft.com/office/powerpoint/2010/main" val="22292781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CAEF1A-55B6-49ED-F986-64C747E5D8E5}"/>
              </a:ext>
            </a:extLst>
          </p:cNvPr>
          <p:cNvSpPr>
            <a:spLocks noGrp="1"/>
          </p:cNvSpPr>
          <p:nvPr>
            <p:ph type="title"/>
          </p:nvPr>
        </p:nvSpPr>
        <p:spPr/>
        <p:txBody>
          <a:bodyPr/>
          <a:lstStyle/>
          <a:p>
            <a:r>
              <a:rPr lang="en-US"/>
              <a:t>Click to edit Master title style</a:t>
            </a:r>
            <a:endParaRPr lang="fr-FR"/>
          </a:p>
        </p:txBody>
      </p:sp>
      <p:sp>
        <p:nvSpPr>
          <p:cNvPr id="3" name="Content Placeholder 2">
            <a:extLst>
              <a:ext uri="{FF2B5EF4-FFF2-40B4-BE49-F238E27FC236}">
                <a16:creationId xmlns:a16="http://schemas.microsoft.com/office/drawing/2014/main" id="{BD04FDF6-D0B2-8C9F-5812-EE365BCC145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a:extLst>
              <a:ext uri="{FF2B5EF4-FFF2-40B4-BE49-F238E27FC236}">
                <a16:creationId xmlns:a16="http://schemas.microsoft.com/office/drawing/2014/main" id="{5E0A465E-CAD6-332D-1A94-27464893867B}"/>
              </a:ext>
            </a:extLst>
          </p:cNvPr>
          <p:cNvSpPr>
            <a:spLocks noGrp="1"/>
          </p:cNvSpPr>
          <p:nvPr>
            <p:ph type="dt" sz="half" idx="10"/>
          </p:nvPr>
        </p:nvSpPr>
        <p:spPr/>
        <p:txBody>
          <a:bodyPr/>
          <a:lstStyle/>
          <a:p>
            <a:endParaRPr lang="fr-FR"/>
          </a:p>
        </p:txBody>
      </p:sp>
      <p:sp>
        <p:nvSpPr>
          <p:cNvPr id="5" name="Footer Placeholder 4">
            <a:extLst>
              <a:ext uri="{FF2B5EF4-FFF2-40B4-BE49-F238E27FC236}">
                <a16:creationId xmlns:a16="http://schemas.microsoft.com/office/drawing/2014/main" id="{EA355E46-C86E-602F-035D-7540C3CE1710}"/>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4532C1B7-C81B-BC15-C91F-D5AF08F85E53}"/>
              </a:ext>
            </a:extLst>
          </p:cNvPr>
          <p:cNvSpPr>
            <a:spLocks noGrp="1"/>
          </p:cNvSpPr>
          <p:nvPr>
            <p:ph type="sldNum" sz="quarter" idx="12"/>
          </p:nvPr>
        </p:nvSpPr>
        <p:spPr/>
        <p:txBody>
          <a:bodyPr/>
          <a:lstStyle/>
          <a:p>
            <a:fld id="{58E94494-CE21-4E82-948B-6B5BB0295547}" type="slidenum">
              <a:rPr lang="fr-FR" smtClean="0"/>
              <a:t>‹N°›</a:t>
            </a:fld>
            <a:endParaRPr lang="fr-FR"/>
          </a:p>
        </p:txBody>
      </p:sp>
    </p:spTree>
    <p:extLst>
      <p:ext uri="{BB962C8B-B14F-4D97-AF65-F5344CB8AC3E}">
        <p14:creationId xmlns:p14="http://schemas.microsoft.com/office/powerpoint/2010/main" val="27532263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754009-1267-ED64-4FB7-DC9A725982DC}"/>
              </a:ext>
            </a:extLst>
          </p:cNvPr>
          <p:cNvSpPr>
            <a:spLocks noGrp="1"/>
          </p:cNvSpPr>
          <p:nvPr>
            <p:ph type="title"/>
          </p:nvPr>
        </p:nvSpPr>
        <p:spPr>
          <a:xfrm>
            <a:off x="623888" y="1282700"/>
            <a:ext cx="7886700" cy="2139950"/>
          </a:xfrm>
        </p:spPr>
        <p:txBody>
          <a:bodyPr anchor="b"/>
          <a:lstStyle>
            <a:lvl1pPr>
              <a:defRPr sz="6000"/>
            </a:lvl1pPr>
          </a:lstStyle>
          <a:p>
            <a:r>
              <a:rPr lang="en-US"/>
              <a:t>Click to edit Master title style</a:t>
            </a:r>
            <a:endParaRPr lang="fr-FR"/>
          </a:p>
        </p:txBody>
      </p:sp>
      <p:sp>
        <p:nvSpPr>
          <p:cNvPr id="3" name="Text Placeholder 2">
            <a:extLst>
              <a:ext uri="{FF2B5EF4-FFF2-40B4-BE49-F238E27FC236}">
                <a16:creationId xmlns:a16="http://schemas.microsoft.com/office/drawing/2014/main" id="{792847AF-373F-ED32-4C3B-E806CC945EBC}"/>
              </a:ext>
            </a:extLst>
          </p:cNvPr>
          <p:cNvSpPr>
            <a:spLocks noGrp="1"/>
          </p:cNvSpPr>
          <p:nvPr>
            <p:ph type="body" idx="1"/>
          </p:nvPr>
        </p:nvSpPr>
        <p:spPr>
          <a:xfrm>
            <a:off x="623888" y="3441700"/>
            <a:ext cx="7886700" cy="1125538"/>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7190FA2-A0BD-BF43-8370-14D84E404D3A}"/>
              </a:ext>
            </a:extLst>
          </p:cNvPr>
          <p:cNvSpPr>
            <a:spLocks noGrp="1"/>
          </p:cNvSpPr>
          <p:nvPr>
            <p:ph type="dt" sz="half" idx="10"/>
          </p:nvPr>
        </p:nvSpPr>
        <p:spPr/>
        <p:txBody>
          <a:bodyPr/>
          <a:lstStyle/>
          <a:p>
            <a:endParaRPr lang="fr-FR"/>
          </a:p>
        </p:txBody>
      </p:sp>
      <p:sp>
        <p:nvSpPr>
          <p:cNvPr id="5" name="Footer Placeholder 4">
            <a:extLst>
              <a:ext uri="{FF2B5EF4-FFF2-40B4-BE49-F238E27FC236}">
                <a16:creationId xmlns:a16="http://schemas.microsoft.com/office/drawing/2014/main" id="{A0C553E4-BE38-431A-03D3-45AC2E490D46}"/>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30700036-E39A-B2D6-2943-D07D59226524}"/>
              </a:ext>
            </a:extLst>
          </p:cNvPr>
          <p:cNvSpPr>
            <a:spLocks noGrp="1"/>
          </p:cNvSpPr>
          <p:nvPr>
            <p:ph type="sldNum" sz="quarter" idx="12"/>
          </p:nvPr>
        </p:nvSpPr>
        <p:spPr/>
        <p:txBody>
          <a:bodyPr/>
          <a:lstStyle/>
          <a:p>
            <a:fld id="{58E94494-CE21-4E82-948B-6B5BB0295547}" type="slidenum">
              <a:rPr lang="fr-FR" smtClean="0"/>
              <a:t>‹N°›</a:t>
            </a:fld>
            <a:endParaRPr lang="fr-FR"/>
          </a:p>
        </p:txBody>
      </p:sp>
    </p:spTree>
    <p:extLst>
      <p:ext uri="{BB962C8B-B14F-4D97-AF65-F5344CB8AC3E}">
        <p14:creationId xmlns:p14="http://schemas.microsoft.com/office/powerpoint/2010/main" val="22789009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736E81-412A-1E57-F81E-3E00C5D4698B}"/>
              </a:ext>
            </a:extLst>
          </p:cNvPr>
          <p:cNvSpPr>
            <a:spLocks noGrp="1"/>
          </p:cNvSpPr>
          <p:nvPr>
            <p:ph type="title"/>
          </p:nvPr>
        </p:nvSpPr>
        <p:spPr/>
        <p:txBody>
          <a:bodyPr/>
          <a:lstStyle/>
          <a:p>
            <a:r>
              <a:rPr lang="en-US"/>
              <a:t>Click to edit Master title style</a:t>
            </a:r>
            <a:endParaRPr lang="fr-FR"/>
          </a:p>
        </p:txBody>
      </p:sp>
      <p:sp>
        <p:nvSpPr>
          <p:cNvPr id="3" name="Content Placeholder 2">
            <a:extLst>
              <a:ext uri="{FF2B5EF4-FFF2-40B4-BE49-F238E27FC236}">
                <a16:creationId xmlns:a16="http://schemas.microsoft.com/office/drawing/2014/main" id="{BDF89C77-5641-2E71-20C8-800BF82CE6F3}"/>
              </a:ext>
            </a:extLst>
          </p:cNvPr>
          <p:cNvSpPr>
            <a:spLocks noGrp="1"/>
          </p:cNvSpPr>
          <p:nvPr>
            <p:ph sz="half" idx="1"/>
          </p:nvPr>
        </p:nvSpPr>
        <p:spPr>
          <a:xfrm>
            <a:off x="628650" y="1370013"/>
            <a:ext cx="3867150" cy="32623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Content Placeholder 3">
            <a:extLst>
              <a:ext uri="{FF2B5EF4-FFF2-40B4-BE49-F238E27FC236}">
                <a16:creationId xmlns:a16="http://schemas.microsoft.com/office/drawing/2014/main" id="{3100F2A1-0437-B279-CAA2-2689A5DEAE6C}"/>
              </a:ext>
            </a:extLst>
          </p:cNvPr>
          <p:cNvSpPr>
            <a:spLocks noGrp="1"/>
          </p:cNvSpPr>
          <p:nvPr>
            <p:ph sz="half" idx="2"/>
          </p:nvPr>
        </p:nvSpPr>
        <p:spPr>
          <a:xfrm>
            <a:off x="4648200" y="1370013"/>
            <a:ext cx="3867150" cy="32623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5" name="Date Placeholder 4">
            <a:extLst>
              <a:ext uri="{FF2B5EF4-FFF2-40B4-BE49-F238E27FC236}">
                <a16:creationId xmlns:a16="http://schemas.microsoft.com/office/drawing/2014/main" id="{01720DF5-95AD-698F-2643-AA1CCA18BE55}"/>
              </a:ext>
            </a:extLst>
          </p:cNvPr>
          <p:cNvSpPr>
            <a:spLocks noGrp="1"/>
          </p:cNvSpPr>
          <p:nvPr>
            <p:ph type="dt" sz="half" idx="10"/>
          </p:nvPr>
        </p:nvSpPr>
        <p:spPr/>
        <p:txBody>
          <a:bodyPr/>
          <a:lstStyle/>
          <a:p>
            <a:endParaRPr lang="fr-FR"/>
          </a:p>
        </p:txBody>
      </p:sp>
      <p:sp>
        <p:nvSpPr>
          <p:cNvPr id="6" name="Footer Placeholder 5">
            <a:extLst>
              <a:ext uri="{FF2B5EF4-FFF2-40B4-BE49-F238E27FC236}">
                <a16:creationId xmlns:a16="http://schemas.microsoft.com/office/drawing/2014/main" id="{CA780172-3F07-E285-FFD6-AA67BC24E89F}"/>
              </a:ext>
            </a:extLst>
          </p:cNvPr>
          <p:cNvSpPr>
            <a:spLocks noGrp="1"/>
          </p:cNvSpPr>
          <p:nvPr>
            <p:ph type="ftr" sz="quarter" idx="11"/>
          </p:nvPr>
        </p:nvSpPr>
        <p:spPr/>
        <p:txBody>
          <a:bodyPr/>
          <a:lstStyle/>
          <a:p>
            <a:endParaRPr lang="fr-FR"/>
          </a:p>
        </p:txBody>
      </p:sp>
      <p:sp>
        <p:nvSpPr>
          <p:cNvPr id="7" name="Slide Number Placeholder 6">
            <a:extLst>
              <a:ext uri="{FF2B5EF4-FFF2-40B4-BE49-F238E27FC236}">
                <a16:creationId xmlns:a16="http://schemas.microsoft.com/office/drawing/2014/main" id="{C100DC45-FCAD-C8ED-0F7B-08B4666D0E35}"/>
              </a:ext>
            </a:extLst>
          </p:cNvPr>
          <p:cNvSpPr>
            <a:spLocks noGrp="1"/>
          </p:cNvSpPr>
          <p:nvPr>
            <p:ph type="sldNum" sz="quarter" idx="12"/>
          </p:nvPr>
        </p:nvSpPr>
        <p:spPr/>
        <p:txBody>
          <a:bodyPr/>
          <a:lstStyle/>
          <a:p>
            <a:fld id="{58E94494-CE21-4E82-948B-6B5BB0295547}" type="slidenum">
              <a:rPr lang="fr-FR" smtClean="0"/>
              <a:t>‹N°›</a:t>
            </a:fld>
            <a:endParaRPr lang="fr-FR"/>
          </a:p>
        </p:txBody>
      </p:sp>
    </p:spTree>
    <p:extLst>
      <p:ext uri="{BB962C8B-B14F-4D97-AF65-F5344CB8AC3E}">
        <p14:creationId xmlns:p14="http://schemas.microsoft.com/office/powerpoint/2010/main" val="26342068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AB6C7F-7282-B5BB-6988-F7FF895C1852}"/>
              </a:ext>
            </a:extLst>
          </p:cNvPr>
          <p:cNvSpPr>
            <a:spLocks noGrp="1"/>
          </p:cNvSpPr>
          <p:nvPr>
            <p:ph type="title"/>
          </p:nvPr>
        </p:nvSpPr>
        <p:spPr>
          <a:xfrm>
            <a:off x="630238" y="274638"/>
            <a:ext cx="7886700" cy="993775"/>
          </a:xfrm>
        </p:spPr>
        <p:txBody>
          <a:bodyPr/>
          <a:lstStyle/>
          <a:p>
            <a:r>
              <a:rPr lang="en-US"/>
              <a:t>Click to edit Master title style</a:t>
            </a:r>
            <a:endParaRPr lang="fr-FR"/>
          </a:p>
        </p:txBody>
      </p:sp>
      <p:sp>
        <p:nvSpPr>
          <p:cNvPr id="3" name="Text Placeholder 2">
            <a:extLst>
              <a:ext uri="{FF2B5EF4-FFF2-40B4-BE49-F238E27FC236}">
                <a16:creationId xmlns:a16="http://schemas.microsoft.com/office/drawing/2014/main" id="{77808A18-323D-23AA-B08E-92F1B7CDCFE3}"/>
              </a:ext>
            </a:extLst>
          </p:cNvPr>
          <p:cNvSpPr>
            <a:spLocks noGrp="1"/>
          </p:cNvSpPr>
          <p:nvPr>
            <p:ph type="body" idx="1"/>
          </p:nvPr>
        </p:nvSpPr>
        <p:spPr>
          <a:xfrm>
            <a:off x="630238" y="1260475"/>
            <a:ext cx="3868737" cy="619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A63DFB6-FEB0-EE18-62A7-724941C2FC3E}"/>
              </a:ext>
            </a:extLst>
          </p:cNvPr>
          <p:cNvSpPr>
            <a:spLocks noGrp="1"/>
          </p:cNvSpPr>
          <p:nvPr>
            <p:ph sz="half" idx="2"/>
          </p:nvPr>
        </p:nvSpPr>
        <p:spPr>
          <a:xfrm>
            <a:off x="630238" y="1879600"/>
            <a:ext cx="3868737" cy="27622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5" name="Text Placeholder 4">
            <a:extLst>
              <a:ext uri="{FF2B5EF4-FFF2-40B4-BE49-F238E27FC236}">
                <a16:creationId xmlns:a16="http://schemas.microsoft.com/office/drawing/2014/main" id="{60986FE8-B51D-0CCD-17B0-C4B402BCF27D}"/>
              </a:ext>
            </a:extLst>
          </p:cNvPr>
          <p:cNvSpPr>
            <a:spLocks noGrp="1"/>
          </p:cNvSpPr>
          <p:nvPr>
            <p:ph type="body" sz="quarter" idx="3"/>
          </p:nvPr>
        </p:nvSpPr>
        <p:spPr>
          <a:xfrm>
            <a:off x="4629150" y="1260475"/>
            <a:ext cx="3887788" cy="619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D0B2490-68DF-49A5-58AD-3A061D55B68A}"/>
              </a:ext>
            </a:extLst>
          </p:cNvPr>
          <p:cNvSpPr>
            <a:spLocks noGrp="1"/>
          </p:cNvSpPr>
          <p:nvPr>
            <p:ph sz="quarter" idx="4"/>
          </p:nvPr>
        </p:nvSpPr>
        <p:spPr>
          <a:xfrm>
            <a:off x="4629150" y="1879600"/>
            <a:ext cx="3887788" cy="27622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7" name="Date Placeholder 6">
            <a:extLst>
              <a:ext uri="{FF2B5EF4-FFF2-40B4-BE49-F238E27FC236}">
                <a16:creationId xmlns:a16="http://schemas.microsoft.com/office/drawing/2014/main" id="{CBCB688E-E9F0-FB52-2799-DF344C459829}"/>
              </a:ext>
            </a:extLst>
          </p:cNvPr>
          <p:cNvSpPr>
            <a:spLocks noGrp="1"/>
          </p:cNvSpPr>
          <p:nvPr>
            <p:ph type="dt" sz="half" idx="10"/>
          </p:nvPr>
        </p:nvSpPr>
        <p:spPr/>
        <p:txBody>
          <a:bodyPr/>
          <a:lstStyle/>
          <a:p>
            <a:endParaRPr lang="fr-FR"/>
          </a:p>
        </p:txBody>
      </p:sp>
      <p:sp>
        <p:nvSpPr>
          <p:cNvPr id="8" name="Footer Placeholder 7">
            <a:extLst>
              <a:ext uri="{FF2B5EF4-FFF2-40B4-BE49-F238E27FC236}">
                <a16:creationId xmlns:a16="http://schemas.microsoft.com/office/drawing/2014/main" id="{C176C958-2BD1-28B3-FACC-34164B843F43}"/>
              </a:ext>
            </a:extLst>
          </p:cNvPr>
          <p:cNvSpPr>
            <a:spLocks noGrp="1"/>
          </p:cNvSpPr>
          <p:nvPr>
            <p:ph type="ftr" sz="quarter" idx="11"/>
          </p:nvPr>
        </p:nvSpPr>
        <p:spPr/>
        <p:txBody>
          <a:bodyPr/>
          <a:lstStyle/>
          <a:p>
            <a:endParaRPr lang="fr-FR"/>
          </a:p>
        </p:txBody>
      </p:sp>
      <p:sp>
        <p:nvSpPr>
          <p:cNvPr id="9" name="Slide Number Placeholder 8">
            <a:extLst>
              <a:ext uri="{FF2B5EF4-FFF2-40B4-BE49-F238E27FC236}">
                <a16:creationId xmlns:a16="http://schemas.microsoft.com/office/drawing/2014/main" id="{A0D57BDE-5850-1EB1-E0AB-2810D30BCD86}"/>
              </a:ext>
            </a:extLst>
          </p:cNvPr>
          <p:cNvSpPr>
            <a:spLocks noGrp="1"/>
          </p:cNvSpPr>
          <p:nvPr>
            <p:ph type="sldNum" sz="quarter" idx="12"/>
          </p:nvPr>
        </p:nvSpPr>
        <p:spPr/>
        <p:txBody>
          <a:bodyPr/>
          <a:lstStyle/>
          <a:p>
            <a:fld id="{58E94494-CE21-4E82-948B-6B5BB0295547}" type="slidenum">
              <a:rPr lang="fr-FR" smtClean="0"/>
              <a:t>‹N°›</a:t>
            </a:fld>
            <a:endParaRPr lang="fr-FR"/>
          </a:p>
        </p:txBody>
      </p:sp>
    </p:spTree>
    <p:extLst>
      <p:ext uri="{BB962C8B-B14F-4D97-AF65-F5344CB8AC3E}">
        <p14:creationId xmlns:p14="http://schemas.microsoft.com/office/powerpoint/2010/main" val="36030694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F917C2-087E-B909-2B24-2FC29929C2B7}"/>
              </a:ext>
            </a:extLst>
          </p:cNvPr>
          <p:cNvSpPr>
            <a:spLocks noGrp="1"/>
          </p:cNvSpPr>
          <p:nvPr>
            <p:ph type="title"/>
          </p:nvPr>
        </p:nvSpPr>
        <p:spPr/>
        <p:txBody>
          <a:bodyPr/>
          <a:lstStyle/>
          <a:p>
            <a:r>
              <a:rPr lang="en-US"/>
              <a:t>Click to edit Master title style</a:t>
            </a:r>
            <a:endParaRPr lang="fr-FR"/>
          </a:p>
        </p:txBody>
      </p:sp>
      <p:sp>
        <p:nvSpPr>
          <p:cNvPr id="3" name="Date Placeholder 2">
            <a:extLst>
              <a:ext uri="{FF2B5EF4-FFF2-40B4-BE49-F238E27FC236}">
                <a16:creationId xmlns:a16="http://schemas.microsoft.com/office/drawing/2014/main" id="{C63789A1-7404-B0BC-4B5C-E5CA0726ED70}"/>
              </a:ext>
            </a:extLst>
          </p:cNvPr>
          <p:cNvSpPr>
            <a:spLocks noGrp="1"/>
          </p:cNvSpPr>
          <p:nvPr>
            <p:ph type="dt" sz="half" idx="10"/>
          </p:nvPr>
        </p:nvSpPr>
        <p:spPr/>
        <p:txBody>
          <a:bodyPr/>
          <a:lstStyle/>
          <a:p>
            <a:endParaRPr lang="fr-FR"/>
          </a:p>
        </p:txBody>
      </p:sp>
      <p:sp>
        <p:nvSpPr>
          <p:cNvPr id="4" name="Footer Placeholder 3">
            <a:extLst>
              <a:ext uri="{FF2B5EF4-FFF2-40B4-BE49-F238E27FC236}">
                <a16:creationId xmlns:a16="http://schemas.microsoft.com/office/drawing/2014/main" id="{028E2FFB-DB87-E837-D5F4-26795FF4A17C}"/>
              </a:ext>
            </a:extLst>
          </p:cNvPr>
          <p:cNvSpPr>
            <a:spLocks noGrp="1"/>
          </p:cNvSpPr>
          <p:nvPr>
            <p:ph type="ftr" sz="quarter" idx="11"/>
          </p:nvPr>
        </p:nvSpPr>
        <p:spPr/>
        <p:txBody>
          <a:bodyPr/>
          <a:lstStyle/>
          <a:p>
            <a:endParaRPr lang="fr-FR"/>
          </a:p>
        </p:txBody>
      </p:sp>
      <p:sp>
        <p:nvSpPr>
          <p:cNvPr id="5" name="Slide Number Placeholder 4">
            <a:extLst>
              <a:ext uri="{FF2B5EF4-FFF2-40B4-BE49-F238E27FC236}">
                <a16:creationId xmlns:a16="http://schemas.microsoft.com/office/drawing/2014/main" id="{10C24EEE-7822-A26C-5AB1-B0274CC19292}"/>
              </a:ext>
            </a:extLst>
          </p:cNvPr>
          <p:cNvSpPr>
            <a:spLocks noGrp="1"/>
          </p:cNvSpPr>
          <p:nvPr>
            <p:ph type="sldNum" sz="quarter" idx="12"/>
          </p:nvPr>
        </p:nvSpPr>
        <p:spPr/>
        <p:txBody>
          <a:bodyPr/>
          <a:lstStyle/>
          <a:p>
            <a:fld id="{58E94494-CE21-4E82-948B-6B5BB0295547}" type="slidenum">
              <a:rPr lang="fr-FR" smtClean="0"/>
              <a:t>‹N°›</a:t>
            </a:fld>
            <a:endParaRPr lang="fr-FR"/>
          </a:p>
        </p:txBody>
      </p:sp>
    </p:spTree>
    <p:extLst>
      <p:ext uri="{BB962C8B-B14F-4D97-AF65-F5344CB8AC3E}">
        <p14:creationId xmlns:p14="http://schemas.microsoft.com/office/powerpoint/2010/main" val="33771101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3340445-BF09-655A-9FB5-5984517D5A14}"/>
              </a:ext>
            </a:extLst>
          </p:cNvPr>
          <p:cNvSpPr>
            <a:spLocks noGrp="1"/>
          </p:cNvSpPr>
          <p:nvPr>
            <p:ph type="dt" sz="half" idx="10"/>
          </p:nvPr>
        </p:nvSpPr>
        <p:spPr/>
        <p:txBody>
          <a:bodyPr/>
          <a:lstStyle/>
          <a:p>
            <a:endParaRPr lang="fr-FR"/>
          </a:p>
        </p:txBody>
      </p:sp>
      <p:sp>
        <p:nvSpPr>
          <p:cNvPr id="3" name="Footer Placeholder 2">
            <a:extLst>
              <a:ext uri="{FF2B5EF4-FFF2-40B4-BE49-F238E27FC236}">
                <a16:creationId xmlns:a16="http://schemas.microsoft.com/office/drawing/2014/main" id="{4CCD2B31-18AD-0CE2-C81A-B6BA9D03B39E}"/>
              </a:ext>
            </a:extLst>
          </p:cNvPr>
          <p:cNvSpPr>
            <a:spLocks noGrp="1"/>
          </p:cNvSpPr>
          <p:nvPr>
            <p:ph type="ftr" sz="quarter" idx="11"/>
          </p:nvPr>
        </p:nvSpPr>
        <p:spPr/>
        <p:txBody>
          <a:bodyPr/>
          <a:lstStyle/>
          <a:p>
            <a:endParaRPr lang="fr-FR"/>
          </a:p>
        </p:txBody>
      </p:sp>
      <p:sp>
        <p:nvSpPr>
          <p:cNvPr id="4" name="Slide Number Placeholder 3">
            <a:extLst>
              <a:ext uri="{FF2B5EF4-FFF2-40B4-BE49-F238E27FC236}">
                <a16:creationId xmlns:a16="http://schemas.microsoft.com/office/drawing/2014/main" id="{13869650-2974-3205-5D59-B6F9A11D9F37}"/>
              </a:ext>
            </a:extLst>
          </p:cNvPr>
          <p:cNvSpPr>
            <a:spLocks noGrp="1"/>
          </p:cNvSpPr>
          <p:nvPr>
            <p:ph type="sldNum" sz="quarter" idx="12"/>
          </p:nvPr>
        </p:nvSpPr>
        <p:spPr/>
        <p:txBody>
          <a:bodyPr/>
          <a:lstStyle/>
          <a:p>
            <a:fld id="{58E94494-CE21-4E82-948B-6B5BB0295547}" type="slidenum">
              <a:rPr lang="fr-FR" smtClean="0"/>
              <a:t>‹N°›</a:t>
            </a:fld>
            <a:endParaRPr lang="fr-FR"/>
          </a:p>
        </p:txBody>
      </p:sp>
    </p:spTree>
    <p:extLst>
      <p:ext uri="{BB962C8B-B14F-4D97-AF65-F5344CB8AC3E}">
        <p14:creationId xmlns:p14="http://schemas.microsoft.com/office/powerpoint/2010/main" val="20160161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60EAF3-B49E-6ED3-AB6D-64917A54A308}"/>
              </a:ext>
            </a:extLst>
          </p:cNvPr>
          <p:cNvSpPr>
            <a:spLocks noGrp="1"/>
          </p:cNvSpPr>
          <p:nvPr>
            <p:ph type="title"/>
          </p:nvPr>
        </p:nvSpPr>
        <p:spPr>
          <a:xfrm>
            <a:off x="630238" y="342900"/>
            <a:ext cx="2949575" cy="1200150"/>
          </a:xfrm>
        </p:spPr>
        <p:txBody>
          <a:bodyPr anchor="b"/>
          <a:lstStyle>
            <a:lvl1pPr>
              <a:defRPr sz="3200"/>
            </a:lvl1pPr>
          </a:lstStyle>
          <a:p>
            <a:r>
              <a:rPr lang="en-US"/>
              <a:t>Click to edit Master title style</a:t>
            </a:r>
            <a:endParaRPr lang="fr-FR"/>
          </a:p>
        </p:txBody>
      </p:sp>
      <p:sp>
        <p:nvSpPr>
          <p:cNvPr id="3" name="Content Placeholder 2">
            <a:extLst>
              <a:ext uri="{FF2B5EF4-FFF2-40B4-BE49-F238E27FC236}">
                <a16:creationId xmlns:a16="http://schemas.microsoft.com/office/drawing/2014/main" id="{29CC2100-BFC8-8628-1C9C-E90B7220A5CF}"/>
              </a:ext>
            </a:extLst>
          </p:cNvPr>
          <p:cNvSpPr>
            <a:spLocks noGrp="1"/>
          </p:cNvSpPr>
          <p:nvPr>
            <p:ph idx="1"/>
          </p:nvPr>
        </p:nvSpPr>
        <p:spPr>
          <a:xfrm>
            <a:off x="3887788" y="741363"/>
            <a:ext cx="4629150" cy="36544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Text Placeholder 3">
            <a:extLst>
              <a:ext uri="{FF2B5EF4-FFF2-40B4-BE49-F238E27FC236}">
                <a16:creationId xmlns:a16="http://schemas.microsoft.com/office/drawing/2014/main" id="{E0ECA7A2-5850-B5C0-0467-B40FE6F2E313}"/>
              </a:ext>
            </a:extLst>
          </p:cNvPr>
          <p:cNvSpPr>
            <a:spLocks noGrp="1"/>
          </p:cNvSpPr>
          <p:nvPr>
            <p:ph type="body" sz="half" idx="2"/>
          </p:nvPr>
        </p:nvSpPr>
        <p:spPr>
          <a:xfrm>
            <a:off x="630238" y="1543050"/>
            <a:ext cx="2949575" cy="285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ECAD687-DDC9-670F-209E-90B48B19FD40}"/>
              </a:ext>
            </a:extLst>
          </p:cNvPr>
          <p:cNvSpPr>
            <a:spLocks noGrp="1"/>
          </p:cNvSpPr>
          <p:nvPr>
            <p:ph type="dt" sz="half" idx="10"/>
          </p:nvPr>
        </p:nvSpPr>
        <p:spPr/>
        <p:txBody>
          <a:bodyPr/>
          <a:lstStyle/>
          <a:p>
            <a:endParaRPr lang="fr-FR"/>
          </a:p>
        </p:txBody>
      </p:sp>
      <p:sp>
        <p:nvSpPr>
          <p:cNvPr id="6" name="Footer Placeholder 5">
            <a:extLst>
              <a:ext uri="{FF2B5EF4-FFF2-40B4-BE49-F238E27FC236}">
                <a16:creationId xmlns:a16="http://schemas.microsoft.com/office/drawing/2014/main" id="{6379B383-64D9-C343-94DC-4173ED69CA52}"/>
              </a:ext>
            </a:extLst>
          </p:cNvPr>
          <p:cNvSpPr>
            <a:spLocks noGrp="1"/>
          </p:cNvSpPr>
          <p:nvPr>
            <p:ph type="ftr" sz="quarter" idx="11"/>
          </p:nvPr>
        </p:nvSpPr>
        <p:spPr/>
        <p:txBody>
          <a:bodyPr/>
          <a:lstStyle/>
          <a:p>
            <a:endParaRPr lang="fr-FR"/>
          </a:p>
        </p:txBody>
      </p:sp>
      <p:sp>
        <p:nvSpPr>
          <p:cNvPr id="7" name="Slide Number Placeholder 6">
            <a:extLst>
              <a:ext uri="{FF2B5EF4-FFF2-40B4-BE49-F238E27FC236}">
                <a16:creationId xmlns:a16="http://schemas.microsoft.com/office/drawing/2014/main" id="{1D880DE8-3D28-C65E-1D91-86A6BA8618E2}"/>
              </a:ext>
            </a:extLst>
          </p:cNvPr>
          <p:cNvSpPr>
            <a:spLocks noGrp="1"/>
          </p:cNvSpPr>
          <p:nvPr>
            <p:ph type="sldNum" sz="quarter" idx="12"/>
          </p:nvPr>
        </p:nvSpPr>
        <p:spPr/>
        <p:txBody>
          <a:bodyPr/>
          <a:lstStyle/>
          <a:p>
            <a:fld id="{58E94494-CE21-4E82-948B-6B5BB0295547}" type="slidenum">
              <a:rPr lang="fr-FR" smtClean="0"/>
              <a:t>‹N°›</a:t>
            </a:fld>
            <a:endParaRPr lang="fr-FR"/>
          </a:p>
        </p:txBody>
      </p:sp>
    </p:spTree>
    <p:extLst>
      <p:ext uri="{BB962C8B-B14F-4D97-AF65-F5344CB8AC3E}">
        <p14:creationId xmlns:p14="http://schemas.microsoft.com/office/powerpoint/2010/main" val="3065987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6971C9-A1BC-E3E8-02CC-5FF04D228B8C}"/>
              </a:ext>
            </a:extLst>
          </p:cNvPr>
          <p:cNvSpPr>
            <a:spLocks noGrp="1"/>
          </p:cNvSpPr>
          <p:nvPr>
            <p:ph type="title"/>
          </p:nvPr>
        </p:nvSpPr>
        <p:spPr>
          <a:xfrm>
            <a:off x="630238" y="342900"/>
            <a:ext cx="2949575" cy="1200150"/>
          </a:xfrm>
        </p:spPr>
        <p:txBody>
          <a:bodyPr anchor="b"/>
          <a:lstStyle>
            <a:lvl1pPr>
              <a:defRPr sz="3200"/>
            </a:lvl1pPr>
          </a:lstStyle>
          <a:p>
            <a:r>
              <a:rPr lang="en-US"/>
              <a:t>Click to edit Master title style</a:t>
            </a:r>
            <a:endParaRPr lang="fr-FR"/>
          </a:p>
        </p:txBody>
      </p:sp>
      <p:sp>
        <p:nvSpPr>
          <p:cNvPr id="3" name="Picture Placeholder 2">
            <a:extLst>
              <a:ext uri="{FF2B5EF4-FFF2-40B4-BE49-F238E27FC236}">
                <a16:creationId xmlns:a16="http://schemas.microsoft.com/office/drawing/2014/main" id="{572315C8-17D0-8A19-2636-87CC6A31C7E7}"/>
              </a:ext>
            </a:extLst>
          </p:cNvPr>
          <p:cNvSpPr>
            <a:spLocks noGrp="1"/>
          </p:cNvSpPr>
          <p:nvPr>
            <p:ph type="pic" idx="1"/>
          </p:nvPr>
        </p:nvSpPr>
        <p:spPr>
          <a:xfrm>
            <a:off x="3887788" y="741363"/>
            <a:ext cx="4629150" cy="36544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Text Placeholder 3">
            <a:extLst>
              <a:ext uri="{FF2B5EF4-FFF2-40B4-BE49-F238E27FC236}">
                <a16:creationId xmlns:a16="http://schemas.microsoft.com/office/drawing/2014/main" id="{1E91FB1D-8902-7887-1078-C615C775FF36}"/>
              </a:ext>
            </a:extLst>
          </p:cNvPr>
          <p:cNvSpPr>
            <a:spLocks noGrp="1"/>
          </p:cNvSpPr>
          <p:nvPr>
            <p:ph type="body" sz="half" idx="2"/>
          </p:nvPr>
        </p:nvSpPr>
        <p:spPr>
          <a:xfrm>
            <a:off x="630238" y="1543050"/>
            <a:ext cx="2949575" cy="285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38ED6C1-6994-86EF-CD77-76EA99AC12B6}"/>
              </a:ext>
            </a:extLst>
          </p:cNvPr>
          <p:cNvSpPr>
            <a:spLocks noGrp="1"/>
          </p:cNvSpPr>
          <p:nvPr>
            <p:ph type="dt" sz="half" idx="10"/>
          </p:nvPr>
        </p:nvSpPr>
        <p:spPr/>
        <p:txBody>
          <a:bodyPr/>
          <a:lstStyle/>
          <a:p>
            <a:endParaRPr lang="fr-FR"/>
          </a:p>
        </p:txBody>
      </p:sp>
      <p:sp>
        <p:nvSpPr>
          <p:cNvPr id="6" name="Footer Placeholder 5">
            <a:extLst>
              <a:ext uri="{FF2B5EF4-FFF2-40B4-BE49-F238E27FC236}">
                <a16:creationId xmlns:a16="http://schemas.microsoft.com/office/drawing/2014/main" id="{97FCD086-4CC6-D5BC-684C-955401AAB8BD}"/>
              </a:ext>
            </a:extLst>
          </p:cNvPr>
          <p:cNvSpPr>
            <a:spLocks noGrp="1"/>
          </p:cNvSpPr>
          <p:nvPr>
            <p:ph type="ftr" sz="quarter" idx="11"/>
          </p:nvPr>
        </p:nvSpPr>
        <p:spPr/>
        <p:txBody>
          <a:bodyPr/>
          <a:lstStyle/>
          <a:p>
            <a:endParaRPr lang="fr-FR"/>
          </a:p>
        </p:txBody>
      </p:sp>
      <p:sp>
        <p:nvSpPr>
          <p:cNvPr id="7" name="Slide Number Placeholder 6">
            <a:extLst>
              <a:ext uri="{FF2B5EF4-FFF2-40B4-BE49-F238E27FC236}">
                <a16:creationId xmlns:a16="http://schemas.microsoft.com/office/drawing/2014/main" id="{0598BFC7-343B-4DFB-5B62-34119BA90469}"/>
              </a:ext>
            </a:extLst>
          </p:cNvPr>
          <p:cNvSpPr>
            <a:spLocks noGrp="1"/>
          </p:cNvSpPr>
          <p:nvPr>
            <p:ph type="sldNum" sz="quarter" idx="12"/>
          </p:nvPr>
        </p:nvSpPr>
        <p:spPr/>
        <p:txBody>
          <a:bodyPr/>
          <a:lstStyle/>
          <a:p>
            <a:fld id="{58E94494-CE21-4E82-948B-6B5BB0295547}" type="slidenum">
              <a:rPr lang="fr-FR" smtClean="0"/>
              <a:t>‹N°›</a:t>
            </a:fld>
            <a:endParaRPr lang="fr-FR"/>
          </a:p>
        </p:txBody>
      </p:sp>
    </p:spTree>
    <p:extLst>
      <p:ext uri="{BB962C8B-B14F-4D97-AF65-F5344CB8AC3E}">
        <p14:creationId xmlns:p14="http://schemas.microsoft.com/office/powerpoint/2010/main" val="40542850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78769A-66D8-FBCF-0576-1C06C4EBFAD6}"/>
              </a:ext>
            </a:extLst>
          </p:cNvPr>
          <p:cNvSpPr>
            <a:spLocks noGrp="1"/>
          </p:cNvSpPr>
          <p:nvPr>
            <p:ph type="title"/>
          </p:nvPr>
        </p:nvSpPr>
        <p:spPr/>
        <p:txBody>
          <a:bodyPr/>
          <a:lstStyle/>
          <a:p>
            <a:r>
              <a:rPr lang="en-US"/>
              <a:t>Click to edit Master title style</a:t>
            </a:r>
            <a:endParaRPr lang="fr-FR"/>
          </a:p>
        </p:txBody>
      </p:sp>
      <p:sp>
        <p:nvSpPr>
          <p:cNvPr id="3" name="Vertical Text Placeholder 2">
            <a:extLst>
              <a:ext uri="{FF2B5EF4-FFF2-40B4-BE49-F238E27FC236}">
                <a16:creationId xmlns:a16="http://schemas.microsoft.com/office/drawing/2014/main" id="{A13314B8-C8EC-90E4-BB10-ED2E774BB2E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a:extLst>
              <a:ext uri="{FF2B5EF4-FFF2-40B4-BE49-F238E27FC236}">
                <a16:creationId xmlns:a16="http://schemas.microsoft.com/office/drawing/2014/main" id="{6E01E025-944C-1401-7155-879367612901}"/>
              </a:ext>
            </a:extLst>
          </p:cNvPr>
          <p:cNvSpPr>
            <a:spLocks noGrp="1"/>
          </p:cNvSpPr>
          <p:nvPr>
            <p:ph type="dt" sz="half" idx="10"/>
          </p:nvPr>
        </p:nvSpPr>
        <p:spPr/>
        <p:txBody>
          <a:bodyPr/>
          <a:lstStyle/>
          <a:p>
            <a:endParaRPr lang="fr-FR"/>
          </a:p>
        </p:txBody>
      </p:sp>
      <p:sp>
        <p:nvSpPr>
          <p:cNvPr id="5" name="Footer Placeholder 4">
            <a:extLst>
              <a:ext uri="{FF2B5EF4-FFF2-40B4-BE49-F238E27FC236}">
                <a16:creationId xmlns:a16="http://schemas.microsoft.com/office/drawing/2014/main" id="{022C0111-9878-B287-F994-C6F0FAC9BA67}"/>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7D80A403-13B0-87F1-7DF5-B97A937E225C}"/>
              </a:ext>
            </a:extLst>
          </p:cNvPr>
          <p:cNvSpPr>
            <a:spLocks noGrp="1"/>
          </p:cNvSpPr>
          <p:nvPr>
            <p:ph type="sldNum" sz="quarter" idx="12"/>
          </p:nvPr>
        </p:nvSpPr>
        <p:spPr/>
        <p:txBody>
          <a:bodyPr/>
          <a:lstStyle/>
          <a:p>
            <a:fld id="{58E94494-CE21-4E82-948B-6B5BB0295547}" type="slidenum">
              <a:rPr lang="fr-FR" smtClean="0"/>
              <a:t>‹N°›</a:t>
            </a:fld>
            <a:endParaRPr lang="fr-FR"/>
          </a:p>
        </p:txBody>
      </p:sp>
    </p:spTree>
    <p:extLst>
      <p:ext uri="{BB962C8B-B14F-4D97-AF65-F5344CB8AC3E}">
        <p14:creationId xmlns:p14="http://schemas.microsoft.com/office/powerpoint/2010/main" val="36892553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6945393-4DE2-A858-B6BC-0C8D80CF7778}"/>
              </a:ext>
            </a:extLst>
          </p:cNvPr>
          <p:cNvSpPr>
            <a:spLocks noGrp="1"/>
          </p:cNvSpPr>
          <p:nvPr>
            <p:ph type="title" orient="vert"/>
          </p:nvPr>
        </p:nvSpPr>
        <p:spPr>
          <a:xfrm>
            <a:off x="6543675" y="274638"/>
            <a:ext cx="1971675" cy="4357687"/>
          </a:xfrm>
        </p:spPr>
        <p:txBody>
          <a:bodyPr vert="eaVert"/>
          <a:lstStyle/>
          <a:p>
            <a:r>
              <a:rPr lang="en-US"/>
              <a:t>Click to edit Master title style</a:t>
            </a:r>
            <a:endParaRPr lang="fr-FR"/>
          </a:p>
        </p:txBody>
      </p:sp>
      <p:sp>
        <p:nvSpPr>
          <p:cNvPr id="3" name="Vertical Text Placeholder 2">
            <a:extLst>
              <a:ext uri="{FF2B5EF4-FFF2-40B4-BE49-F238E27FC236}">
                <a16:creationId xmlns:a16="http://schemas.microsoft.com/office/drawing/2014/main" id="{BBFB1476-1AB8-2330-A26C-8F48C06DE3FC}"/>
              </a:ext>
            </a:extLst>
          </p:cNvPr>
          <p:cNvSpPr>
            <a:spLocks noGrp="1"/>
          </p:cNvSpPr>
          <p:nvPr>
            <p:ph type="body" orient="vert" idx="1"/>
          </p:nvPr>
        </p:nvSpPr>
        <p:spPr>
          <a:xfrm>
            <a:off x="628650" y="274638"/>
            <a:ext cx="5762625" cy="435768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a:extLst>
              <a:ext uri="{FF2B5EF4-FFF2-40B4-BE49-F238E27FC236}">
                <a16:creationId xmlns:a16="http://schemas.microsoft.com/office/drawing/2014/main" id="{6298FF3A-67D0-2233-C41B-0C2756F9E43E}"/>
              </a:ext>
            </a:extLst>
          </p:cNvPr>
          <p:cNvSpPr>
            <a:spLocks noGrp="1"/>
          </p:cNvSpPr>
          <p:nvPr>
            <p:ph type="dt" sz="half" idx="10"/>
          </p:nvPr>
        </p:nvSpPr>
        <p:spPr/>
        <p:txBody>
          <a:bodyPr/>
          <a:lstStyle/>
          <a:p>
            <a:endParaRPr lang="fr-FR"/>
          </a:p>
        </p:txBody>
      </p:sp>
      <p:sp>
        <p:nvSpPr>
          <p:cNvPr id="5" name="Footer Placeholder 4">
            <a:extLst>
              <a:ext uri="{FF2B5EF4-FFF2-40B4-BE49-F238E27FC236}">
                <a16:creationId xmlns:a16="http://schemas.microsoft.com/office/drawing/2014/main" id="{75CAF7ED-ED67-A412-C84B-59CF8444DCA7}"/>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F56F9A0D-95E5-4A68-ACBF-7BCA3A43AA05}"/>
              </a:ext>
            </a:extLst>
          </p:cNvPr>
          <p:cNvSpPr>
            <a:spLocks noGrp="1"/>
          </p:cNvSpPr>
          <p:nvPr>
            <p:ph type="sldNum" sz="quarter" idx="12"/>
          </p:nvPr>
        </p:nvSpPr>
        <p:spPr/>
        <p:txBody>
          <a:bodyPr/>
          <a:lstStyle/>
          <a:p>
            <a:fld id="{58E94494-CE21-4E82-948B-6B5BB0295547}" type="slidenum">
              <a:rPr lang="fr-FR" smtClean="0"/>
              <a:t>‹N°›</a:t>
            </a:fld>
            <a:endParaRPr lang="fr-FR"/>
          </a:p>
        </p:txBody>
      </p:sp>
    </p:spTree>
    <p:extLst>
      <p:ext uri="{BB962C8B-B14F-4D97-AF65-F5344CB8AC3E}">
        <p14:creationId xmlns:p14="http://schemas.microsoft.com/office/powerpoint/2010/main" val="14681214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DEFAULT">
    <p:bg>
      <p:bgRef idx="1001">
        <a:schemeClr val="bg1"/>
      </p:bgRef>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83C61A70-525F-C5B0-7B65-F217233734A1}"/>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endParaRPr lang="fr-FR"/>
          </a:p>
        </p:txBody>
      </p:sp>
      <p:sp>
        <p:nvSpPr>
          <p:cNvPr id="17" name="Date Placeholder 16">
            <a:extLst>
              <a:ext uri="{FF2B5EF4-FFF2-40B4-BE49-F238E27FC236}">
                <a16:creationId xmlns:a16="http://schemas.microsoft.com/office/drawing/2014/main" id="{4C8E2EBD-CC87-F1AC-40F9-F49CBE8CE7BD}"/>
              </a:ext>
            </a:extLst>
          </p:cNvPr>
          <p:cNvSpPr>
            <a:spLocks noGrp="1"/>
          </p:cNvSpPr>
          <p:nvPr>
            <p:ph type="dt" sz="half" idx="10"/>
          </p:nvPr>
        </p:nvSpPr>
        <p:spPr/>
        <p:txBody>
          <a:bodyPr/>
          <a:lstStyle/>
          <a:p>
            <a:endParaRPr lang="fr-FR"/>
          </a:p>
        </p:txBody>
      </p:sp>
      <p:sp>
        <p:nvSpPr>
          <p:cNvPr id="18" name="Footer Placeholder 17">
            <a:extLst>
              <a:ext uri="{FF2B5EF4-FFF2-40B4-BE49-F238E27FC236}">
                <a16:creationId xmlns:a16="http://schemas.microsoft.com/office/drawing/2014/main" id="{07FD1F79-5B35-4DDE-BCE4-EA55F8CD2A16}"/>
              </a:ext>
            </a:extLst>
          </p:cNvPr>
          <p:cNvSpPr>
            <a:spLocks noGrp="1"/>
          </p:cNvSpPr>
          <p:nvPr>
            <p:ph type="ftr" sz="quarter" idx="11"/>
          </p:nvPr>
        </p:nvSpPr>
        <p:spPr/>
        <p:txBody>
          <a:bodyPr/>
          <a:lstStyle/>
          <a:p>
            <a:endParaRPr lang="fr-FR"/>
          </a:p>
        </p:txBody>
      </p:sp>
      <p:sp>
        <p:nvSpPr>
          <p:cNvPr id="19" name="Slide Number Placeholder 18">
            <a:extLst>
              <a:ext uri="{FF2B5EF4-FFF2-40B4-BE49-F238E27FC236}">
                <a16:creationId xmlns:a16="http://schemas.microsoft.com/office/drawing/2014/main" id="{D35FAB48-9FAE-3E5B-798E-9AFD50984B0A}"/>
              </a:ext>
            </a:extLst>
          </p:cNvPr>
          <p:cNvSpPr>
            <a:spLocks noGrp="1"/>
          </p:cNvSpPr>
          <p:nvPr>
            <p:ph type="sldNum" sz="quarter" idx="12"/>
          </p:nvPr>
        </p:nvSpPr>
        <p:spPr/>
        <p:txBody>
          <a:bodyPr/>
          <a:lstStyle>
            <a:lvl1pPr>
              <a:defRPr sz="850"/>
            </a:lvl1pPr>
          </a:lstStyle>
          <a:p>
            <a:r>
              <a:rPr lang="fr-FR" b="1">
                <a:solidFill>
                  <a:srgbClr val="F26522"/>
                </a:solidFill>
                <a:latin typeface="Calibri" pitchFamily="34" charset="0"/>
                <a:ea typeface="Calibri" pitchFamily="34" charset="-122"/>
                <a:cs typeface="Calibri" pitchFamily="34" charset="-120"/>
              </a:rPr>
              <a:t>Expertime</a:t>
            </a:r>
            <a:r>
              <a:rPr lang="fr-FR">
                <a:solidFill>
                  <a:srgbClr val="5C6B7F"/>
                </a:solidFill>
                <a:latin typeface="Calibri" pitchFamily="34" charset="0"/>
                <a:ea typeface="Calibri" pitchFamily="34" charset="-122"/>
                <a:cs typeface="Calibri" pitchFamily="34" charset="-120"/>
              </a:rPr>
              <a:t>   | </a:t>
            </a:r>
            <a:fld id="{58E94494-CE21-4E82-948B-6B5BB0295547}" type="slidenum">
              <a:rPr lang="fr-FR" smtClean="0"/>
              <a:pPr/>
              <a:t>‹N°›</a:t>
            </a:fld>
            <a:endParaRPr lang="fr-FR" sz="850"/>
          </a:p>
        </p:txBody>
      </p:sp>
    </p:spTree>
    <p:extLst>
      <p:ext uri="{BB962C8B-B14F-4D97-AF65-F5344CB8AC3E}">
        <p14:creationId xmlns:p14="http://schemas.microsoft.com/office/powerpoint/2010/main" val="28987189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re de la présentation">
    <p:spTree>
      <p:nvGrpSpPr>
        <p:cNvPr id="1" name=""/>
        <p:cNvGrpSpPr/>
        <p:nvPr/>
      </p:nvGrpSpPr>
      <p:grpSpPr>
        <a:xfrm>
          <a:off x="0" y="0"/>
          <a:ext cx="0" cy="0"/>
          <a:chOff x="0" y="0"/>
          <a:chExt cx="0" cy="0"/>
        </a:xfrm>
      </p:grpSpPr>
      <p:pic>
        <p:nvPicPr>
          <p:cNvPr id="8" name="Picture 3" descr="A picture containing blur, highway&#10;&#10;Description automatically generated">
            <a:extLst>
              <a:ext uri="{FF2B5EF4-FFF2-40B4-BE49-F238E27FC236}">
                <a16:creationId xmlns:a16="http://schemas.microsoft.com/office/drawing/2014/main" id="{3C341E67-3E33-73E5-8FD4-CA6576014A69}"/>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1371" y="0"/>
            <a:ext cx="9142629" cy="5143500"/>
          </a:xfrm>
          <a:prstGeom prst="rect">
            <a:avLst/>
          </a:prstGeom>
        </p:spPr>
      </p:pic>
      <p:sp>
        <p:nvSpPr>
          <p:cNvPr id="2" name="Title 1"/>
          <p:cNvSpPr>
            <a:spLocks noGrp="1"/>
          </p:cNvSpPr>
          <p:nvPr>
            <p:ph type="ctrTitle" hasCustomPrompt="1"/>
          </p:nvPr>
        </p:nvSpPr>
        <p:spPr>
          <a:xfrm>
            <a:off x="628650" y="3239395"/>
            <a:ext cx="7886700" cy="861908"/>
          </a:xfrm>
        </p:spPr>
        <p:txBody>
          <a:bodyPr anchor="b">
            <a:normAutofit/>
          </a:bodyPr>
          <a:lstStyle>
            <a:lvl1pPr algn="ctr">
              <a:defRPr sz="3600">
                <a:solidFill>
                  <a:schemeClr val="bg2"/>
                </a:solidFill>
                <a:latin typeface="+mj-lt"/>
              </a:defRPr>
            </a:lvl1pPr>
          </a:lstStyle>
          <a:p>
            <a:r>
              <a:rPr lang="fr-FR"/>
              <a:t>Titre de la présentation</a:t>
            </a:r>
            <a:endParaRPr lang="en-US"/>
          </a:p>
        </p:txBody>
      </p:sp>
      <p:sp>
        <p:nvSpPr>
          <p:cNvPr id="3" name="Subtitle 2"/>
          <p:cNvSpPr>
            <a:spLocks noGrp="1"/>
          </p:cNvSpPr>
          <p:nvPr>
            <p:ph type="subTitle" idx="1" hasCustomPrompt="1"/>
          </p:nvPr>
        </p:nvSpPr>
        <p:spPr>
          <a:xfrm>
            <a:off x="628650" y="4100505"/>
            <a:ext cx="7886699" cy="666758"/>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fr-FR"/>
              <a:t>Sous-titre de la présentation</a:t>
            </a:r>
            <a:endParaRPr lang="en-US"/>
          </a:p>
        </p:txBody>
      </p:sp>
      <p:sp>
        <p:nvSpPr>
          <p:cNvPr id="4" name="Date Placeholder 3"/>
          <p:cNvSpPr>
            <a:spLocks noGrp="1"/>
          </p:cNvSpPr>
          <p:nvPr>
            <p:ph type="dt" sz="half" idx="10"/>
          </p:nvPr>
        </p:nvSpPr>
        <p:spPr/>
        <p:txBody>
          <a:bodyPr/>
          <a:lstStyle/>
          <a:p>
            <a:fld id="{77EABCD4-8A67-4804-80CB-2DC22B54F27C}" type="datetime1">
              <a:rPr lang="fr-FR" smtClean="0"/>
              <a:t>09/09/2026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a:xfrm>
            <a:off x="6457950" y="4767263"/>
            <a:ext cx="2057400" cy="273844"/>
          </a:xfrm>
          <a:prstGeom prst="rect">
            <a:avLst/>
          </a:prstGeom>
        </p:spPr>
        <p:txBody>
          <a:bodyPr/>
          <a:lstStyle/>
          <a:p>
            <a:fld id="{323DE39C-8A81-4508-8EC3-8C55B05C4E7E}" type="slidenum">
              <a:rPr lang="fr-FR" smtClean="0"/>
              <a:t>‹N°›</a:t>
            </a:fld>
            <a:endParaRPr lang="fr-FR"/>
          </a:p>
        </p:txBody>
      </p:sp>
      <p:pic>
        <p:nvPicPr>
          <p:cNvPr id="16" name="Graphique 15">
            <a:extLst>
              <a:ext uri="{FF2B5EF4-FFF2-40B4-BE49-F238E27FC236}">
                <a16:creationId xmlns:a16="http://schemas.microsoft.com/office/drawing/2014/main" id="{C47884EB-ACAA-4C86-9A79-D982E6B3ADD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8899" y="105463"/>
            <a:ext cx="4000501" cy="507572"/>
          </a:xfrm>
          <a:prstGeom prst="rect">
            <a:avLst/>
          </a:prstGeom>
        </p:spPr>
      </p:pic>
      <p:pic>
        <p:nvPicPr>
          <p:cNvPr id="10" name="Google Shape;226;p58">
            <a:extLst>
              <a:ext uri="{FF2B5EF4-FFF2-40B4-BE49-F238E27FC236}">
                <a16:creationId xmlns:a16="http://schemas.microsoft.com/office/drawing/2014/main" id="{E2D11F4C-F043-7F70-F31B-DF6125E47E20}"/>
              </a:ext>
            </a:extLst>
          </p:cNvPr>
          <p:cNvPicPr preferRelativeResize="0"/>
          <p:nvPr userDrawn="1"/>
        </p:nvPicPr>
        <p:blipFill rotWithShape="1">
          <a:blip r:embed="rId4">
            <a:alphaModFix/>
          </a:blip>
          <a:srcRect/>
          <a:stretch/>
        </p:blipFill>
        <p:spPr>
          <a:xfrm>
            <a:off x="1435391" y="1616004"/>
            <a:ext cx="2715183" cy="710125"/>
          </a:xfrm>
          <a:prstGeom prst="rect">
            <a:avLst/>
          </a:prstGeom>
          <a:noFill/>
          <a:ln>
            <a:noFill/>
          </a:ln>
        </p:spPr>
      </p:pic>
      <p:cxnSp>
        <p:nvCxnSpPr>
          <p:cNvPr id="13" name="Straight Connector 5">
            <a:extLst>
              <a:ext uri="{FF2B5EF4-FFF2-40B4-BE49-F238E27FC236}">
                <a16:creationId xmlns:a16="http://schemas.microsoft.com/office/drawing/2014/main" id="{46074EAA-CC5D-BA5B-867D-07D599947CFB}"/>
              </a:ext>
            </a:extLst>
          </p:cNvPr>
          <p:cNvCxnSpPr>
            <a:cxnSpLocks/>
          </p:cNvCxnSpPr>
          <p:nvPr userDrawn="1"/>
        </p:nvCxnSpPr>
        <p:spPr>
          <a:xfrm>
            <a:off x="4576721" y="1472462"/>
            <a:ext cx="0" cy="88224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Google Shape;223;p58">
            <a:extLst>
              <a:ext uri="{FF2B5EF4-FFF2-40B4-BE49-F238E27FC236}">
                <a16:creationId xmlns:a16="http://schemas.microsoft.com/office/drawing/2014/main" id="{5B260C53-FC2B-0B6F-67E0-48361A84B1B9}"/>
              </a:ext>
            </a:extLst>
          </p:cNvPr>
          <p:cNvSpPr txBox="1"/>
          <p:nvPr userDrawn="1"/>
        </p:nvSpPr>
        <p:spPr>
          <a:xfrm>
            <a:off x="4759216" y="1616004"/>
            <a:ext cx="3690571" cy="802763"/>
          </a:xfrm>
          <a:prstGeom prst="rect">
            <a:avLst/>
          </a:prstGeom>
          <a:noFill/>
          <a:ln>
            <a:noFill/>
          </a:ln>
        </p:spPr>
        <p:txBody>
          <a:bodyPr spcFirstLastPara="1" wrap="square" lIns="68569" tIns="34275" rIns="68569" bIns="34275" anchor="b" anchorCtr="0">
            <a:normAutofit/>
          </a:bodyPr>
          <a:lstStyle/>
          <a:p>
            <a:pPr marL="0" marR="0" lvl="0" indent="0" algn="l" defTabSz="685800" rtl="0" eaLnBrk="1" fontAlgn="auto" latinLnBrk="0" hangingPunct="1">
              <a:lnSpc>
                <a:spcPct val="90000"/>
              </a:lnSpc>
              <a:spcBef>
                <a:spcPts val="0"/>
              </a:spcBef>
              <a:spcAft>
                <a:spcPts val="0"/>
              </a:spcAft>
              <a:buClr>
                <a:srgbClr val="02023F"/>
              </a:buClr>
              <a:buSzPts val="4400"/>
              <a:buFont typeface="Arial"/>
              <a:buNone/>
              <a:tabLst/>
              <a:defRPr/>
            </a:pPr>
            <a:endParaRPr kumimoji="0" lang="fr-FR" sz="2100" b="0" i="0" u="none" strike="noStrike" kern="0" cap="none" spc="0" normalizeH="0" baseline="0" noProof="0">
              <a:ln>
                <a:noFill/>
              </a:ln>
              <a:solidFill>
                <a:srgbClr val="FFFFFF"/>
              </a:solidFill>
              <a:effectLst/>
              <a:uLnTx/>
              <a:uFillTx/>
              <a:latin typeface="Segoe UI Semibold" panose="020B0702040204020203" pitchFamily="34" charset="0"/>
              <a:ea typeface="Quattrocento Sans"/>
              <a:cs typeface="Segoe UI Semibold" panose="020B0702040204020203" pitchFamily="34" charset="0"/>
              <a:sym typeface="Quattrocento Sans"/>
            </a:endParaRPr>
          </a:p>
        </p:txBody>
      </p:sp>
    </p:spTree>
    <p:extLst>
      <p:ext uri="{BB962C8B-B14F-4D97-AF65-F5344CB8AC3E}">
        <p14:creationId xmlns:p14="http://schemas.microsoft.com/office/powerpoint/2010/main" val="38847969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ommaire">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AE4D1A01-8980-4297-9C19-C7DBDEA92431}"/>
              </a:ext>
            </a:extLst>
          </p:cNvPr>
          <p:cNvSpPr/>
          <p:nvPr userDrawn="1"/>
        </p:nvSpPr>
        <p:spPr>
          <a:xfrm>
            <a:off x="0" y="0"/>
            <a:ext cx="9144000" cy="51435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pic>
        <p:nvPicPr>
          <p:cNvPr id="3" name="Image 2">
            <a:extLst>
              <a:ext uri="{FF2B5EF4-FFF2-40B4-BE49-F238E27FC236}">
                <a16:creationId xmlns:a16="http://schemas.microsoft.com/office/drawing/2014/main" id="{BE33C521-75DA-4E82-A5C4-C6DF866380DA}"/>
              </a:ext>
            </a:extLst>
          </p:cNvPr>
          <p:cNvPicPr>
            <a:picLocks noChangeAspect="1"/>
          </p:cNvPicPr>
          <p:nvPr userDrawn="1"/>
        </p:nvPicPr>
        <p:blipFill rotWithShape="1">
          <a:blip r:embed="rId2"/>
          <a:srcRect l="5812" t="26141"/>
          <a:stretch/>
        </p:blipFill>
        <p:spPr>
          <a:xfrm>
            <a:off x="0" y="0"/>
            <a:ext cx="7239000" cy="5143500"/>
          </a:xfrm>
          <a:prstGeom prst="rect">
            <a:avLst/>
          </a:prstGeom>
        </p:spPr>
      </p:pic>
      <p:sp>
        <p:nvSpPr>
          <p:cNvPr id="7" name="Rectangle : avec coins arrondis en diagonale 6">
            <a:extLst>
              <a:ext uri="{FF2B5EF4-FFF2-40B4-BE49-F238E27FC236}">
                <a16:creationId xmlns:a16="http://schemas.microsoft.com/office/drawing/2014/main" id="{EB2EF074-07F3-4B66-AD26-475FB124DBD9}"/>
              </a:ext>
            </a:extLst>
          </p:cNvPr>
          <p:cNvSpPr/>
          <p:nvPr userDrawn="1"/>
        </p:nvSpPr>
        <p:spPr>
          <a:xfrm rot="5400000">
            <a:off x="8705850" y="4705350"/>
            <a:ext cx="438150" cy="43815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4" name="Date Placeholder 3"/>
          <p:cNvSpPr>
            <a:spLocks noGrp="1"/>
          </p:cNvSpPr>
          <p:nvPr>
            <p:ph type="dt" sz="half" idx="10"/>
          </p:nvPr>
        </p:nvSpPr>
        <p:spPr/>
        <p:txBody>
          <a:bodyPr/>
          <a:lstStyle/>
          <a:p>
            <a:fld id="{2B8B315D-1A6B-4A62-AE3F-D0C0DFC1C7BF}" type="datetime1">
              <a:rPr lang="fr-FR" smtClean="0"/>
              <a:t>09/09/2026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a:xfrm>
            <a:off x="8705850" y="4767263"/>
            <a:ext cx="438150" cy="273844"/>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a:p>
        </p:txBody>
      </p:sp>
      <p:sp>
        <p:nvSpPr>
          <p:cNvPr id="28" name="Content Placeholder 2">
            <a:extLst>
              <a:ext uri="{FF2B5EF4-FFF2-40B4-BE49-F238E27FC236}">
                <a16:creationId xmlns:a16="http://schemas.microsoft.com/office/drawing/2014/main" id="{1B257025-C419-4062-AD73-17B1168C7813}"/>
              </a:ext>
            </a:extLst>
          </p:cNvPr>
          <p:cNvSpPr>
            <a:spLocks noGrp="1"/>
          </p:cNvSpPr>
          <p:nvPr>
            <p:ph idx="1" hasCustomPrompt="1"/>
          </p:nvPr>
        </p:nvSpPr>
        <p:spPr>
          <a:xfrm>
            <a:off x="628651" y="1329400"/>
            <a:ext cx="3943350" cy="3043468"/>
          </a:xfrm>
        </p:spPr>
        <p:txBody>
          <a:bodyPr anchor="ctr"/>
          <a:lstStyle>
            <a:lvl1pPr marL="0" indent="0">
              <a:buFont typeface="Arial" panose="020B0604020202020204" pitchFamily="34" charset="0"/>
              <a:buNone/>
              <a:defRPr>
                <a:solidFill>
                  <a:schemeClr val="tx1"/>
                </a:solidFill>
                <a:latin typeface="+mj-lt"/>
              </a:defRPr>
            </a:lvl1pPr>
            <a:lvl2pPr marL="600075" indent="-257175">
              <a:buFont typeface="Arial" panose="020B0604020202020204" pitchFamily="34" charset="0"/>
              <a:buChar cha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da-DK"/>
              <a:t>Lorem ipsum dolor sit amet</a:t>
            </a:r>
          </a:p>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da-DK"/>
              <a:t>Lorem ipsum dolor sit amet</a:t>
            </a:r>
            <a:endParaRPr lang="en-US"/>
          </a:p>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da-DK"/>
              <a:t>Lorem ipsum dolor sit amet</a:t>
            </a:r>
            <a:endParaRPr lang="en-US"/>
          </a:p>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da-DK"/>
              <a:t>Lorem ipsum dolor sit amet</a:t>
            </a:r>
          </a:p>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da-DK"/>
              <a:t>Lorem ipsum dolor sit amet</a:t>
            </a:r>
            <a:endParaRPr lang="en-US"/>
          </a:p>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da-DK"/>
              <a:t>Lorem ipsum dolor sit amet</a:t>
            </a:r>
          </a:p>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da-DK"/>
              <a:t>Lorem ipsum dolor sit amet</a:t>
            </a:r>
          </a:p>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da-DK"/>
              <a:t>Lorem ipsum dolor sit amet</a:t>
            </a:r>
          </a:p>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da-DK"/>
              <a:t>Lorem ipsum dolor sit amet</a:t>
            </a:r>
            <a:endParaRPr lang="en-US"/>
          </a:p>
        </p:txBody>
      </p:sp>
      <p:pic>
        <p:nvPicPr>
          <p:cNvPr id="14" name="Image 13">
            <a:extLst>
              <a:ext uri="{FF2B5EF4-FFF2-40B4-BE49-F238E27FC236}">
                <a16:creationId xmlns:a16="http://schemas.microsoft.com/office/drawing/2014/main" id="{6C8804A4-FDCD-42C3-9CEC-D869EECDA2B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6806" y="4705351"/>
            <a:ext cx="361344" cy="371927"/>
          </a:xfrm>
          <a:prstGeom prst="rect">
            <a:avLst/>
          </a:prstGeom>
        </p:spPr>
      </p:pic>
      <p:sp>
        <p:nvSpPr>
          <p:cNvPr id="16" name="Content Placeholder 2">
            <a:extLst>
              <a:ext uri="{FF2B5EF4-FFF2-40B4-BE49-F238E27FC236}">
                <a16:creationId xmlns:a16="http://schemas.microsoft.com/office/drawing/2014/main" id="{9CC6AB17-9DCF-45D3-B3CB-6ABDDD511998}"/>
              </a:ext>
            </a:extLst>
          </p:cNvPr>
          <p:cNvSpPr>
            <a:spLocks noGrp="1"/>
          </p:cNvSpPr>
          <p:nvPr>
            <p:ph idx="13" hasCustomPrompt="1"/>
          </p:nvPr>
        </p:nvSpPr>
        <p:spPr>
          <a:xfrm>
            <a:off x="4592782" y="1329401"/>
            <a:ext cx="857250" cy="3043467"/>
          </a:xfrm>
        </p:spPr>
        <p:txBody>
          <a:bodyPr anchor="ctr"/>
          <a:lstStyle>
            <a:lvl1pPr marL="0" indent="0">
              <a:buFont typeface="Arial" panose="020B0604020202020204" pitchFamily="34" charset="0"/>
              <a:buNone/>
              <a:defRPr>
                <a:solidFill>
                  <a:schemeClr val="accent3"/>
                </a:solidFill>
                <a:latin typeface="+mj-lt"/>
              </a:defRPr>
            </a:lvl1pPr>
            <a:lvl2pPr marL="600075" indent="-257175">
              <a:buFont typeface="Arial" panose="020B0604020202020204" pitchFamily="34" charset="0"/>
              <a:buChar cha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fr-FR"/>
              <a:t>p. 24</a:t>
            </a:r>
            <a:endParaRPr lang="en-US"/>
          </a:p>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fr-FR"/>
              <a:t>p. 24</a:t>
            </a:r>
            <a:endParaRPr lang="en-US"/>
          </a:p>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fr-FR"/>
              <a:t>p. 24</a:t>
            </a:r>
            <a:endParaRPr lang="en-US"/>
          </a:p>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fr-FR"/>
              <a:t>p. 24</a:t>
            </a:r>
            <a:endParaRPr lang="en-US"/>
          </a:p>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fr-FR"/>
              <a:t>p. 24</a:t>
            </a:r>
            <a:endParaRPr lang="en-US"/>
          </a:p>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fr-FR"/>
              <a:t>p. 24</a:t>
            </a:r>
            <a:endParaRPr lang="en-US"/>
          </a:p>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fr-FR"/>
              <a:t>p. 24</a:t>
            </a:r>
            <a:endParaRPr lang="en-US"/>
          </a:p>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fr-FR"/>
              <a:t>p. 24</a:t>
            </a:r>
            <a:endParaRPr lang="en-US"/>
          </a:p>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fr-FR"/>
              <a:t>p. 24</a:t>
            </a:r>
            <a:endParaRPr lang="en-US"/>
          </a:p>
        </p:txBody>
      </p:sp>
      <p:sp>
        <p:nvSpPr>
          <p:cNvPr id="12" name="Title 1">
            <a:extLst>
              <a:ext uri="{FF2B5EF4-FFF2-40B4-BE49-F238E27FC236}">
                <a16:creationId xmlns:a16="http://schemas.microsoft.com/office/drawing/2014/main" id="{F95D5BB5-C3A3-41D1-BBD6-49FB1A4E2481}"/>
              </a:ext>
            </a:extLst>
          </p:cNvPr>
          <p:cNvSpPr>
            <a:spLocks noGrp="1"/>
          </p:cNvSpPr>
          <p:nvPr>
            <p:ph type="title" hasCustomPrompt="1"/>
          </p:nvPr>
        </p:nvSpPr>
        <p:spPr>
          <a:xfrm>
            <a:off x="628650" y="15556"/>
            <a:ext cx="7886700" cy="828506"/>
          </a:xfrm>
        </p:spPr>
        <p:txBody>
          <a:bodyPr/>
          <a:lstStyle>
            <a:lvl1pPr>
              <a:defRPr>
                <a:solidFill>
                  <a:srgbClr val="002060"/>
                </a:solidFill>
              </a:defRPr>
            </a:lvl1pPr>
          </a:lstStyle>
          <a:p>
            <a:r>
              <a:rPr lang="fr-FR"/>
              <a:t>Sommaire</a:t>
            </a:r>
            <a:endParaRPr lang="en-US"/>
          </a:p>
        </p:txBody>
      </p:sp>
    </p:spTree>
    <p:extLst>
      <p:ext uri="{BB962C8B-B14F-4D97-AF65-F5344CB8AC3E}">
        <p14:creationId xmlns:p14="http://schemas.microsoft.com/office/powerpoint/2010/main" val="24921834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Titre de section - 1">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802DC6DC-D9F3-4099-BA90-5C7766137306}"/>
              </a:ext>
            </a:extLst>
          </p:cNvPr>
          <p:cNvSpPr/>
          <p:nvPr userDrawn="1"/>
        </p:nvSpPr>
        <p:spPr>
          <a:xfrm>
            <a:off x="0" y="0"/>
            <a:ext cx="9144000" cy="51435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7" name="Rectangle : avec coins arrondis en diagonale 6">
            <a:extLst>
              <a:ext uri="{FF2B5EF4-FFF2-40B4-BE49-F238E27FC236}">
                <a16:creationId xmlns:a16="http://schemas.microsoft.com/office/drawing/2014/main" id="{398BD450-EC8C-413C-8585-8E232EEDEFC7}"/>
              </a:ext>
            </a:extLst>
          </p:cNvPr>
          <p:cNvSpPr/>
          <p:nvPr userDrawn="1"/>
        </p:nvSpPr>
        <p:spPr>
          <a:xfrm rot="5400000">
            <a:off x="8705850" y="4705350"/>
            <a:ext cx="438150" cy="43815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8" name="Slide Number Placeholder 5">
            <a:extLst>
              <a:ext uri="{FF2B5EF4-FFF2-40B4-BE49-F238E27FC236}">
                <a16:creationId xmlns:a16="http://schemas.microsoft.com/office/drawing/2014/main" id="{5CF0897D-8413-4511-8CA9-73937267F092}"/>
              </a:ext>
            </a:extLst>
          </p:cNvPr>
          <p:cNvSpPr>
            <a:spLocks noGrp="1"/>
          </p:cNvSpPr>
          <p:nvPr>
            <p:ph type="sldNum" sz="quarter" idx="12"/>
          </p:nvPr>
        </p:nvSpPr>
        <p:spPr>
          <a:xfrm>
            <a:off x="8705850" y="4767263"/>
            <a:ext cx="438150" cy="273844"/>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a:p>
        </p:txBody>
      </p:sp>
      <p:pic>
        <p:nvPicPr>
          <p:cNvPr id="9" name="Graphique 8">
            <a:extLst>
              <a:ext uri="{FF2B5EF4-FFF2-40B4-BE49-F238E27FC236}">
                <a16:creationId xmlns:a16="http://schemas.microsoft.com/office/drawing/2014/main" id="{D16146C4-D4FA-4735-8D3D-42A826A57609}"/>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882392" y="4363766"/>
            <a:ext cx="4000501" cy="507572"/>
          </a:xfrm>
          <a:prstGeom prst="rect">
            <a:avLst/>
          </a:prstGeom>
        </p:spPr>
      </p:pic>
      <p:sp>
        <p:nvSpPr>
          <p:cNvPr id="12" name="Rectangle : avec coins arrondis en diagonale 11">
            <a:extLst>
              <a:ext uri="{FF2B5EF4-FFF2-40B4-BE49-F238E27FC236}">
                <a16:creationId xmlns:a16="http://schemas.microsoft.com/office/drawing/2014/main" id="{59C3BB5A-96C7-41E7-BF98-231B0123B32C}"/>
              </a:ext>
            </a:extLst>
          </p:cNvPr>
          <p:cNvSpPr/>
          <p:nvPr userDrawn="1"/>
        </p:nvSpPr>
        <p:spPr>
          <a:xfrm>
            <a:off x="623888" y="1500809"/>
            <a:ext cx="3021496" cy="3021496"/>
          </a:xfrm>
          <a:prstGeom prst="round2DiagRect">
            <a:avLst>
              <a:gd name="adj1" fmla="val 30483"/>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3" name="Rectangle : avec coins arrondis en diagonale 12">
            <a:extLst>
              <a:ext uri="{FF2B5EF4-FFF2-40B4-BE49-F238E27FC236}">
                <a16:creationId xmlns:a16="http://schemas.microsoft.com/office/drawing/2014/main" id="{BBF42F35-3317-48DE-912D-C9E65FA54847}"/>
              </a:ext>
            </a:extLst>
          </p:cNvPr>
          <p:cNvSpPr/>
          <p:nvPr userDrawn="1"/>
        </p:nvSpPr>
        <p:spPr>
          <a:xfrm>
            <a:off x="3759684" y="1075910"/>
            <a:ext cx="285544" cy="285544"/>
          </a:xfrm>
          <a:prstGeom prst="round2DiagRect">
            <a:avLst>
              <a:gd name="adj1" fmla="val 30483"/>
              <a:gd name="adj2"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6" name="Rectangle : avec coins arrondis en diagonale 15">
            <a:extLst>
              <a:ext uri="{FF2B5EF4-FFF2-40B4-BE49-F238E27FC236}">
                <a16:creationId xmlns:a16="http://schemas.microsoft.com/office/drawing/2014/main" id="{FAD28F9A-C07E-46F0-B659-F0E44B34E95E}"/>
              </a:ext>
            </a:extLst>
          </p:cNvPr>
          <p:cNvSpPr/>
          <p:nvPr userDrawn="1"/>
        </p:nvSpPr>
        <p:spPr>
          <a:xfrm>
            <a:off x="932001" y="2250154"/>
            <a:ext cx="568808" cy="568808"/>
          </a:xfrm>
          <a:prstGeom prst="round2DiagRect">
            <a:avLst>
              <a:gd name="adj1" fmla="val 30483"/>
              <a:gd name="adj2" fmla="val 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2" name="Title 1"/>
          <p:cNvSpPr>
            <a:spLocks noGrp="1"/>
          </p:cNvSpPr>
          <p:nvPr>
            <p:ph type="title" hasCustomPrompt="1"/>
          </p:nvPr>
        </p:nvSpPr>
        <p:spPr>
          <a:xfrm>
            <a:off x="932001" y="3011555"/>
            <a:ext cx="2387669" cy="797875"/>
          </a:xfrm>
        </p:spPr>
        <p:txBody>
          <a:bodyPr anchor="ctr">
            <a:noAutofit/>
          </a:bodyPr>
          <a:lstStyle>
            <a:lvl1pPr>
              <a:defRPr sz="2100"/>
            </a:lvl1pPr>
          </a:lstStyle>
          <a:p>
            <a:r>
              <a:rPr lang="fr-FR"/>
              <a:t>Titre de section</a:t>
            </a:r>
            <a:endParaRPr lang="en-US"/>
          </a:p>
        </p:txBody>
      </p:sp>
      <p:sp>
        <p:nvSpPr>
          <p:cNvPr id="3" name="Text Placeholder 2"/>
          <p:cNvSpPr>
            <a:spLocks noGrp="1"/>
          </p:cNvSpPr>
          <p:nvPr>
            <p:ph type="body" idx="1" hasCustomPrompt="1"/>
          </p:nvPr>
        </p:nvSpPr>
        <p:spPr>
          <a:xfrm>
            <a:off x="932001" y="2377962"/>
            <a:ext cx="568808" cy="387577"/>
          </a:xfrm>
        </p:spPr>
        <p:txBody>
          <a:bodyPr/>
          <a:lstStyle>
            <a:lvl1pPr marL="0" indent="0" algn="ctr">
              <a:buNone/>
              <a:defRPr sz="1800" b="1">
                <a:solidFill>
                  <a:schemeClr val="bg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fr-FR"/>
              <a:t>N°</a:t>
            </a:r>
          </a:p>
        </p:txBody>
      </p:sp>
      <p:pic>
        <p:nvPicPr>
          <p:cNvPr id="18" name="Image 17">
            <a:extLst>
              <a:ext uri="{FF2B5EF4-FFF2-40B4-BE49-F238E27FC236}">
                <a16:creationId xmlns:a16="http://schemas.microsoft.com/office/drawing/2014/main" id="{1B120236-023C-403F-8477-5A9360CD0200}"/>
              </a:ext>
            </a:extLst>
          </p:cNvPr>
          <p:cNvPicPr>
            <a:picLocks noChangeAspect="1"/>
          </p:cNvPicPr>
          <p:nvPr userDrawn="1"/>
        </p:nvPicPr>
        <p:blipFill rotWithShape="1">
          <a:blip r:embed="rId3"/>
          <a:srcRect t="43736"/>
          <a:stretch/>
        </p:blipFill>
        <p:spPr>
          <a:xfrm>
            <a:off x="4160771" y="0"/>
            <a:ext cx="1714649" cy="964727"/>
          </a:xfrm>
          <a:prstGeom prst="rect">
            <a:avLst/>
          </a:prstGeom>
        </p:spPr>
      </p:pic>
    </p:spTree>
    <p:extLst>
      <p:ext uri="{BB962C8B-B14F-4D97-AF65-F5344CB8AC3E}">
        <p14:creationId xmlns:p14="http://schemas.microsoft.com/office/powerpoint/2010/main" val="78605240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Titre de section - 2">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94A3C453-DCE2-4F3F-9EF3-92B8BC64FB1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8951" r="14872"/>
          <a:stretch/>
        </p:blipFill>
        <p:spPr>
          <a:xfrm>
            <a:off x="0" y="0"/>
            <a:ext cx="9143999" cy="5143500"/>
          </a:xfrm>
          <a:prstGeom prst="rect">
            <a:avLst/>
          </a:prstGeom>
        </p:spPr>
      </p:pic>
      <p:sp>
        <p:nvSpPr>
          <p:cNvPr id="7" name="Rectangle : avec coins arrondis en diagonale 6">
            <a:extLst>
              <a:ext uri="{FF2B5EF4-FFF2-40B4-BE49-F238E27FC236}">
                <a16:creationId xmlns:a16="http://schemas.microsoft.com/office/drawing/2014/main" id="{398BD450-EC8C-413C-8585-8E232EEDEFC7}"/>
              </a:ext>
            </a:extLst>
          </p:cNvPr>
          <p:cNvSpPr/>
          <p:nvPr userDrawn="1"/>
        </p:nvSpPr>
        <p:spPr>
          <a:xfrm rot="5400000">
            <a:off x="8705850" y="4705350"/>
            <a:ext cx="438150" cy="43815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8" name="Slide Number Placeholder 5">
            <a:extLst>
              <a:ext uri="{FF2B5EF4-FFF2-40B4-BE49-F238E27FC236}">
                <a16:creationId xmlns:a16="http://schemas.microsoft.com/office/drawing/2014/main" id="{5CF0897D-8413-4511-8CA9-73937267F092}"/>
              </a:ext>
            </a:extLst>
          </p:cNvPr>
          <p:cNvSpPr>
            <a:spLocks noGrp="1"/>
          </p:cNvSpPr>
          <p:nvPr>
            <p:ph type="sldNum" sz="quarter" idx="12"/>
          </p:nvPr>
        </p:nvSpPr>
        <p:spPr>
          <a:xfrm>
            <a:off x="8705850" y="4767263"/>
            <a:ext cx="438150" cy="273844"/>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a:p>
        </p:txBody>
      </p:sp>
      <p:sp>
        <p:nvSpPr>
          <p:cNvPr id="12" name="Rectangle : avec coins arrondis en diagonale 11">
            <a:extLst>
              <a:ext uri="{FF2B5EF4-FFF2-40B4-BE49-F238E27FC236}">
                <a16:creationId xmlns:a16="http://schemas.microsoft.com/office/drawing/2014/main" id="{59C3BB5A-96C7-41E7-BF98-231B0123B32C}"/>
              </a:ext>
            </a:extLst>
          </p:cNvPr>
          <p:cNvSpPr/>
          <p:nvPr userDrawn="1"/>
        </p:nvSpPr>
        <p:spPr>
          <a:xfrm>
            <a:off x="623888" y="1500809"/>
            <a:ext cx="3021496" cy="3021496"/>
          </a:xfrm>
          <a:prstGeom prst="round2DiagRect">
            <a:avLst>
              <a:gd name="adj1" fmla="val 30483"/>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6" name="Rectangle : avec coins arrondis en diagonale 15">
            <a:extLst>
              <a:ext uri="{FF2B5EF4-FFF2-40B4-BE49-F238E27FC236}">
                <a16:creationId xmlns:a16="http://schemas.microsoft.com/office/drawing/2014/main" id="{FAD28F9A-C07E-46F0-B659-F0E44B34E95E}"/>
              </a:ext>
            </a:extLst>
          </p:cNvPr>
          <p:cNvSpPr/>
          <p:nvPr userDrawn="1"/>
        </p:nvSpPr>
        <p:spPr>
          <a:xfrm>
            <a:off x="932001" y="2250154"/>
            <a:ext cx="568808" cy="568808"/>
          </a:xfrm>
          <a:prstGeom prst="round2DiagRect">
            <a:avLst>
              <a:gd name="adj1" fmla="val 30483"/>
              <a:gd name="adj2" fmla="val 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2" name="Title 1"/>
          <p:cNvSpPr>
            <a:spLocks noGrp="1"/>
          </p:cNvSpPr>
          <p:nvPr>
            <p:ph type="title" hasCustomPrompt="1"/>
          </p:nvPr>
        </p:nvSpPr>
        <p:spPr>
          <a:xfrm>
            <a:off x="932001" y="3011555"/>
            <a:ext cx="2387669" cy="797875"/>
          </a:xfrm>
        </p:spPr>
        <p:txBody>
          <a:bodyPr anchor="ctr">
            <a:noAutofit/>
          </a:bodyPr>
          <a:lstStyle>
            <a:lvl1pPr>
              <a:defRPr sz="2100"/>
            </a:lvl1pPr>
          </a:lstStyle>
          <a:p>
            <a:r>
              <a:rPr lang="fr-FR"/>
              <a:t>Titre de section</a:t>
            </a:r>
            <a:endParaRPr lang="en-US"/>
          </a:p>
        </p:txBody>
      </p:sp>
      <p:sp>
        <p:nvSpPr>
          <p:cNvPr id="3" name="Text Placeholder 2"/>
          <p:cNvSpPr>
            <a:spLocks noGrp="1"/>
          </p:cNvSpPr>
          <p:nvPr>
            <p:ph type="body" idx="1" hasCustomPrompt="1"/>
          </p:nvPr>
        </p:nvSpPr>
        <p:spPr>
          <a:xfrm>
            <a:off x="932001" y="2377962"/>
            <a:ext cx="568808" cy="387577"/>
          </a:xfrm>
        </p:spPr>
        <p:txBody>
          <a:bodyPr/>
          <a:lstStyle>
            <a:lvl1pPr marL="0" indent="0" algn="ctr">
              <a:buNone/>
              <a:defRPr sz="1800" b="1">
                <a:solidFill>
                  <a:schemeClr val="bg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fr-FR"/>
              <a:t>N°</a:t>
            </a:r>
          </a:p>
        </p:txBody>
      </p:sp>
    </p:spTree>
    <p:extLst>
      <p:ext uri="{BB962C8B-B14F-4D97-AF65-F5344CB8AC3E}">
        <p14:creationId xmlns:p14="http://schemas.microsoft.com/office/powerpoint/2010/main" val="200472061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Titre de section - 3">
    <p:spTree>
      <p:nvGrpSpPr>
        <p:cNvPr id="1" name=""/>
        <p:cNvGrpSpPr/>
        <p:nvPr/>
      </p:nvGrpSpPr>
      <p:grpSpPr>
        <a:xfrm>
          <a:off x="0" y="0"/>
          <a:ext cx="0" cy="0"/>
          <a:chOff x="0" y="0"/>
          <a:chExt cx="0" cy="0"/>
        </a:xfrm>
      </p:grpSpPr>
      <p:pic>
        <p:nvPicPr>
          <p:cNvPr id="9" name="Image 8">
            <a:extLst>
              <a:ext uri="{FF2B5EF4-FFF2-40B4-BE49-F238E27FC236}">
                <a16:creationId xmlns:a16="http://schemas.microsoft.com/office/drawing/2014/main" id="{BA3B8B4B-30A4-427E-8EE8-33519EBD91A4}"/>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189"/>
          <a:stretch/>
        </p:blipFill>
        <p:spPr>
          <a:xfrm>
            <a:off x="0" y="-568"/>
            <a:ext cx="9144000" cy="5144068"/>
          </a:xfrm>
          <a:prstGeom prst="rect">
            <a:avLst/>
          </a:prstGeom>
        </p:spPr>
      </p:pic>
      <p:sp>
        <p:nvSpPr>
          <p:cNvPr id="7" name="Rectangle : avec coins arrondis en diagonale 6">
            <a:extLst>
              <a:ext uri="{FF2B5EF4-FFF2-40B4-BE49-F238E27FC236}">
                <a16:creationId xmlns:a16="http://schemas.microsoft.com/office/drawing/2014/main" id="{398BD450-EC8C-413C-8585-8E232EEDEFC7}"/>
              </a:ext>
            </a:extLst>
          </p:cNvPr>
          <p:cNvSpPr/>
          <p:nvPr userDrawn="1"/>
        </p:nvSpPr>
        <p:spPr>
          <a:xfrm rot="5400000">
            <a:off x="8705850" y="4705350"/>
            <a:ext cx="438150" cy="43815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8" name="Slide Number Placeholder 5">
            <a:extLst>
              <a:ext uri="{FF2B5EF4-FFF2-40B4-BE49-F238E27FC236}">
                <a16:creationId xmlns:a16="http://schemas.microsoft.com/office/drawing/2014/main" id="{5CF0897D-8413-4511-8CA9-73937267F092}"/>
              </a:ext>
            </a:extLst>
          </p:cNvPr>
          <p:cNvSpPr>
            <a:spLocks noGrp="1"/>
          </p:cNvSpPr>
          <p:nvPr>
            <p:ph type="sldNum" sz="quarter" idx="12"/>
          </p:nvPr>
        </p:nvSpPr>
        <p:spPr>
          <a:xfrm>
            <a:off x="8705850" y="4767263"/>
            <a:ext cx="438150" cy="273844"/>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a:p>
        </p:txBody>
      </p:sp>
      <p:sp>
        <p:nvSpPr>
          <p:cNvPr id="12" name="Rectangle : avec coins arrondis en diagonale 11">
            <a:extLst>
              <a:ext uri="{FF2B5EF4-FFF2-40B4-BE49-F238E27FC236}">
                <a16:creationId xmlns:a16="http://schemas.microsoft.com/office/drawing/2014/main" id="{59C3BB5A-96C7-41E7-BF98-231B0123B32C}"/>
              </a:ext>
            </a:extLst>
          </p:cNvPr>
          <p:cNvSpPr/>
          <p:nvPr userDrawn="1"/>
        </p:nvSpPr>
        <p:spPr>
          <a:xfrm>
            <a:off x="623888" y="1500809"/>
            <a:ext cx="3021496" cy="3021496"/>
          </a:xfrm>
          <a:prstGeom prst="round2DiagRect">
            <a:avLst>
              <a:gd name="adj1" fmla="val 30483"/>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6" name="Rectangle : avec coins arrondis en diagonale 15">
            <a:extLst>
              <a:ext uri="{FF2B5EF4-FFF2-40B4-BE49-F238E27FC236}">
                <a16:creationId xmlns:a16="http://schemas.microsoft.com/office/drawing/2014/main" id="{FAD28F9A-C07E-46F0-B659-F0E44B34E95E}"/>
              </a:ext>
            </a:extLst>
          </p:cNvPr>
          <p:cNvSpPr/>
          <p:nvPr userDrawn="1"/>
        </p:nvSpPr>
        <p:spPr>
          <a:xfrm>
            <a:off x="932001" y="2250154"/>
            <a:ext cx="568808" cy="568808"/>
          </a:xfrm>
          <a:prstGeom prst="round2DiagRect">
            <a:avLst>
              <a:gd name="adj1" fmla="val 30483"/>
              <a:gd name="adj2" fmla="val 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2" name="Title 1"/>
          <p:cNvSpPr>
            <a:spLocks noGrp="1"/>
          </p:cNvSpPr>
          <p:nvPr>
            <p:ph type="title" hasCustomPrompt="1"/>
          </p:nvPr>
        </p:nvSpPr>
        <p:spPr>
          <a:xfrm>
            <a:off x="932001" y="3011555"/>
            <a:ext cx="2387669" cy="797875"/>
          </a:xfrm>
        </p:spPr>
        <p:txBody>
          <a:bodyPr anchor="ctr">
            <a:noAutofit/>
          </a:bodyPr>
          <a:lstStyle>
            <a:lvl1pPr>
              <a:defRPr sz="2100"/>
            </a:lvl1pPr>
          </a:lstStyle>
          <a:p>
            <a:r>
              <a:rPr lang="fr-FR"/>
              <a:t>Titre de section</a:t>
            </a:r>
            <a:endParaRPr lang="en-US"/>
          </a:p>
        </p:txBody>
      </p:sp>
      <p:sp>
        <p:nvSpPr>
          <p:cNvPr id="3" name="Text Placeholder 2"/>
          <p:cNvSpPr>
            <a:spLocks noGrp="1"/>
          </p:cNvSpPr>
          <p:nvPr>
            <p:ph type="body" idx="1" hasCustomPrompt="1"/>
          </p:nvPr>
        </p:nvSpPr>
        <p:spPr>
          <a:xfrm>
            <a:off x="932001" y="2377962"/>
            <a:ext cx="568808" cy="387577"/>
          </a:xfrm>
        </p:spPr>
        <p:txBody>
          <a:bodyPr/>
          <a:lstStyle>
            <a:lvl1pPr marL="0" indent="0" algn="ctr">
              <a:buNone/>
              <a:defRPr sz="1800" b="1">
                <a:solidFill>
                  <a:schemeClr val="bg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fr-FR"/>
              <a:t>N°</a:t>
            </a:r>
          </a:p>
        </p:txBody>
      </p:sp>
    </p:spTree>
    <p:extLst>
      <p:ext uri="{BB962C8B-B14F-4D97-AF65-F5344CB8AC3E}">
        <p14:creationId xmlns:p14="http://schemas.microsoft.com/office/powerpoint/2010/main" val="123381589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Titre de section - 4">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670DBA16-3FA7-45AC-B65C-937CD89715B9}"/>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3109" r="10713"/>
          <a:stretch/>
        </p:blipFill>
        <p:spPr>
          <a:xfrm flipH="1">
            <a:off x="-2" y="0"/>
            <a:ext cx="9144002" cy="5143502"/>
          </a:xfrm>
          <a:prstGeom prst="rect">
            <a:avLst/>
          </a:prstGeom>
        </p:spPr>
      </p:pic>
      <p:sp>
        <p:nvSpPr>
          <p:cNvPr id="7" name="Rectangle : avec coins arrondis en diagonale 6">
            <a:extLst>
              <a:ext uri="{FF2B5EF4-FFF2-40B4-BE49-F238E27FC236}">
                <a16:creationId xmlns:a16="http://schemas.microsoft.com/office/drawing/2014/main" id="{398BD450-EC8C-413C-8585-8E232EEDEFC7}"/>
              </a:ext>
            </a:extLst>
          </p:cNvPr>
          <p:cNvSpPr/>
          <p:nvPr userDrawn="1"/>
        </p:nvSpPr>
        <p:spPr>
          <a:xfrm rot="5400000">
            <a:off x="8705850" y="4705350"/>
            <a:ext cx="438150" cy="43815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8" name="Slide Number Placeholder 5">
            <a:extLst>
              <a:ext uri="{FF2B5EF4-FFF2-40B4-BE49-F238E27FC236}">
                <a16:creationId xmlns:a16="http://schemas.microsoft.com/office/drawing/2014/main" id="{5CF0897D-8413-4511-8CA9-73937267F092}"/>
              </a:ext>
            </a:extLst>
          </p:cNvPr>
          <p:cNvSpPr>
            <a:spLocks noGrp="1"/>
          </p:cNvSpPr>
          <p:nvPr>
            <p:ph type="sldNum" sz="quarter" idx="12"/>
          </p:nvPr>
        </p:nvSpPr>
        <p:spPr>
          <a:xfrm>
            <a:off x="8705850" y="4767263"/>
            <a:ext cx="438150" cy="273844"/>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a:p>
        </p:txBody>
      </p:sp>
      <p:sp>
        <p:nvSpPr>
          <p:cNvPr id="12" name="Rectangle : avec coins arrondis en diagonale 11">
            <a:extLst>
              <a:ext uri="{FF2B5EF4-FFF2-40B4-BE49-F238E27FC236}">
                <a16:creationId xmlns:a16="http://schemas.microsoft.com/office/drawing/2014/main" id="{59C3BB5A-96C7-41E7-BF98-231B0123B32C}"/>
              </a:ext>
            </a:extLst>
          </p:cNvPr>
          <p:cNvSpPr/>
          <p:nvPr userDrawn="1"/>
        </p:nvSpPr>
        <p:spPr>
          <a:xfrm>
            <a:off x="623888" y="1500809"/>
            <a:ext cx="3021496" cy="3021496"/>
          </a:xfrm>
          <a:prstGeom prst="round2DiagRect">
            <a:avLst>
              <a:gd name="adj1" fmla="val 30483"/>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6" name="Rectangle : avec coins arrondis en diagonale 15">
            <a:extLst>
              <a:ext uri="{FF2B5EF4-FFF2-40B4-BE49-F238E27FC236}">
                <a16:creationId xmlns:a16="http://schemas.microsoft.com/office/drawing/2014/main" id="{FAD28F9A-C07E-46F0-B659-F0E44B34E95E}"/>
              </a:ext>
            </a:extLst>
          </p:cNvPr>
          <p:cNvSpPr/>
          <p:nvPr userDrawn="1"/>
        </p:nvSpPr>
        <p:spPr>
          <a:xfrm>
            <a:off x="932001" y="2250154"/>
            <a:ext cx="568808" cy="568808"/>
          </a:xfrm>
          <a:prstGeom prst="round2DiagRect">
            <a:avLst>
              <a:gd name="adj1" fmla="val 30483"/>
              <a:gd name="adj2" fmla="val 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2" name="Title 1"/>
          <p:cNvSpPr>
            <a:spLocks noGrp="1"/>
          </p:cNvSpPr>
          <p:nvPr>
            <p:ph type="title" hasCustomPrompt="1"/>
          </p:nvPr>
        </p:nvSpPr>
        <p:spPr>
          <a:xfrm>
            <a:off x="932001" y="3011555"/>
            <a:ext cx="2387669" cy="797875"/>
          </a:xfrm>
        </p:spPr>
        <p:txBody>
          <a:bodyPr anchor="ctr">
            <a:noAutofit/>
          </a:bodyPr>
          <a:lstStyle>
            <a:lvl1pPr>
              <a:defRPr sz="2100"/>
            </a:lvl1pPr>
          </a:lstStyle>
          <a:p>
            <a:r>
              <a:rPr lang="fr-FR"/>
              <a:t>Titre de section</a:t>
            </a:r>
            <a:endParaRPr lang="en-US"/>
          </a:p>
        </p:txBody>
      </p:sp>
      <p:sp>
        <p:nvSpPr>
          <p:cNvPr id="3" name="Text Placeholder 2"/>
          <p:cNvSpPr>
            <a:spLocks noGrp="1"/>
          </p:cNvSpPr>
          <p:nvPr>
            <p:ph type="body" idx="1" hasCustomPrompt="1"/>
          </p:nvPr>
        </p:nvSpPr>
        <p:spPr>
          <a:xfrm>
            <a:off x="932001" y="2377962"/>
            <a:ext cx="568808" cy="387577"/>
          </a:xfrm>
        </p:spPr>
        <p:txBody>
          <a:bodyPr/>
          <a:lstStyle>
            <a:lvl1pPr marL="0" indent="0" algn="ctr">
              <a:buNone/>
              <a:defRPr sz="1800" b="1">
                <a:solidFill>
                  <a:schemeClr val="bg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fr-FR"/>
              <a:t>N°</a:t>
            </a:r>
          </a:p>
        </p:txBody>
      </p:sp>
    </p:spTree>
    <p:extLst>
      <p:ext uri="{BB962C8B-B14F-4D97-AF65-F5344CB8AC3E}">
        <p14:creationId xmlns:p14="http://schemas.microsoft.com/office/powerpoint/2010/main" val="395878364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Titre de section - 5">
    <p:spTree>
      <p:nvGrpSpPr>
        <p:cNvPr id="1" name=""/>
        <p:cNvGrpSpPr/>
        <p:nvPr/>
      </p:nvGrpSpPr>
      <p:grpSpPr>
        <a:xfrm>
          <a:off x="0" y="0"/>
          <a:ext cx="0" cy="0"/>
          <a:chOff x="0" y="0"/>
          <a:chExt cx="0" cy="0"/>
        </a:xfrm>
      </p:grpSpPr>
      <p:pic>
        <p:nvPicPr>
          <p:cNvPr id="9" name="Image 8">
            <a:extLst>
              <a:ext uri="{FF2B5EF4-FFF2-40B4-BE49-F238E27FC236}">
                <a16:creationId xmlns:a16="http://schemas.microsoft.com/office/drawing/2014/main" id="{CB82FC89-3267-45E7-A1B3-71316CB625E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80" t="2932" b="12898"/>
          <a:stretch/>
        </p:blipFill>
        <p:spPr>
          <a:xfrm>
            <a:off x="-41359" y="-1"/>
            <a:ext cx="9185359" cy="5143501"/>
          </a:xfrm>
          <a:prstGeom prst="rect">
            <a:avLst/>
          </a:prstGeom>
        </p:spPr>
      </p:pic>
      <p:sp>
        <p:nvSpPr>
          <p:cNvPr id="7" name="Rectangle : avec coins arrondis en diagonale 6">
            <a:extLst>
              <a:ext uri="{FF2B5EF4-FFF2-40B4-BE49-F238E27FC236}">
                <a16:creationId xmlns:a16="http://schemas.microsoft.com/office/drawing/2014/main" id="{398BD450-EC8C-413C-8585-8E232EEDEFC7}"/>
              </a:ext>
            </a:extLst>
          </p:cNvPr>
          <p:cNvSpPr/>
          <p:nvPr userDrawn="1"/>
        </p:nvSpPr>
        <p:spPr>
          <a:xfrm rot="5400000">
            <a:off x="8705850" y="4705350"/>
            <a:ext cx="438150" cy="43815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8" name="Slide Number Placeholder 5">
            <a:extLst>
              <a:ext uri="{FF2B5EF4-FFF2-40B4-BE49-F238E27FC236}">
                <a16:creationId xmlns:a16="http://schemas.microsoft.com/office/drawing/2014/main" id="{5CF0897D-8413-4511-8CA9-73937267F092}"/>
              </a:ext>
            </a:extLst>
          </p:cNvPr>
          <p:cNvSpPr>
            <a:spLocks noGrp="1"/>
          </p:cNvSpPr>
          <p:nvPr>
            <p:ph type="sldNum" sz="quarter" idx="12"/>
          </p:nvPr>
        </p:nvSpPr>
        <p:spPr>
          <a:xfrm>
            <a:off x="8705850" y="4767263"/>
            <a:ext cx="438150" cy="273844"/>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a:p>
        </p:txBody>
      </p:sp>
      <p:sp>
        <p:nvSpPr>
          <p:cNvPr id="12" name="Rectangle : avec coins arrondis en diagonale 11">
            <a:extLst>
              <a:ext uri="{FF2B5EF4-FFF2-40B4-BE49-F238E27FC236}">
                <a16:creationId xmlns:a16="http://schemas.microsoft.com/office/drawing/2014/main" id="{59C3BB5A-96C7-41E7-BF98-231B0123B32C}"/>
              </a:ext>
            </a:extLst>
          </p:cNvPr>
          <p:cNvSpPr/>
          <p:nvPr userDrawn="1"/>
        </p:nvSpPr>
        <p:spPr>
          <a:xfrm>
            <a:off x="623888" y="1500809"/>
            <a:ext cx="3021496" cy="3021496"/>
          </a:xfrm>
          <a:prstGeom prst="round2DiagRect">
            <a:avLst>
              <a:gd name="adj1" fmla="val 30483"/>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6" name="Rectangle : avec coins arrondis en diagonale 15">
            <a:extLst>
              <a:ext uri="{FF2B5EF4-FFF2-40B4-BE49-F238E27FC236}">
                <a16:creationId xmlns:a16="http://schemas.microsoft.com/office/drawing/2014/main" id="{FAD28F9A-C07E-46F0-B659-F0E44B34E95E}"/>
              </a:ext>
            </a:extLst>
          </p:cNvPr>
          <p:cNvSpPr/>
          <p:nvPr userDrawn="1"/>
        </p:nvSpPr>
        <p:spPr>
          <a:xfrm>
            <a:off x="932001" y="2250154"/>
            <a:ext cx="568808" cy="568808"/>
          </a:xfrm>
          <a:prstGeom prst="round2DiagRect">
            <a:avLst>
              <a:gd name="adj1" fmla="val 30483"/>
              <a:gd name="adj2" fmla="val 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2" name="Title 1"/>
          <p:cNvSpPr>
            <a:spLocks noGrp="1"/>
          </p:cNvSpPr>
          <p:nvPr>
            <p:ph type="title" hasCustomPrompt="1"/>
          </p:nvPr>
        </p:nvSpPr>
        <p:spPr>
          <a:xfrm>
            <a:off x="932001" y="3011555"/>
            <a:ext cx="2387669" cy="797875"/>
          </a:xfrm>
        </p:spPr>
        <p:txBody>
          <a:bodyPr anchor="ctr">
            <a:noAutofit/>
          </a:bodyPr>
          <a:lstStyle>
            <a:lvl1pPr>
              <a:defRPr sz="2100"/>
            </a:lvl1pPr>
          </a:lstStyle>
          <a:p>
            <a:r>
              <a:rPr lang="fr-FR"/>
              <a:t>Titre de section</a:t>
            </a:r>
            <a:endParaRPr lang="en-US"/>
          </a:p>
        </p:txBody>
      </p:sp>
      <p:sp>
        <p:nvSpPr>
          <p:cNvPr id="3" name="Text Placeholder 2"/>
          <p:cNvSpPr>
            <a:spLocks noGrp="1"/>
          </p:cNvSpPr>
          <p:nvPr>
            <p:ph type="body" idx="1" hasCustomPrompt="1"/>
          </p:nvPr>
        </p:nvSpPr>
        <p:spPr>
          <a:xfrm>
            <a:off x="932001" y="2377962"/>
            <a:ext cx="568808" cy="387577"/>
          </a:xfrm>
        </p:spPr>
        <p:txBody>
          <a:bodyPr/>
          <a:lstStyle>
            <a:lvl1pPr marL="0" indent="0" algn="ctr">
              <a:buNone/>
              <a:defRPr sz="1800" b="1">
                <a:solidFill>
                  <a:schemeClr val="bg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fr-FR"/>
              <a:t>N°</a:t>
            </a:r>
          </a:p>
        </p:txBody>
      </p:sp>
    </p:spTree>
    <p:extLst>
      <p:ext uri="{BB962C8B-B14F-4D97-AF65-F5344CB8AC3E}">
        <p14:creationId xmlns:p14="http://schemas.microsoft.com/office/powerpoint/2010/main" val="27532015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Titre de section - 6">
    <p:spTree>
      <p:nvGrpSpPr>
        <p:cNvPr id="1" name=""/>
        <p:cNvGrpSpPr/>
        <p:nvPr/>
      </p:nvGrpSpPr>
      <p:grpSpPr>
        <a:xfrm>
          <a:off x="0" y="0"/>
          <a:ext cx="0" cy="0"/>
          <a:chOff x="0" y="0"/>
          <a:chExt cx="0" cy="0"/>
        </a:xfrm>
      </p:grpSpPr>
      <p:pic>
        <p:nvPicPr>
          <p:cNvPr id="9" name="Image 8">
            <a:extLst>
              <a:ext uri="{FF2B5EF4-FFF2-40B4-BE49-F238E27FC236}">
                <a16:creationId xmlns:a16="http://schemas.microsoft.com/office/drawing/2014/main" id="{ECC49B47-A628-46A7-9A02-FD6E8255CB00}"/>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187" t="3152" r="10970" b="23611"/>
          <a:stretch/>
        </p:blipFill>
        <p:spPr>
          <a:xfrm>
            <a:off x="-1" y="-1"/>
            <a:ext cx="9144001" cy="5143501"/>
          </a:xfrm>
          <a:prstGeom prst="rect">
            <a:avLst/>
          </a:prstGeom>
        </p:spPr>
      </p:pic>
      <p:sp>
        <p:nvSpPr>
          <p:cNvPr id="7" name="Rectangle : avec coins arrondis en diagonale 6">
            <a:extLst>
              <a:ext uri="{FF2B5EF4-FFF2-40B4-BE49-F238E27FC236}">
                <a16:creationId xmlns:a16="http://schemas.microsoft.com/office/drawing/2014/main" id="{398BD450-EC8C-413C-8585-8E232EEDEFC7}"/>
              </a:ext>
            </a:extLst>
          </p:cNvPr>
          <p:cNvSpPr/>
          <p:nvPr userDrawn="1"/>
        </p:nvSpPr>
        <p:spPr>
          <a:xfrm rot="5400000">
            <a:off x="8705850" y="4705350"/>
            <a:ext cx="438150" cy="43815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8" name="Slide Number Placeholder 5">
            <a:extLst>
              <a:ext uri="{FF2B5EF4-FFF2-40B4-BE49-F238E27FC236}">
                <a16:creationId xmlns:a16="http://schemas.microsoft.com/office/drawing/2014/main" id="{5CF0897D-8413-4511-8CA9-73937267F092}"/>
              </a:ext>
            </a:extLst>
          </p:cNvPr>
          <p:cNvSpPr>
            <a:spLocks noGrp="1"/>
          </p:cNvSpPr>
          <p:nvPr>
            <p:ph type="sldNum" sz="quarter" idx="12"/>
          </p:nvPr>
        </p:nvSpPr>
        <p:spPr>
          <a:xfrm>
            <a:off x="8705850" y="4767263"/>
            <a:ext cx="438150" cy="273844"/>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a:p>
        </p:txBody>
      </p:sp>
      <p:sp>
        <p:nvSpPr>
          <p:cNvPr id="12" name="Rectangle : avec coins arrondis en diagonale 11">
            <a:extLst>
              <a:ext uri="{FF2B5EF4-FFF2-40B4-BE49-F238E27FC236}">
                <a16:creationId xmlns:a16="http://schemas.microsoft.com/office/drawing/2014/main" id="{59C3BB5A-96C7-41E7-BF98-231B0123B32C}"/>
              </a:ext>
            </a:extLst>
          </p:cNvPr>
          <p:cNvSpPr/>
          <p:nvPr userDrawn="1"/>
        </p:nvSpPr>
        <p:spPr>
          <a:xfrm>
            <a:off x="623888" y="1500809"/>
            <a:ext cx="3021496" cy="3021496"/>
          </a:xfrm>
          <a:prstGeom prst="round2DiagRect">
            <a:avLst>
              <a:gd name="adj1" fmla="val 30483"/>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6" name="Rectangle : avec coins arrondis en diagonale 15">
            <a:extLst>
              <a:ext uri="{FF2B5EF4-FFF2-40B4-BE49-F238E27FC236}">
                <a16:creationId xmlns:a16="http://schemas.microsoft.com/office/drawing/2014/main" id="{FAD28F9A-C07E-46F0-B659-F0E44B34E95E}"/>
              </a:ext>
            </a:extLst>
          </p:cNvPr>
          <p:cNvSpPr/>
          <p:nvPr userDrawn="1"/>
        </p:nvSpPr>
        <p:spPr>
          <a:xfrm>
            <a:off x="932001" y="2250154"/>
            <a:ext cx="568808" cy="568808"/>
          </a:xfrm>
          <a:prstGeom prst="round2DiagRect">
            <a:avLst>
              <a:gd name="adj1" fmla="val 30483"/>
              <a:gd name="adj2" fmla="val 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2" name="Title 1"/>
          <p:cNvSpPr>
            <a:spLocks noGrp="1"/>
          </p:cNvSpPr>
          <p:nvPr>
            <p:ph type="title" hasCustomPrompt="1"/>
          </p:nvPr>
        </p:nvSpPr>
        <p:spPr>
          <a:xfrm>
            <a:off x="932001" y="3011555"/>
            <a:ext cx="2387669" cy="797875"/>
          </a:xfrm>
        </p:spPr>
        <p:txBody>
          <a:bodyPr anchor="ctr">
            <a:noAutofit/>
          </a:bodyPr>
          <a:lstStyle>
            <a:lvl1pPr>
              <a:defRPr sz="2100"/>
            </a:lvl1pPr>
          </a:lstStyle>
          <a:p>
            <a:r>
              <a:rPr lang="fr-FR"/>
              <a:t>Titre de section</a:t>
            </a:r>
            <a:endParaRPr lang="en-US"/>
          </a:p>
        </p:txBody>
      </p:sp>
      <p:sp>
        <p:nvSpPr>
          <p:cNvPr id="3" name="Text Placeholder 2"/>
          <p:cNvSpPr>
            <a:spLocks noGrp="1"/>
          </p:cNvSpPr>
          <p:nvPr>
            <p:ph type="body" idx="1" hasCustomPrompt="1"/>
          </p:nvPr>
        </p:nvSpPr>
        <p:spPr>
          <a:xfrm>
            <a:off x="932001" y="2377962"/>
            <a:ext cx="568808" cy="387577"/>
          </a:xfrm>
        </p:spPr>
        <p:txBody>
          <a:bodyPr/>
          <a:lstStyle>
            <a:lvl1pPr marL="0" indent="0" algn="ctr">
              <a:buNone/>
              <a:defRPr sz="1800" b="1">
                <a:solidFill>
                  <a:schemeClr val="bg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fr-FR"/>
              <a:t>N°</a:t>
            </a:r>
          </a:p>
        </p:txBody>
      </p:sp>
    </p:spTree>
    <p:extLst>
      <p:ext uri="{BB962C8B-B14F-4D97-AF65-F5344CB8AC3E}">
        <p14:creationId xmlns:p14="http://schemas.microsoft.com/office/powerpoint/2010/main" val="102448323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secHead" preserve="1">
  <p:cSld name="Titre de section - 7">
    <p:spTree>
      <p:nvGrpSpPr>
        <p:cNvPr id="1" name=""/>
        <p:cNvGrpSpPr/>
        <p:nvPr/>
      </p:nvGrpSpPr>
      <p:grpSpPr>
        <a:xfrm>
          <a:off x="0" y="0"/>
          <a:ext cx="0" cy="0"/>
          <a:chOff x="0" y="0"/>
          <a:chExt cx="0" cy="0"/>
        </a:xfrm>
      </p:grpSpPr>
      <p:pic>
        <p:nvPicPr>
          <p:cNvPr id="9" name="Image 8">
            <a:extLst>
              <a:ext uri="{FF2B5EF4-FFF2-40B4-BE49-F238E27FC236}">
                <a16:creationId xmlns:a16="http://schemas.microsoft.com/office/drawing/2014/main" id="{A511FAF7-96E1-4B25-A83D-38D99345EF3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451" t="10260" r="6650" b="12181"/>
          <a:stretch/>
        </p:blipFill>
        <p:spPr>
          <a:xfrm>
            <a:off x="0" y="-1"/>
            <a:ext cx="9144000" cy="5143501"/>
          </a:xfrm>
          <a:prstGeom prst="rect">
            <a:avLst/>
          </a:prstGeom>
        </p:spPr>
      </p:pic>
      <p:sp>
        <p:nvSpPr>
          <p:cNvPr id="7" name="Rectangle : avec coins arrondis en diagonale 6">
            <a:extLst>
              <a:ext uri="{FF2B5EF4-FFF2-40B4-BE49-F238E27FC236}">
                <a16:creationId xmlns:a16="http://schemas.microsoft.com/office/drawing/2014/main" id="{398BD450-EC8C-413C-8585-8E232EEDEFC7}"/>
              </a:ext>
            </a:extLst>
          </p:cNvPr>
          <p:cNvSpPr/>
          <p:nvPr userDrawn="1"/>
        </p:nvSpPr>
        <p:spPr>
          <a:xfrm rot="5400000">
            <a:off x="8705850" y="4705350"/>
            <a:ext cx="438150" cy="43815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8" name="Slide Number Placeholder 5">
            <a:extLst>
              <a:ext uri="{FF2B5EF4-FFF2-40B4-BE49-F238E27FC236}">
                <a16:creationId xmlns:a16="http://schemas.microsoft.com/office/drawing/2014/main" id="{5CF0897D-8413-4511-8CA9-73937267F092}"/>
              </a:ext>
            </a:extLst>
          </p:cNvPr>
          <p:cNvSpPr>
            <a:spLocks noGrp="1"/>
          </p:cNvSpPr>
          <p:nvPr>
            <p:ph type="sldNum" sz="quarter" idx="12"/>
          </p:nvPr>
        </p:nvSpPr>
        <p:spPr>
          <a:xfrm>
            <a:off x="8705850" y="4767263"/>
            <a:ext cx="438150" cy="273844"/>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a:p>
        </p:txBody>
      </p:sp>
      <p:sp>
        <p:nvSpPr>
          <p:cNvPr id="12" name="Rectangle : avec coins arrondis en diagonale 11">
            <a:extLst>
              <a:ext uri="{FF2B5EF4-FFF2-40B4-BE49-F238E27FC236}">
                <a16:creationId xmlns:a16="http://schemas.microsoft.com/office/drawing/2014/main" id="{59C3BB5A-96C7-41E7-BF98-231B0123B32C}"/>
              </a:ext>
            </a:extLst>
          </p:cNvPr>
          <p:cNvSpPr/>
          <p:nvPr userDrawn="1"/>
        </p:nvSpPr>
        <p:spPr>
          <a:xfrm>
            <a:off x="623888" y="1500809"/>
            <a:ext cx="3021496" cy="3021496"/>
          </a:xfrm>
          <a:prstGeom prst="round2DiagRect">
            <a:avLst>
              <a:gd name="adj1" fmla="val 30483"/>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6" name="Rectangle : avec coins arrondis en diagonale 15">
            <a:extLst>
              <a:ext uri="{FF2B5EF4-FFF2-40B4-BE49-F238E27FC236}">
                <a16:creationId xmlns:a16="http://schemas.microsoft.com/office/drawing/2014/main" id="{FAD28F9A-C07E-46F0-B659-F0E44B34E95E}"/>
              </a:ext>
            </a:extLst>
          </p:cNvPr>
          <p:cNvSpPr/>
          <p:nvPr userDrawn="1"/>
        </p:nvSpPr>
        <p:spPr>
          <a:xfrm>
            <a:off x="932001" y="2250154"/>
            <a:ext cx="568808" cy="568808"/>
          </a:xfrm>
          <a:prstGeom prst="round2DiagRect">
            <a:avLst>
              <a:gd name="adj1" fmla="val 30483"/>
              <a:gd name="adj2" fmla="val 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2" name="Title 1"/>
          <p:cNvSpPr>
            <a:spLocks noGrp="1"/>
          </p:cNvSpPr>
          <p:nvPr>
            <p:ph type="title" hasCustomPrompt="1"/>
          </p:nvPr>
        </p:nvSpPr>
        <p:spPr>
          <a:xfrm>
            <a:off x="932001" y="3011555"/>
            <a:ext cx="2387669" cy="797875"/>
          </a:xfrm>
        </p:spPr>
        <p:txBody>
          <a:bodyPr anchor="ctr">
            <a:noAutofit/>
          </a:bodyPr>
          <a:lstStyle>
            <a:lvl1pPr>
              <a:defRPr sz="2100"/>
            </a:lvl1pPr>
          </a:lstStyle>
          <a:p>
            <a:r>
              <a:rPr lang="fr-FR"/>
              <a:t>Titre de section</a:t>
            </a:r>
            <a:endParaRPr lang="en-US"/>
          </a:p>
        </p:txBody>
      </p:sp>
      <p:sp>
        <p:nvSpPr>
          <p:cNvPr id="3" name="Text Placeholder 2"/>
          <p:cNvSpPr>
            <a:spLocks noGrp="1"/>
          </p:cNvSpPr>
          <p:nvPr>
            <p:ph type="body" idx="1" hasCustomPrompt="1"/>
          </p:nvPr>
        </p:nvSpPr>
        <p:spPr>
          <a:xfrm>
            <a:off x="932001" y="2377962"/>
            <a:ext cx="568808" cy="387577"/>
          </a:xfrm>
        </p:spPr>
        <p:txBody>
          <a:bodyPr/>
          <a:lstStyle>
            <a:lvl1pPr marL="0" indent="0" algn="ctr">
              <a:buNone/>
              <a:defRPr sz="1800" b="1">
                <a:solidFill>
                  <a:schemeClr val="bg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fr-FR"/>
              <a:t>N°</a:t>
            </a:r>
          </a:p>
        </p:txBody>
      </p:sp>
    </p:spTree>
    <p:extLst>
      <p:ext uri="{BB962C8B-B14F-4D97-AF65-F5344CB8AC3E}">
        <p14:creationId xmlns:p14="http://schemas.microsoft.com/office/powerpoint/2010/main" val="176807736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secHead" preserve="1">
  <p:cSld name="Titre de section - 8">
    <p:spTree>
      <p:nvGrpSpPr>
        <p:cNvPr id="1" name=""/>
        <p:cNvGrpSpPr/>
        <p:nvPr/>
      </p:nvGrpSpPr>
      <p:grpSpPr>
        <a:xfrm>
          <a:off x="0" y="0"/>
          <a:ext cx="0" cy="0"/>
          <a:chOff x="0" y="0"/>
          <a:chExt cx="0" cy="0"/>
        </a:xfrm>
      </p:grpSpPr>
      <p:pic>
        <p:nvPicPr>
          <p:cNvPr id="10" name="Image 9">
            <a:extLst>
              <a:ext uri="{FF2B5EF4-FFF2-40B4-BE49-F238E27FC236}">
                <a16:creationId xmlns:a16="http://schemas.microsoft.com/office/drawing/2014/main" id="{71AC2D74-125C-4B1E-9C91-E7A9F74CFFE7}"/>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95" t="17724" r="22202" b="16745"/>
          <a:stretch/>
        </p:blipFill>
        <p:spPr>
          <a:xfrm>
            <a:off x="0" y="0"/>
            <a:ext cx="9144000" cy="5143500"/>
          </a:xfrm>
          <a:prstGeom prst="rect">
            <a:avLst/>
          </a:prstGeom>
        </p:spPr>
      </p:pic>
      <p:sp>
        <p:nvSpPr>
          <p:cNvPr id="7" name="Rectangle : avec coins arrondis en diagonale 6">
            <a:extLst>
              <a:ext uri="{FF2B5EF4-FFF2-40B4-BE49-F238E27FC236}">
                <a16:creationId xmlns:a16="http://schemas.microsoft.com/office/drawing/2014/main" id="{398BD450-EC8C-413C-8585-8E232EEDEFC7}"/>
              </a:ext>
            </a:extLst>
          </p:cNvPr>
          <p:cNvSpPr/>
          <p:nvPr userDrawn="1"/>
        </p:nvSpPr>
        <p:spPr>
          <a:xfrm rot="5400000">
            <a:off x="8705850" y="4705350"/>
            <a:ext cx="438150" cy="43815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8" name="Slide Number Placeholder 5">
            <a:extLst>
              <a:ext uri="{FF2B5EF4-FFF2-40B4-BE49-F238E27FC236}">
                <a16:creationId xmlns:a16="http://schemas.microsoft.com/office/drawing/2014/main" id="{5CF0897D-8413-4511-8CA9-73937267F092}"/>
              </a:ext>
            </a:extLst>
          </p:cNvPr>
          <p:cNvSpPr>
            <a:spLocks noGrp="1"/>
          </p:cNvSpPr>
          <p:nvPr>
            <p:ph type="sldNum" sz="quarter" idx="12"/>
          </p:nvPr>
        </p:nvSpPr>
        <p:spPr>
          <a:xfrm>
            <a:off x="8705850" y="4767263"/>
            <a:ext cx="438150" cy="273844"/>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a:p>
        </p:txBody>
      </p:sp>
      <p:sp>
        <p:nvSpPr>
          <p:cNvPr id="12" name="Rectangle : avec coins arrondis en diagonale 11">
            <a:extLst>
              <a:ext uri="{FF2B5EF4-FFF2-40B4-BE49-F238E27FC236}">
                <a16:creationId xmlns:a16="http://schemas.microsoft.com/office/drawing/2014/main" id="{59C3BB5A-96C7-41E7-BF98-231B0123B32C}"/>
              </a:ext>
            </a:extLst>
          </p:cNvPr>
          <p:cNvSpPr/>
          <p:nvPr userDrawn="1"/>
        </p:nvSpPr>
        <p:spPr>
          <a:xfrm>
            <a:off x="623888" y="1500809"/>
            <a:ext cx="3021496" cy="3021496"/>
          </a:xfrm>
          <a:prstGeom prst="round2DiagRect">
            <a:avLst>
              <a:gd name="adj1" fmla="val 30483"/>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6" name="Rectangle : avec coins arrondis en diagonale 15">
            <a:extLst>
              <a:ext uri="{FF2B5EF4-FFF2-40B4-BE49-F238E27FC236}">
                <a16:creationId xmlns:a16="http://schemas.microsoft.com/office/drawing/2014/main" id="{FAD28F9A-C07E-46F0-B659-F0E44B34E95E}"/>
              </a:ext>
            </a:extLst>
          </p:cNvPr>
          <p:cNvSpPr/>
          <p:nvPr userDrawn="1"/>
        </p:nvSpPr>
        <p:spPr>
          <a:xfrm>
            <a:off x="932001" y="2250154"/>
            <a:ext cx="568808" cy="568808"/>
          </a:xfrm>
          <a:prstGeom prst="round2DiagRect">
            <a:avLst>
              <a:gd name="adj1" fmla="val 30483"/>
              <a:gd name="adj2" fmla="val 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2" name="Title 1"/>
          <p:cNvSpPr>
            <a:spLocks noGrp="1"/>
          </p:cNvSpPr>
          <p:nvPr>
            <p:ph type="title" hasCustomPrompt="1"/>
          </p:nvPr>
        </p:nvSpPr>
        <p:spPr>
          <a:xfrm>
            <a:off x="932001" y="3011555"/>
            <a:ext cx="2387669" cy="797875"/>
          </a:xfrm>
        </p:spPr>
        <p:txBody>
          <a:bodyPr anchor="ctr">
            <a:noAutofit/>
          </a:bodyPr>
          <a:lstStyle>
            <a:lvl1pPr>
              <a:defRPr sz="2100"/>
            </a:lvl1pPr>
          </a:lstStyle>
          <a:p>
            <a:r>
              <a:rPr lang="fr-FR"/>
              <a:t>Titre de section</a:t>
            </a:r>
            <a:endParaRPr lang="en-US"/>
          </a:p>
        </p:txBody>
      </p:sp>
      <p:sp>
        <p:nvSpPr>
          <p:cNvPr id="3" name="Text Placeholder 2"/>
          <p:cNvSpPr>
            <a:spLocks noGrp="1"/>
          </p:cNvSpPr>
          <p:nvPr>
            <p:ph type="body" idx="1" hasCustomPrompt="1"/>
          </p:nvPr>
        </p:nvSpPr>
        <p:spPr>
          <a:xfrm>
            <a:off x="932001" y="2377962"/>
            <a:ext cx="568808" cy="387577"/>
          </a:xfrm>
        </p:spPr>
        <p:txBody>
          <a:bodyPr/>
          <a:lstStyle>
            <a:lvl1pPr marL="0" indent="0" algn="ctr">
              <a:buNone/>
              <a:defRPr sz="1800" b="1">
                <a:solidFill>
                  <a:schemeClr val="bg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fr-FR"/>
              <a:t>N°</a:t>
            </a:r>
          </a:p>
        </p:txBody>
      </p:sp>
    </p:spTree>
    <p:extLst>
      <p:ext uri="{BB962C8B-B14F-4D97-AF65-F5344CB8AC3E}">
        <p14:creationId xmlns:p14="http://schemas.microsoft.com/office/powerpoint/2010/main" val="193511274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secHead" preserve="1">
  <p:cSld name="Titre de section - 9">
    <p:spTree>
      <p:nvGrpSpPr>
        <p:cNvPr id="1" name=""/>
        <p:cNvGrpSpPr/>
        <p:nvPr/>
      </p:nvGrpSpPr>
      <p:grpSpPr>
        <a:xfrm>
          <a:off x="0" y="0"/>
          <a:ext cx="0" cy="0"/>
          <a:chOff x="0" y="0"/>
          <a:chExt cx="0" cy="0"/>
        </a:xfrm>
      </p:grpSpPr>
      <p:pic>
        <p:nvPicPr>
          <p:cNvPr id="9" name="Image 8">
            <a:extLst>
              <a:ext uri="{FF2B5EF4-FFF2-40B4-BE49-F238E27FC236}">
                <a16:creationId xmlns:a16="http://schemas.microsoft.com/office/drawing/2014/main" id="{A642A103-57D6-4797-98FB-1B73A5A5AD7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4904" t="19187" b="17530"/>
          <a:stretch/>
        </p:blipFill>
        <p:spPr>
          <a:xfrm flipH="1">
            <a:off x="0" y="0"/>
            <a:ext cx="9144000" cy="5143500"/>
          </a:xfrm>
          <a:prstGeom prst="rect">
            <a:avLst/>
          </a:prstGeom>
        </p:spPr>
      </p:pic>
      <p:sp>
        <p:nvSpPr>
          <p:cNvPr id="7" name="Rectangle : avec coins arrondis en diagonale 6">
            <a:extLst>
              <a:ext uri="{FF2B5EF4-FFF2-40B4-BE49-F238E27FC236}">
                <a16:creationId xmlns:a16="http://schemas.microsoft.com/office/drawing/2014/main" id="{398BD450-EC8C-413C-8585-8E232EEDEFC7}"/>
              </a:ext>
            </a:extLst>
          </p:cNvPr>
          <p:cNvSpPr/>
          <p:nvPr userDrawn="1"/>
        </p:nvSpPr>
        <p:spPr>
          <a:xfrm rot="5400000">
            <a:off x="8705850" y="4705350"/>
            <a:ext cx="438150" cy="43815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8" name="Slide Number Placeholder 5">
            <a:extLst>
              <a:ext uri="{FF2B5EF4-FFF2-40B4-BE49-F238E27FC236}">
                <a16:creationId xmlns:a16="http://schemas.microsoft.com/office/drawing/2014/main" id="{5CF0897D-8413-4511-8CA9-73937267F092}"/>
              </a:ext>
            </a:extLst>
          </p:cNvPr>
          <p:cNvSpPr>
            <a:spLocks noGrp="1"/>
          </p:cNvSpPr>
          <p:nvPr>
            <p:ph type="sldNum" sz="quarter" idx="12"/>
          </p:nvPr>
        </p:nvSpPr>
        <p:spPr>
          <a:xfrm>
            <a:off x="8705850" y="4767263"/>
            <a:ext cx="438150" cy="273844"/>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a:p>
        </p:txBody>
      </p:sp>
      <p:sp>
        <p:nvSpPr>
          <p:cNvPr id="12" name="Rectangle : avec coins arrondis en diagonale 11">
            <a:extLst>
              <a:ext uri="{FF2B5EF4-FFF2-40B4-BE49-F238E27FC236}">
                <a16:creationId xmlns:a16="http://schemas.microsoft.com/office/drawing/2014/main" id="{59C3BB5A-96C7-41E7-BF98-231B0123B32C}"/>
              </a:ext>
            </a:extLst>
          </p:cNvPr>
          <p:cNvSpPr/>
          <p:nvPr userDrawn="1"/>
        </p:nvSpPr>
        <p:spPr>
          <a:xfrm>
            <a:off x="623888" y="1500809"/>
            <a:ext cx="3021496" cy="3021496"/>
          </a:xfrm>
          <a:prstGeom prst="round2DiagRect">
            <a:avLst>
              <a:gd name="adj1" fmla="val 30483"/>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6" name="Rectangle : avec coins arrondis en diagonale 15">
            <a:extLst>
              <a:ext uri="{FF2B5EF4-FFF2-40B4-BE49-F238E27FC236}">
                <a16:creationId xmlns:a16="http://schemas.microsoft.com/office/drawing/2014/main" id="{FAD28F9A-C07E-46F0-B659-F0E44B34E95E}"/>
              </a:ext>
            </a:extLst>
          </p:cNvPr>
          <p:cNvSpPr/>
          <p:nvPr userDrawn="1"/>
        </p:nvSpPr>
        <p:spPr>
          <a:xfrm>
            <a:off x="932001" y="2250154"/>
            <a:ext cx="568808" cy="568808"/>
          </a:xfrm>
          <a:prstGeom prst="round2DiagRect">
            <a:avLst>
              <a:gd name="adj1" fmla="val 30483"/>
              <a:gd name="adj2" fmla="val 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2" name="Title 1"/>
          <p:cNvSpPr>
            <a:spLocks noGrp="1"/>
          </p:cNvSpPr>
          <p:nvPr>
            <p:ph type="title" hasCustomPrompt="1"/>
          </p:nvPr>
        </p:nvSpPr>
        <p:spPr>
          <a:xfrm>
            <a:off x="932001" y="3011555"/>
            <a:ext cx="2387669" cy="797875"/>
          </a:xfrm>
        </p:spPr>
        <p:txBody>
          <a:bodyPr anchor="ctr">
            <a:noAutofit/>
          </a:bodyPr>
          <a:lstStyle>
            <a:lvl1pPr>
              <a:defRPr sz="2100"/>
            </a:lvl1pPr>
          </a:lstStyle>
          <a:p>
            <a:r>
              <a:rPr lang="fr-FR"/>
              <a:t>Titre de section</a:t>
            </a:r>
            <a:endParaRPr lang="en-US"/>
          </a:p>
        </p:txBody>
      </p:sp>
      <p:sp>
        <p:nvSpPr>
          <p:cNvPr id="3" name="Text Placeholder 2"/>
          <p:cNvSpPr>
            <a:spLocks noGrp="1"/>
          </p:cNvSpPr>
          <p:nvPr>
            <p:ph type="body" idx="1" hasCustomPrompt="1"/>
          </p:nvPr>
        </p:nvSpPr>
        <p:spPr>
          <a:xfrm>
            <a:off x="932001" y="2377962"/>
            <a:ext cx="568808" cy="387577"/>
          </a:xfrm>
        </p:spPr>
        <p:txBody>
          <a:bodyPr/>
          <a:lstStyle>
            <a:lvl1pPr marL="0" indent="0" algn="ctr">
              <a:buNone/>
              <a:defRPr sz="1800" b="1">
                <a:solidFill>
                  <a:schemeClr val="bg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fr-FR"/>
              <a:t>N°</a:t>
            </a:r>
          </a:p>
        </p:txBody>
      </p:sp>
    </p:spTree>
    <p:extLst>
      <p:ext uri="{BB962C8B-B14F-4D97-AF65-F5344CB8AC3E}">
        <p14:creationId xmlns:p14="http://schemas.microsoft.com/office/powerpoint/2010/main" val="146184356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secHead" preserve="1">
  <p:cSld name="Titre de section - 10">
    <p:spTree>
      <p:nvGrpSpPr>
        <p:cNvPr id="1" name=""/>
        <p:cNvGrpSpPr/>
        <p:nvPr/>
      </p:nvGrpSpPr>
      <p:grpSpPr>
        <a:xfrm>
          <a:off x="0" y="0"/>
          <a:ext cx="0" cy="0"/>
          <a:chOff x="0" y="0"/>
          <a:chExt cx="0" cy="0"/>
        </a:xfrm>
      </p:grpSpPr>
      <p:pic>
        <p:nvPicPr>
          <p:cNvPr id="10" name="Image 9">
            <a:extLst>
              <a:ext uri="{FF2B5EF4-FFF2-40B4-BE49-F238E27FC236}">
                <a16:creationId xmlns:a16="http://schemas.microsoft.com/office/drawing/2014/main" id="{62F1DFC9-82A8-4869-BB99-992D10CA304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8" b="12967"/>
          <a:stretch/>
        </p:blipFill>
        <p:spPr>
          <a:xfrm>
            <a:off x="0" y="0"/>
            <a:ext cx="9144000" cy="5143500"/>
          </a:xfrm>
          <a:prstGeom prst="rect">
            <a:avLst/>
          </a:prstGeom>
        </p:spPr>
      </p:pic>
      <p:sp>
        <p:nvSpPr>
          <p:cNvPr id="7" name="Rectangle : avec coins arrondis en diagonale 6">
            <a:extLst>
              <a:ext uri="{FF2B5EF4-FFF2-40B4-BE49-F238E27FC236}">
                <a16:creationId xmlns:a16="http://schemas.microsoft.com/office/drawing/2014/main" id="{398BD450-EC8C-413C-8585-8E232EEDEFC7}"/>
              </a:ext>
            </a:extLst>
          </p:cNvPr>
          <p:cNvSpPr/>
          <p:nvPr userDrawn="1"/>
        </p:nvSpPr>
        <p:spPr>
          <a:xfrm rot="5400000">
            <a:off x="8705850" y="4705350"/>
            <a:ext cx="438150" cy="43815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8" name="Slide Number Placeholder 5">
            <a:extLst>
              <a:ext uri="{FF2B5EF4-FFF2-40B4-BE49-F238E27FC236}">
                <a16:creationId xmlns:a16="http://schemas.microsoft.com/office/drawing/2014/main" id="{5CF0897D-8413-4511-8CA9-73937267F092}"/>
              </a:ext>
            </a:extLst>
          </p:cNvPr>
          <p:cNvSpPr>
            <a:spLocks noGrp="1"/>
          </p:cNvSpPr>
          <p:nvPr>
            <p:ph type="sldNum" sz="quarter" idx="12"/>
          </p:nvPr>
        </p:nvSpPr>
        <p:spPr>
          <a:xfrm>
            <a:off x="8705850" y="4767263"/>
            <a:ext cx="438150" cy="273844"/>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a:p>
        </p:txBody>
      </p:sp>
      <p:sp>
        <p:nvSpPr>
          <p:cNvPr id="12" name="Rectangle : avec coins arrondis en diagonale 11">
            <a:extLst>
              <a:ext uri="{FF2B5EF4-FFF2-40B4-BE49-F238E27FC236}">
                <a16:creationId xmlns:a16="http://schemas.microsoft.com/office/drawing/2014/main" id="{59C3BB5A-96C7-41E7-BF98-231B0123B32C}"/>
              </a:ext>
            </a:extLst>
          </p:cNvPr>
          <p:cNvSpPr/>
          <p:nvPr userDrawn="1"/>
        </p:nvSpPr>
        <p:spPr>
          <a:xfrm>
            <a:off x="623888" y="1500809"/>
            <a:ext cx="3021496" cy="3021496"/>
          </a:xfrm>
          <a:prstGeom prst="round2DiagRect">
            <a:avLst>
              <a:gd name="adj1" fmla="val 30483"/>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6" name="Rectangle : avec coins arrondis en diagonale 15">
            <a:extLst>
              <a:ext uri="{FF2B5EF4-FFF2-40B4-BE49-F238E27FC236}">
                <a16:creationId xmlns:a16="http://schemas.microsoft.com/office/drawing/2014/main" id="{FAD28F9A-C07E-46F0-B659-F0E44B34E95E}"/>
              </a:ext>
            </a:extLst>
          </p:cNvPr>
          <p:cNvSpPr/>
          <p:nvPr userDrawn="1"/>
        </p:nvSpPr>
        <p:spPr>
          <a:xfrm>
            <a:off x="932001" y="2250154"/>
            <a:ext cx="568808" cy="568808"/>
          </a:xfrm>
          <a:prstGeom prst="round2DiagRect">
            <a:avLst>
              <a:gd name="adj1" fmla="val 30483"/>
              <a:gd name="adj2" fmla="val 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2" name="Title 1"/>
          <p:cNvSpPr>
            <a:spLocks noGrp="1"/>
          </p:cNvSpPr>
          <p:nvPr>
            <p:ph type="title" hasCustomPrompt="1"/>
          </p:nvPr>
        </p:nvSpPr>
        <p:spPr>
          <a:xfrm>
            <a:off x="932001" y="3011555"/>
            <a:ext cx="2387669" cy="797875"/>
          </a:xfrm>
        </p:spPr>
        <p:txBody>
          <a:bodyPr anchor="ctr">
            <a:noAutofit/>
          </a:bodyPr>
          <a:lstStyle>
            <a:lvl1pPr>
              <a:defRPr sz="2100"/>
            </a:lvl1pPr>
          </a:lstStyle>
          <a:p>
            <a:r>
              <a:rPr lang="fr-FR"/>
              <a:t>Titre de section</a:t>
            </a:r>
            <a:endParaRPr lang="en-US"/>
          </a:p>
        </p:txBody>
      </p:sp>
      <p:sp>
        <p:nvSpPr>
          <p:cNvPr id="3" name="Text Placeholder 2"/>
          <p:cNvSpPr>
            <a:spLocks noGrp="1"/>
          </p:cNvSpPr>
          <p:nvPr>
            <p:ph type="body" idx="1" hasCustomPrompt="1"/>
          </p:nvPr>
        </p:nvSpPr>
        <p:spPr>
          <a:xfrm>
            <a:off x="932001" y="2377962"/>
            <a:ext cx="568808" cy="387577"/>
          </a:xfrm>
        </p:spPr>
        <p:txBody>
          <a:bodyPr/>
          <a:lstStyle>
            <a:lvl1pPr marL="0" indent="0" algn="ctr">
              <a:buNone/>
              <a:defRPr sz="1800" b="1">
                <a:solidFill>
                  <a:schemeClr val="bg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fr-FR"/>
              <a:t>N°</a:t>
            </a:r>
          </a:p>
        </p:txBody>
      </p:sp>
    </p:spTree>
    <p:extLst>
      <p:ext uri="{BB962C8B-B14F-4D97-AF65-F5344CB8AC3E}">
        <p14:creationId xmlns:p14="http://schemas.microsoft.com/office/powerpoint/2010/main" val="171168933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ransition - 1">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9C5FE29B-A3D7-4FDB-A699-563DD001430C}"/>
              </a:ext>
            </a:extLst>
          </p:cNvPr>
          <p:cNvSpPr/>
          <p:nvPr userDrawn="1"/>
        </p:nvSpPr>
        <p:spPr>
          <a:xfrm>
            <a:off x="0" y="0"/>
            <a:ext cx="9144000" cy="307429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7" name="Rectangle : avec coins arrondis en diagonale 6">
            <a:extLst>
              <a:ext uri="{FF2B5EF4-FFF2-40B4-BE49-F238E27FC236}">
                <a16:creationId xmlns:a16="http://schemas.microsoft.com/office/drawing/2014/main" id="{14B9ABD7-94D1-4A98-99B3-203C85F01553}"/>
              </a:ext>
            </a:extLst>
          </p:cNvPr>
          <p:cNvSpPr/>
          <p:nvPr userDrawn="1"/>
        </p:nvSpPr>
        <p:spPr>
          <a:xfrm rot="5400000">
            <a:off x="3034855" y="-961314"/>
            <a:ext cx="3074291" cy="9144002"/>
          </a:xfrm>
          <a:prstGeom prst="round2DiagRect">
            <a:avLst>
              <a:gd name="adj1" fmla="val 23958"/>
              <a:gd name="adj2" fmla="val 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pic>
        <p:nvPicPr>
          <p:cNvPr id="11" name="Image 10">
            <a:extLst>
              <a:ext uri="{FF2B5EF4-FFF2-40B4-BE49-F238E27FC236}">
                <a16:creationId xmlns:a16="http://schemas.microsoft.com/office/drawing/2014/main" id="{A1C7D5CD-91CA-4C55-879A-3EC12A0AF06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156164" y="3025273"/>
            <a:ext cx="831672" cy="856324"/>
          </a:xfrm>
          <a:prstGeom prst="rect">
            <a:avLst/>
          </a:prstGeom>
        </p:spPr>
      </p:pic>
      <p:pic>
        <p:nvPicPr>
          <p:cNvPr id="16" name="Graphique 15">
            <a:extLst>
              <a:ext uri="{FF2B5EF4-FFF2-40B4-BE49-F238E27FC236}">
                <a16:creationId xmlns:a16="http://schemas.microsoft.com/office/drawing/2014/main" id="{C47884EB-ACAA-4C86-9A79-D982E6B3ADD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8899" y="105463"/>
            <a:ext cx="4000501" cy="507572"/>
          </a:xfrm>
          <a:prstGeom prst="rect">
            <a:avLst/>
          </a:prstGeom>
        </p:spPr>
      </p:pic>
      <p:sp>
        <p:nvSpPr>
          <p:cNvPr id="14" name="Title 1">
            <a:extLst>
              <a:ext uri="{FF2B5EF4-FFF2-40B4-BE49-F238E27FC236}">
                <a16:creationId xmlns:a16="http://schemas.microsoft.com/office/drawing/2014/main" id="{DBF6C4EF-0A70-444F-BBF0-6F8B7DEA78D9}"/>
              </a:ext>
            </a:extLst>
          </p:cNvPr>
          <p:cNvSpPr>
            <a:spLocks noGrp="1"/>
          </p:cNvSpPr>
          <p:nvPr>
            <p:ph type="title" hasCustomPrompt="1"/>
          </p:nvPr>
        </p:nvSpPr>
        <p:spPr>
          <a:xfrm>
            <a:off x="628650" y="1432858"/>
            <a:ext cx="7886700" cy="994172"/>
          </a:xfrm>
        </p:spPr>
        <p:txBody>
          <a:bodyPr/>
          <a:lstStyle>
            <a:lvl1pPr algn="ctr">
              <a:defRPr>
                <a:solidFill>
                  <a:schemeClr val="bg1"/>
                </a:solidFill>
              </a:defRPr>
            </a:lvl1pPr>
          </a:lstStyle>
          <a:p>
            <a:r>
              <a:rPr lang="fr-FR"/>
              <a:t>Titre de la page</a:t>
            </a:r>
            <a:endParaRPr lang="en-US"/>
          </a:p>
        </p:txBody>
      </p:sp>
    </p:spTree>
    <p:extLst>
      <p:ext uri="{BB962C8B-B14F-4D97-AF65-F5344CB8AC3E}">
        <p14:creationId xmlns:p14="http://schemas.microsoft.com/office/powerpoint/2010/main" val="216252124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ransition - 2">
    <p:spTree>
      <p:nvGrpSpPr>
        <p:cNvPr id="1" name=""/>
        <p:cNvGrpSpPr/>
        <p:nvPr/>
      </p:nvGrpSpPr>
      <p:grpSpPr>
        <a:xfrm>
          <a:off x="0" y="0"/>
          <a:ext cx="0" cy="0"/>
          <a:chOff x="0" y="0"/>
          <a:chExt cx="0" cy="0"/>
        </a:xfrm>
      </p:grpSpPr>
      <p:pic>
        <p:nvPicPr>
          <p:cNvPr id="3" name="Image 2" descr="Une image contenant table&#10;&#10;Description générée automatiquement">
            <a:extLst>
              <a:ext uri="{FF2B5EF4-FFF2-40B4-BE49-F238E27FC236}">
                <a16:creationId xmlns:a16="http://schemas.microsoft.com/office/drawing/2014/main" id="{1875303D-9C94-4E71-9A37-001F6C9845C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pic>
        <p:nvPicPr>
          <p:cNvPr id="8" name="Image 7">
            <a:extLst>
              <a:ext uri="{FF2B5EF4-FFF2-40B4-BE49-F238E27FC236}">
                <a16:creationId xmlns:a16="http://schemas.microsoft.com/office/drawing/2014/main" id="{4E523264-687C-41A5-8A34-97D833F68C4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pic>
        <p:nvPicPr>
          <p:cNvPr id="11" name="Image 10">
            <a:extLst>
              <a:ext uri="{FF2B5EF4-FFF2-40B4-BE49-F238E27FC236}">
                <a16:creationId xmlns:a16="http://schemas.microsoft.com/office/drawing/2014/main" id="{A1C7D5CD-91CA-4C55-879A-3EC12A0AF06A}"/>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156164" y="3025273"/>
            <a:ext cx="831672" cy="856324"/>
          </a:xfrm>
          <a:prstGeom prst="rect">
            <a:avLst/>
          </a:prstGeom>
        </p:spPr>
      </p:pic>
      <p:sp>
        <p:nvSpPr>
          <p:cNvPr id="14" name="Title 1">
            <a:extLst>
              <a:ext uri="{FF2B5EF4-FFF2-40B4-BE49-F238E27FC236}">
                <a16:creationId xmlns:a16="http://schemas.microsoft.com/office/drawing/2014/main" id="{DBF6C4EF-0A70-444F-BBF0-6F8B7DEA78D9}"/>
              </a:ext>
            </a:extLst>
          </p:cNvPr>
          <p:cNvSpPr>
            <a:spLocks noGrp="1"/>
          </p:cNvSpPr>
          <p:nvPr>
            <p:ph type="title" hasCustomPrompt="1"/>
          </p:nvPr>
        </p:nvSpPr>
        <p:spPr>
          <a:xfrm>
            <a:off x="628650" y="1432858"/>
            <a:ext cx="7886700" cy="994172"/>
          </a:xfrm>
        </p:spPr>
        <p:txBody>
          <a:bodyPr/>
          <a:lstStyle>
            <a:lvl1pPr algn="ctr">
              <a:defRPr>
                <a:solidFill>
                  <a:schemeClr val="bg1"/>
                </a:solidFill>
              </a:defRPr>
            </a:lvl1pPr>
          </a:lstStyle>
          <a:p>
            <a:r>
              <a:rPr lang="fr-FR"/>
              <a:t>Titre de la page</a:t>
            </a:r>
            <a:endParaRPr lang="en-US"/>
          </a:p>
        </p:txBody>
      </p:sp>
    </p:spTree>
    <p:extLst>
      <p:ext uri="{BB962C8B-B14F-4D97-AF65-F5344CB8AC3E}">
        <p14:creationId xmlns:p14="http://schemas.microsoft.com/office/powerpoint/2010/main" val="203574617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ransition - 3">
    <p:spTree>
      <p:nvGrpSpPr>
        <p:cNvPr id="1" name=""/>
        <p:cNvGrpSpPr/>
        <p:nvPr/>
      </p:nvGrpSpPr>
      <p:grpSpPr>
        <a:xfrm>
          <a:off x="0" y="0"/>
          <a:ext cx="0" cy="0"/>
          <a:chOff x="0" y="0"/>
          <a:chExt cx="0" cy="0"/>
        </a:xfrm>
      </p:grpSpPr>
      <p:pic>
        <p:nvPicPr>
          <p:cNvPr id="4" name="Image 3" descr="Une image contenant table&#10;&#10;Description générée automatiquement">
            <a:extLst>
              <a:ext uri="{FF2B5EF4-FFF2-40B4-BE49-F238E27FC236}">
                <a16:creationId xmlns:a16="http://schemas.microsoft.com/office/drawing/2014/main" id="{946D0E47-04BF-40AB-AC82-EFF9F27C413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pic>
        <p:nvPicPr>
          <p:cNvPr id="9" name="Image 8">
            <a:extLst>
              <a:ext uri="{FF2B5EF4-FFF2-40B4-BE49-F238E27FC236}">
                <a16:creationId xmlns:a16="http://schemas.microsoft.com/office/drawing/2014/main" id="{64FA7A75-5CCF-4C33-91B2-3AFDC1BB1C7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pic>
        <p:nvPicPr>
          <p:cNvPr id="3" name="Image 2" descr="Une image contenant table&#10;&#10;Description générée automatiquement">
            <a:extLst>
              <a:ext uri="{FF2B5EF4-FFF2-40B4-BE49-F238E27FC236}">
                <a16:creationId xmlns:a16="http://schemas.microsoft.com/office/drawing/2014/main" id="{1875303D-9C94-4E71-9A37-001F6C9845C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pic>
        <p:nvPicPr>
          <p:cNvPr id="11" name="Image 10">
            <a:extLst>
              <a:ext uri="{FF2B5EF4-FFF2-40B4-BE49-F238E27FC236}">
                <a16:creationId xmlns:a16="http://schemas.microsoft.com/office/drawing/2014/main" id="{A1C7D5CD-91CA-4C55-879A-3EC12A0AF06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156164" y="3025273"/>
            <a:ext cx="831672" cy="856324"/>
          </a:xfrm>
          <a:prstGeom prst="rect">
            <a:avLst/>
          </a:prstGeom>
        </p:spPr>
      </p:pic>
      <p:sp>
        <p:nvSpPr>
          <p:cNvPr id="14" name="Title 1">
            <a:extLst>
              <a:ext uri="{FF2B5EF4-FFF2-40B4-BE49-F238E27FC236}">
                <a16:creationId xmlns:a16="http://schemas.microsoft.com/office/drawing/2014/main" id="{DBF6C4EF-0A70-444F-BBF0-6F8B7DEA78D9}"/>
              </a:ext>
            </a:extLst>
          </p:cNvPr>
          <p:cNvSpPr>
            <a:spLocks noGrp="1"/>
          </p:cNvSpPr>
          <p:nvPr>
            <p:ph type="title" hasCustomPrompt="1"/>
          </p:nvPr>
        </p:nvSpPr>
        <p:spPr>
          <a:xfrm>
            <a:off x="628650" y="1432858"/>
            <a:ext cx="7886700" cy="994172"/>
          </a:xfrm>
        </p:spPr>
        <p:txBody>
          <a:bodyPr/>
          <a:lstStyle>
            <a:lvl1pPr algn="ctr">
              <a:defRPr>
                <a:solidFill>
                  <a:schemeClr val="bg1"/>
                </a:solidFill>
              </a:defRPr>
            </a:lvl1pPr>
          </a:lstStyle>
          <a:p>
            <a:r>
              <a:rPr lang="fr-FR"/>
              <a:t>Titre de la page</a:t>
            </a:r>
            <a:endParaRPr lang="en-US"/>
          </a:p>
        </p:txBody>
      </p:sp>
    </p:spTree>
    <p:extLst>
      <p:ext uri="{BB962C8B-B14F-4D97-AF65-F5344CB8AC3E}">
        <p14:creationId xmlns:p14="http://schemas.microsoft.com/office/powerpoint/2010/main" val="281689829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Deux contacts - Image">
    <p:spTree>
      <p:nvGrpSpPr>
        <p:cNvPr id="1" name=""/>
        <p:cNvGrpSpPr/>
        <p:nvPr/>
      </p:nvGrpSpPr>
      <p:grpSpPr>
        <a:xfrm>
          <a:off x="0" y="0"/>
          <a:ext cx="0" cy="0"/>
          <a:chOff x="0" y="0"/>
          <a:chExt cx="0" cy="0"/>
        </a:xfrm>
      </p:grpSpPr>
      <p:sp>
        <p:nvSpPr>
          <p:cNvPr id="7" name="Rectangle : avec coins arrondis en diagonale 6">
            <a:extLst>
              <a:ext uri="{FF2B5EF4-FFF2-40B4-BE49-F238E27FC236}">
                <a16:creationId xmlns:a16="http://schemas.microsoft.com/office/drawing/2014/main" id="{EB2EF074-07F3-4B66-AD26-475FB124DBD9}"/>
              </a:ext>
            </a:extLst>
          </p:cNvPr>
          <p:cNvSpPr/>
          <p:nvPr userDrawn="1"/>
        </p:nvSpPr>
        <p:spPr>
          <a:xfrm rot="5400000">
            <a:off x="8705850" y="4705350"/>
            <a:ext cx="438150" cy="43815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4" name="Date Placeholder 3"/>
          <p:cNvSpPr>
            <a:spLocks noGrp="1"/>
          </p:cNvSpPr>
          <p:nvPr>
            <p:ph type="dt" sz="half" idx="10"/>
          </p:nvPr>
        </p:nvSpPr>
        <p:spPr/>
        <p:txBody>
          <a:bodyPr/>
          <a:lstStyle/>
          <a:p>
            <a:fld id="{2B8B315D-1A6B-4A62-AE3F-D0C0DFC1C7BF}" type="datetime1">
              <a:rPr lang="fr-FR" smtClean="0"/>
              <a:t>09/09/2026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a:xfrm>
            <a:off x="8705850" y="4767263"/>
            <a:ext cx="438150" cy="273844"/>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a:p>
        </p:txBody>
      </p:sp>
      <p:pic>
        <p:nvPicPr>
          <p:cNvPr id="3" name="Image 2">
            <a:extLst>
              <a:ext uri="{FF2B5EF4-FFF2-40B4-BE49-F238E27FC236}">
                <a16:creationId xmlns:a16="http://schemas.microsoft.com/office/drawing/2014/main" id="{03B05C0D-F11A-4965-97B6-80A12C632636}"/>
              </a:ext>
            </a:extLst>
          </p:cNvPr>
          <p:cNvPicPr>
            <a:picLocks noChangeAspect="1"/>
          </p:cNvPicPr>
          <p:nvPr userDrawn="1"/>
        </p:nvPicPr>
        <p:blipFill rotWithShape="1">
          <a:blip r:embed="rId2"/>
          <a:srcRect l="11688" t="16944" r="3074" b="9811"/>
          <a:stretch/>
        </p:blipFill>
        <p:spPr>
          <a:xfrm>
            <a:off x="-1" y="-10048"/>
            <a:ext cx="9144001" cy="2549571"/>
          </a:xfrm>
          <a:prstGeom prst="rect">
            <a:avLst/>
          </a:prstGeom>
        </p:spPr>
      </p:pic>
      <p:sp>
        <p:nvSpPr>
          <p:cNvPr id="23" name="Espace réservé du texte 2">
            <a:extLst>
              <a:ext uri="{FF2B5EF4-FFF2-40B4-BE49-F238E27FC236}">
                <a16:creationId xmlns:a16="http://schemas.microsoft.com/office/drawing/2014/main" id="{D09F6D18-2595-4EC1-9B80-17B5DF57B884}"/>
              </a:ext>
            </a:extLst>
          </p:cNvPr>
          <p:cNvSpPr>
            <a:spLocks noGrp="1"/>
          </p:cNvSpPr>
          <p:nvPr>
            <p:ph type="body" sz="quarter" idx="13" hasCustomPrompt="1"/>
          </p:nvPr>
        </p:nvSpPr>
        <p:spPr>
          <a:xfrm>
            <a:off x="1628950" y="3527378"/>
            <a:ext cx="2887394" cy="252029"/>
          </a:xfrm>
        </p:spPr>
        <p:txBody>
          <a:bodyPr anchor="ctr">
            <a:normAutofit/>
          </a:bodyPr>
          <a:lstStyle>
            <a:lvl1pPr marL="0" indent="0">
              <a:buNone/>
              <a:defRPr sz="1350">
                <a:solidFill>
                  <a:schemeClr val="tx1"/>
                </a:solidFill>
              </a:defRPr>
            </a:lvl1pPr>
          </a:lstStyle>
          <a:p>
            <a:pPr lvl="0"/>
            <a:r>
              <a:rPr lang="fr-FR"/>
              <a:t>Poste</a:t>
            </a:r>
          </a:p>
        </p:txBody>
      </p:sp>
      <p:sp>
        <p:nvSpPr>
          <p:cNvPr id="24" name="Espace réservé du texte 7">
            <a:extLst>
              <a:ext uri="{FF2B5EF4-FFF2-40B4-BE49-F238E27FC236}">
                <a16:creationId xmlns:a16="http://schemas.microsoft.com/office/drawing/2014/main" id="{BAA21B26-FA6C-4B3D-8595-10AB27043886}"/>
              </a:ext>
            </a:extLst>
          </p:cNvPr>
          <p:cNvSpPr>
            <a:spLocks noGrp="1"/>
          </p:cNvSpPr>
          <p:nvPr>
            <p:ph type="body" sz="quarter" idx="14" hasCustomPrompt="1"/>
          </p:nvPr>
        </p:nvSpPr>
        <p:spPr>
          <a:xfrm>
            <a:off x="1629078" y="3250716"/>
            <a:ext cx="2887265" cy="257552"/>
          </a:xfrm>
        </p:spPr>
        <p:txBody>
          <a:bodyPr anchor="ctr">
            <a:noAutofit/>
          </a:bodyPr>
          <a:lstStyle>
            <a:lvl1pPr marL="0" indent="0">
              <a:buNone/>
              <a:defRPr sz="1800">
                <a:solidFill>
                  <a:schemeClr val="tx1"/>
                </a:solidFill>
                <a:latin typeface="+mj-lt"/>
              </a:defRPr>
            </a:lvl1pPr>
          </a:lstStyle>
          <a:p>
            <a:pPr lvl="0"/>
            <a:r>
              <a:rPr lang="fr-FR"/>
              <a:t>Prénom NOM</a:t>
            </a:r>
          </a:p>
        </p:txBody>
      </p:sp>
      <p:sp>
        <p:nvSpPr>
          <p:cNvPr id="25" name="Espace réservé du texte 2">
            <a:extLst>
              <a:ext uri="{FF2B5EF4-FFF2-40B4-BE49-F238E27FC236}">
                <a16:creationId xmlns:a16="http://schemas.microsoft.com/office/drawing/2014/main" id="{985867D1-FE95-4111-8DED-B87DFE389D33}"/>
              </a:ext>
            </a:extLst>
          </p:cNvPr>
          <p:cNvSpPr>
            <a:spLocks noGrp="1"/>
          </p:cNvSpPr>
          <p:nvPr>
            <p:ph type="body" sz="quarter" idx="18" hasCustomPrompt="1"/>
          </p:nvPr>
        </p:nvSpPr>
        <p:spPr>
          <a:xfrm>
            <a:off x="1628949" y="3779407"/>
            <a:ext cx="2887394" cy="252029"/>
          </a:xfrm>
        </p:spPr>
        <p:txBody>
          <a:bodyPr anchor="ctr">
            <a:noAutofit/>
          </a:bodyPr>
          <a:lstStyle>
            <a:lvl1pPr marL="0" indent="0">
              <a:buNone/>
              <a:defRPr sz="1350">
                <a:solidFill>
                  <a:schemeClr val="tx1"/>
                </a:solidFill>
              </a:defRPr>
            </a:lvl1pPr>
          </a:lstStyle>
          <a:p>
            <a:pPr lvl="0"/>
            <a:r>
              <a:rPr lang="fr-FR"/>
              <a:t>Adresse email</a:t>
            </a:r>
          </a:p>
        </p:txBody>
      </p:sp>
      <p:sp>
        <p:nvSpPr>
          <p:cNvPr id="26" name="Espace réservé du texte 2">
            <a:extLst>
              <a:ext uri="{FF2B5EF4-FFF2-40B4-BE49-F238E27FC236}">
                <a16:creationId xmlns:a16="http://schemas.microsoft.com/office/drawing/2014/main" id="{0A70E9B7-75C2-4BC2-BDBE-599C6F6DE647}"/>
              </a:ext>
            </a:extLst>
          </p:cNvPr>
          <p:cNvSpPr>
            <a:spLocks noGrp="1"/>
          </p:cNvSpPr>
          <p:nvPr>
            <p:ph type="body" sz="quarter" idx="19" hasCustomPrompt="1"/>
          </p:nvPr>
        </p:nvSpPr>
        <p:spPr>
          <a:xfrm>
            <a:off x="6200950" y="3527378"/>
            <a:ext cx="2887394" cy="252029"/>
          </a:xfrm>
        </p:spPr>
        <p:txBody>
          <a:bodyPr anchor="ctr">
            <a:normAutofit/>
          </a:bodyPr>
          <a:lstStyle>
            <a:lvl1pPr marL="0" indent="0">
              <a:buNone/>
              <a:defRPr sz="1350">
                <a:solidFill>
                  <a:schemeClr val="tx1"/>
                </a:solidFill>
              </a:defRPr>
            </a:lvl1pPr>
          </a:lstStyle>
          <a:p>
            <a:pPr lvl="0"/>
            <a:r>
              <a:rPr lang="fr-FR"/>
              <a:t>Poste</a:t>
            </a:r>
          </a:p>
        </p:txBody>
      </p:sp>
      <p:sp>
        <p:nvSpPr>
          <p:cNvPr id="27" name="Espace réservé du texte 7">
            <a:extLst>
              <a:ext uri="{FF2B5EF4-FFF2-40B4-BE49-F238E27FC236}">
                <a16:creationId xmlns:a16="http://schemas.microsoft.com/office/drawing/2014/main" id="{850ABEA2-D863-4E96-A2D2-DE23254D51B7}"/>
              </a:ext>
            </a:extLst>
          </p:cNvPr>
          <p:cNvSpPr>
            <a:spLocks noGrp="1"/>
          </p:cNvSpPr>
          <p:nvPr>
            <p:ph type="body" sz="quarter" idx="20" hasCustomPrompt="1"/>
          </p:nvPr>
        </p:nvSpPr>
        <p:spPr>
          <a:xfrm>
            <a:off x="6201079" y="3250716"/>
            <a:ext cx="2887265" cy="257552"/>
          </a:xfrm>
        </p:spPr>
        <p:txBody>
          <a:bodyPr anchor="ctr">
            <a:noAutofit/>
          </a:bodyPr>
          <a:lstStyle>
            <a:lvl1pPr marL="0" indent="0">
              <a:buNone/>
              <a:defRPr sz="1800">
                <a:solidFill>
                  <a:schemeClr val="tx1"/>
                </a:solidFill>
                <a:latin typeface="+mj-lt"/>
              </a:defRPr>
            </a:lvl1pPr>
          </a:lstStyle>
          <a:p>
            <a:pPr lvl="0"/>
            <a:r>
              <a:rPr lang="fr-FR"/>
              <a:t>Prénom NOM</a:t>
            </a:r>
          </a:p>
        </p:txBody>
      </p:sp>
      <p:sp>
        <p:nvSpPr>
          <p:cNvPr id="28" name="Espace réservé du texte 2">
            <a:extLst>
              <a:ext uri="{FF2B5EF4-FFF2-40B4-BE49-F238E27FC236}">
                <a16:creationId xmlns:a16="http://schemas.microsoft.com/office/drawing/2014/main" id="{BC394DF7-E322-4E8B-9F72-EB76DC3A7305}"/>
              </a:ext>
            </a:extLst>
          </p:cNvPr>
          <p:cNvSpPr>
            <a:spLocks noGrp="1"/>
          </p:cNvSpPr>
          <p:nvPr>
            <p:ph type="body" sz="quarter" idx="21" hasCustomPrompt="1"/>
          </p:nvPr>
        </p:nvSpPr>
        <p:spPr>
          <a:xfrm>
            <a:off x="6200950" y="3779407"/>
            <a:ext cx="2887394" cy="252029"/>
          </a:xfrm>
        </p:spPr>
        <p:txBody>
          <a:bodyPr anchor="ctr">
            <a:noAutofit/>
          </a:bodyPr>
          <a:lstStyle>
            <a:lvl1pPr marL="0" indent="0">
              <a:buNone/>
              <a:defRPr sz="1350">
                <a:solidFill>
                  <a:schemeClr val="tx1"/>
                </a:solidFill>
              </a:defRPr>
            </a:lvl1pPr>
          </a:lstStyle>
          <a:p>
            <a:pPr lvl="0"/>
            <a:r>
              <a:rPr lang="fr-FR"/>
              <a:t>Adresse email</a:t>
            </a:r>
          </a:p>
        </p:txBody>
      </p:sp>
      <p:sp>
        <p:nvSpPr>
          <p:cNvPr id="29" name="Espace réservé pour une image  28">
            <a:extLst>
              <a:ext uri="{FF2B5EF4-FFF2-40B4-BE49-F238E27FC236}">
                <a16:creationId xmlns:a16="http://schemas.microsoft.com/office/drawing/2014/main" id="{0FB520F8-7547-483A-9799-FB0265F8F658}"/>
              </a:ext>
            </a:extLst>
          </p:cNvPr>
          <p:cNvSpPr>
            <a:spLocks noGrp="1"/>
          </p:cNvSpPr>
          <p:nvPr>
            <p:ph type="pic" sz="quarter" idx="22"/>
          </p:nvPr>
        </p:nvSpPr>
        <p:spPr>
          <a:xfrm>
            <a:off x="257478" y="3041411"/>
            <a:ext cx="1223963" cy="1223963"/>
          </a:xfrm>
        </p:spPr>
        <p:txBody>
          <a:bodyPr/>
          <a:lstStyle/>
          <a:p>
            <a:endParaRPr lang="fr-FR"/>
          </a:p>
        </p:txBody>
      </p:sp>
      <p:sp>
        <p:nvSpPr>
          <p:cNvPr id="30" name="Espace réservé pour une image  28">
            <a:extLst>
              <a:ext uri="{FF2B5EF4-FFF2-40B4-BE49-F238E27FC236}">
                <a16:creationId xmlns:a16="http://schemas.microsoft.com/office/drawing/2014/main" id="{344E2336-1D71-4DED-9DDF-F5E00417F3DA}"/>
              </a:ext>
            </a:extLst>
          </p:cNvPr>
          <p:cNvSpPr>
            <a:spLocks noGrp="1"/>
          </p:cNvSpPr>
          <p:nvPr>
            <p:ph type="pic" sz="quarter" idx="23"/>
          </p:nvPr>
        </p:nvSpPr>
        <p:spPr>
          <a:xfrm>
            <a:off x="4835431" y="3041411"/>
            <a:ext cx="1223963" cy="1223963"/>
          </a:xfrm>
        </p:spPr>
        <p:txBody>
          <a:bodyPr/>
          <a:lstStyle/>
          <a:p>
            <a:endParaRPr lang="fr-FR"/>
          </a:p>
        </p:txBody>
      </p:sp>
      <p:pic>
        <p:nvPicPr>
          <p:cNvPr id="31" name="Image 30">
            <a:extLst>
              <a:ext uri="{FF2B5EF4-FFF2-40B4-BE49-F238E27FC236}">
                <a16:creationId xmlns:a16="http://schemas.microsoft.com/office/drawing/2014/main" id="{A1BD2EAB-0289-44E3-B9C6-5905B7E559A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6806" y="4705351"/>
            <a:ext cx="361344" cy="371927"/>
          </a:xfrm>
          <a:prstGeom prst="rect">
            <a:avLst/>
          </a:prstGeom>
        </p:spPr>
      </p:pic>
    </p:spTree>
    <p:extLst>
      <p:ext uri="{BB962C8B-B14F-4D97-AF65-F5344CB8AC3E}">
        <p14:creationId xmlns:p14="http://schemas.microsoft.com/office/powerpoint/2010/main" val="349649048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Deux contacts - Simple">
    <p:spTree>
      <p:nvGrpSpPr>
        <p:cNvPr id="1" name=""/>
        <p:cNvGrpSpPr/>
        <p:nvPr/>
      </p:nvGrpSpPr>
      <p:grpSpPr>
        <a:xfrm>
          <a:off x="0" y="0"/>
          <a:ext cx="0" cy="0"/>
          <a:chOff x="0" y="0"/>
          <a:chExt cx="0" cy="0"/>
        </a:xfrm>
      </p:grpSpPr>
      <p:pic>
        <p:nvPicPr>
          <p:cNvPr id="8" name="Image 7">
            <a:extLst>
              <a:ext uri="{FF2B5EF4-FFF2-40B4-BE49-F238E27FC236}">
                <a16:creationId xmlns:a16="http://schemas.microsoft.com/office/drawing/2014/main" id="{C8FCD63A-1F5E-4A77-94EC-BB8A4A929C3E}"/>
              </a:ext>
            </a:extLst>
          </p:cNvPr>
          <p:cNvPicPr>
            <a:picLocks noChangeAspect="1"/>
          </p:cNvPicPr>
          <p:nvPr userDrawn="1"/>
        </p:nvPicPr>
        <p:blipFill rotWithShape="1">
          <a:blip r:embed="rId2"/>
          <a:srcRect l="6023" t="17770" r="3307" b="9015"/>
          <a:stretch/>
        </p:blipFill>
        <p:spPr>
          <a:xfrm>
            <a:off x="-1" y="-10049"/>
            <a:ext cx="9144001" cy="2549571"/>
          </a:xfrm>
          <a:prstGeom prst="rect">
            <a:avLst/>
          </a:prstGeom>
        </p:spPr>
      </p:pic>
      <p:sp>
        <p:nvSpPr>
          <p:cNvPr id="7" name="Rectangle : avec coins arrondis en diagonale 6">
            <a:extLst>
              <a:ext uri="{FF2B5EF4-FFF2-40B4-BE49-F238E27FC236}">
                <a16:creationId xmlns:a16="http://schemas.microsoft.com/office/drawing/2014/main" id="{EB2EF074-07F3-4B66-AD26-475FB124DBD9}"/>
              </a:ext>
            </a:extLst>
          </p:cNvPr>
          <p:cNvSpPr/>
          <p:nvPr userDrawn="1"/>
        </p:nvSpPr>
        <p:spPr>
          <a:xfrm rot="5400000">
            <a:off x="8705850" y="4705350"/>
            <a:ext cx="438150" cy="43815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4" name="Date Placeholder 3"/>
          <p:cNvSpPr>
            <a:spLocks noGrp="1"/>
          </p:cNvSpPr>
          <p:nvPr>
            <p:ph type="dt" sz="half" idx="10"/>
          </p:nvPr>
        </p:nvSpPr>
        <p:spPr/>
        <p:txBody>
          <a:bodyPr/>
          <a:lstStyle/>
          <a:p>
            <a:fld id="{2B8B315D-1A6B-4A62-AE3F-D0C0DFC1C7BF}" type="datetime1">
              <a:rPr lang="fr-FR" smtClean="0"/>
              <a:t>09/09/2026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a:xfrm>
            <a:off x="8705850" y="4767263"/>
            <a:ext cx="438150" cy="273844"/>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a:p>
        </p:txBody>
      </p:sp>
      <p:sp>
        <p:nvSpPr>
          <p:cNvPr id="23" name="Espace réservé du texte 2">
            <a:extLst>
              <a:ext uri="{FF2B5EF4-FFF2-40B4-BE49-F238E27FC236}">
                <a16:creationId xmlns:a16="http://schemas.microsoft.com/office/drawing/2014/main" id="{D09F6D18-2595-4EC1-9B80-17B5DF57B884}"/>
              </a:ext>
            </a:extLst>
          </p:cNvPr>
          <p:cNvSpPr>
            <a:spLocks noGrp="1"/>
          </p:cNvSpPr>
          <p:nvPr>
            <p:ph type="body" sz="quarter" idx="13" hasCustomPrompt="1"/>
          </p:nvPr>
        </p:nvSpPr>
        <p:spPr>
          <a:xfrm>
            <a:off x="1628950" y="3527378"/>
            <a:ext cx="2887394" cy="252029"/>
          </a:xfrm>
        </p:spPr>
        <p:txBody>
          <a:bodyPr anchor="ctr">
            <a:normAutofit/>
          </a:bodyPr>
          <a:lstStyle>
            <a:lvl1pPr marL="0" indent="0">
              <a:buNone/>
              <a:defRPr sz="1350">
                <a:solidFill>
                  <a:schemeClr val="tx1"/>
                </a:solidFill>
              </a:defRPr>
            </a:lvl1pPr>
          </a:lstStyle>
          <a:p>
            <a:pPr lvl="0"/>
            <a:r>
              <a:rPr lang="fr-FR"/>
              <a:t>Poste</a:t>
            </a:r>
          </a:p>
        </p:txBody>
      </p:sp>
      <p:sp>
        <p:nvSpPr>
          <p:cNvPr id="24" name="Espace réservé du texte 7">
            <a:extLst>
              <a:ext uri="{FF2B5EF4-FFF2-40B4-BE49-F238E27FC236}">
                <a16:creationId xmlns:a16="http://schemas.microsoft.com/office/drawing/2014/main" id="{BAA21B26-FA6C-4B3D-8595-10AB27043886}"/>
              </a:ext>
            </a:extLst>
          </p:cNvPr>
          <p:cNvSpPr>
            <a:spLocks noGrp="1"/>
          </p:cNvSpPr>
          <p:nvPr>
            <p:ph type="body" sz="quarter" idx="14" hasCustomPrompt="1"/>
          </p:nvPr>
        </p:nvSpPr>
        <p:spPr>
          <a:xfrm>
            <a:off x="1629078" y="3250716"/>
            <a:ext cx="2887265" cy="257552"/>
          </a:xfrm>
        </p:spPr>
        <p:txBody>
          <a:bodyPr anchor="ctr">
            <a:noAutofit/>
          </a:bodyPr>
          <a:lstStyle>
            <a:lvl1pPr marL="0" indent="0">
              <a:buNone/>
              <a:defRPr sz="1800">
                <a:solidFill>
                  <a:schemeClr val="tx1"/>
                </a:solidFill>
                <a:latin typeface="+mj-lt"/>
              </a:defRPr>
            </a:lvl1pPr>
          </a:lstStyle>
          <a:p>
            <a:pPr lvl="0"/>
            <a:r>
              <a:rPr lang="fr-FR"/>
              <a:t>Prénom NOM</a:t>
            </a:r>
          </a:p>
        </p:txBody>
      </p:sp>
      <p:sp>
        <p:nvSpPr>
          <p:cNvPr id="25" name="Espace réservé du texte 2">
            <a:extLst>
              <a:ext uri="{FF2B5EF4-FFF2-40B4-BE49-F238E27FC236}">
                <a16:creationId xmlns:a16="http://schemas.microsoft.com/office/drawing/2014/main" id="{985867D1-FE95-4111-8DED-B87DFE389D33}"/>
              </a:ext>
            </a:extLst>
          </p:cNvPr>
          <p:cNvSpPr>
            <a:spLocks noGrp="1"/>
          </p:cNvSpPr>
          <p:nvPr>
            <p:ph type="body" sz="quarter" idx="18" hasCustomPrompt="1"/>
          </p:nvPr>
        </p:nvSpPr>
        <p:spPr>
          <a:xfrm>
            <a:off x="1628949" y="3779407"/>
            <a:ext cx="2887394" cy="252029"/>
          </a:xfrm>
        </p:spPr>
        <p:txBody>
          <a:bodyPr anchor="ctr">
            <a:noAutofit/>
          </a:bodyPr>
          <a:lstStyle>
            <a:lvl1pPr marL="0" indent="0">
              <a:buNone/>
              <a:defRPr sz="1350">
                <a:solidFill>
                  <a:schemeClr val="tx1"/>
                </a:solidFill>
              </a:defRPr>
            </a:lvl1pPr>
          </a:lstStyle>
          <a:p>
            <a:pPr lvl="0"/>
            <a:r>
              <a:rPr lang="fr-FR"/>
              <a:t>Adresse email</a:t>
            </a:r>
          </a:p>
        </p:txBody>
      </p:sp>
      <p:sp>
        <p:nvSpPr>
          <p:cNvPr id="26" name="Espace réservé du texte 2">
            <a:extLst>
              <a:ext uri="{FF2B5EF4-FFF2-40B4-BE49-F238E27FC236}">
                <a16:creationId xmlns:a16="http://schemas.microsoft.com/office/drawing/2014/main" id="{0A70E9B7-75C2-4BC2-BDBE-599C6F6DE647}"/>
              </a:ext>
            </a:extLst>
          </p:cNvPr>
          <p:cNvSpPr>
            <a:spLocks noGrp="1"/>
          </p:cNvSpPr>
          <p:nvPr>
            <p:ph type="body" sz="quarter" idx="19" hasCustomPrompt="1"/>
          </p:nvPr>
        </p:nvSpPr>
        <p:spPr>
          <a:xfrm>
            <a:off x="6200950" y="3527378"/>
            <a:ext cx="2887394" cy="252029"/>
          </a:xfrm>
        </p:spPr>
        <p:txBody>
          <a:bodyPr anchor="ctr">
            <a:normAutofit/>
          </a:bodyPr>
          <a:lstStyle>
            <a:lvl1pPr marL="0" indent="0">
              <a:buNone/>
              <a:defRPr sz="1350">
                <a:solidFill>
                  <a:schemeClr val="tx1"/>
                </a:solidFill>
              </a:defRPr>
            </a:lvl1pPr>
          </a:lstStyle>
          <a:p>
            <a:pPr lvl="0"/>
            <a:r>
              <a:rPr lang="fr-FR"/>
              <a:t>Poste</a:t>
            </a:r>
          </a:p>
        </p:txBody>
      </p:sp>
      <p:sp>
        <p:nvSpPr>
          <p:cNvPr id="27" name="Espace réservé du texte 7">
            <a:extLst>
              <a:ext uri="{FF2B5EF4-FFF2-40B4-BE49-F238E27FC236}">
                <a16:creationId xmlns:a16="http://schemas.microsoft.com/office/drawing/2014/main" id="{850ABEA2-D863-4E96-A2D2-DE23254D51B7}"/>
              </a:ext>
            </a:extLst>
          </p:cNvPr>
          <p:cNvSpPr>
            <a:spLocks noGrp="1"/>
          </p:cNvSpPr>
          <p:nvPr>
            <p:ph type="body" sz="quarter" idx="20" hasCustomPrompt="1"/>
          </p:nvPr>
        </p:nvSpPr>
        <p:spPr>
          <a:xfrm>
            <a:off x="6201079" y="3250716"/>
            <a:ext cx="2887265" cy="257552"/>
          </a:xfrm>
        </p:spPr>
        <p:txBody>
          <a:bodyPr anchor="ctr">
            <a:noAutofit/>
          </a:bodyPr>
          <a:lstStyle>
            <a:lvl1pPr marL="0" indent="0">
              <a:buNone/>
              <a:defRPr sz="1800">
                <a:solidFill>
                  <a:schemeClr val="tx1"/>
                </a:solidFill>
                <a:latin typeface="+mj-lt"/>
              </a:defRPr>
            </a:lvl1pPr>
          </a:lstStyle>
          <a:p>
            <a:pPr lvl="0"/>
            <a:r>
              <a:rPr lang="fr-FR"/>
              <a:t>Prénom NOM</a:t>
            </a:r>
          </a:p>
        </p:txBody>
      </p:sp>
      <p:sp>
        <p:nvSpPr>
          <p:cNvPr id="28" name="Espace réservé du texte 2">
            <a:extLst>
              <a:ext uri="{FF2B5EF4-FFF2-40B4-BE49-F238E27FC236}">
                <a16:creationId xmlns:a16="http://schemas.microsoft.com/office/drawing/2014/main" id="{BC394DF7-E322-4E8B-9F72-EB76DC3A7305}"/>
              </a:ext>
            </a:extLst>
          </p:cNvPr>
          <p:cNvSpPr>
            <a:spLocks noGrp="1"/>
          </p:cNvSpPr>
          <p:nvPr>
            <p:ph type="body" sz="quarter" idx="21" hasCustomPrompt="1"/>
          </p:nvPr>
        </p:nvSpPr>
        <p:spPr>
          <a:xfrm>
            <a:off x="6200950" y="3779407"/>
            <a:ext cx="2887394" cy="252029"/>
          </a:xfrm>
        </p:spPr>
        <p:txBody>
          <a:bodyPr anchor="ctr">
            <a:noAutofit/>
          </a:bodyPr>
          <a:lstStyle>
            <a:lvl1pPr marL="0" indent="0">
              <a:buNone/>
              <a:defRPr sz="1350">
                <a:solidFill>
                  <a:schemeClr val="tx1"/>
                </a:solidFill>
              </a:defRPr>
            </a:lvl1pPr>
          </a:lstStyle>
          <a:p>
            <a:pPr lvl="0"/>
            <a:r>
              <a:rPr lang="fr-FR"/>
              <a:t>Adresse email</a:t>
            </a:r>
          </a:p>
        </p:txBody>
      </p:sp>
      <p:sp>
        <p:nvSpPr>
          <p:cNvPr id="29" name="Espace réservé pour une image  28">
            <a:extLst>
              <a:ext uri="{FF2B5EF4-FFF2-40B4-BE49-F238E27FC236}">
                <a16:creationId xmlns:a16="http://schemas.microsoft.com/office/drawing/2014/main" id="{0FB520F8-7547-483A-9799-FB0265F8F658}"/>
              </a:ext>
            </a:extLst>
          </p:cNvPr>
          <p:cNvSpPr>
            <a:spLocks noGrp="1"/>
          </p:cNvSpPr>
          <p:nvPr>
            <p:ph type="pic" sz="quarter" idx="22"/>
          </p:nvPr>
        </p:nvSpPr>
        <p:spPr>
          <a:xfrm>
            <a:off x="257478" y="3041411"/>
            <a:ext cx="1223963" cy="1223963"/>
          </a:xfrm>
        </p:spPr>
        <p:txBody>
          <a:bodyPr/>
          <a:lstStyle/>
          <a:p>
            <a:endParaRPr lang="fr-FR"/>
          </a:p>
        </p:txBody>
      </p:sp>
      <p:sp>
        <p:nvSpPr>
          <p:cNvPr id="30" name="Espace réservé pour une image  28">
            <a:extLst>
              <a:ext uri="{FF2B5EF4-FFF2-40B4-BE49-F238E27FC236}">
                <a16:creationId xmlns:a16="http://schemas.microsoft.com/office/drawing/2014/main" id="{344E2336-1D71-4DED-9DDF-F5E00417F3DA}"/>
              </a:ext>
            </a:extLst>
          </p:cNvPr>
          <p:cNvSpPr>
            <a:spLocks noGrp="1"/>
          </p:cNvSpPr>
          <p:nvPr>
            <p:ph type="pic" sz="quarter" idx="23"/>
          </p:nvPr>
        </p:nvSpPr>
        <p:spPr>
          <a:xfrm>
            <a:off x="4835431" y="3041411"/>
            <a:ext cx="1223963" cy="1223963"/>
          </a:xfrm>
        </p:spPr>
        <p:txBody>
          <a:bodyPr/>
          <a:lstStyle/>
          <a:p>
            <a:endParaRPr lang="fr-FR"/>
          </a:p>
        </p:txBody>
      </p:sp>
      <p:pic>
        <p:nvPicPr>
          <p:cNvPr id="31" name="Image 30">
            <a:extLst>
              <a:ext uri="{FF2B5EF4-FFF2-40B4-BE49-F238E27FC236}">
                <a16:creationId xmlns:a16="http://schemas.microsoft.com/office/drawing/2014/main" id="{A1BD2EAB-0289-44E3-B9C6-5905B7E559A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6806" y="4705351"/>
            <a:ext cx="361344" cy="371927"/>
          </a:xfrm>
          <a:prstGeom prst="rect">
            <a:avLst/>
          </a:prstGeom>
        </p:spPr>
      </p:pic>
      <p:pic>
        <p:nvPicPr>
          <p:cNvPr id="21" name="Image 20">
            <a:extLst>
              <a:ext uri="{FF2B5EF4-FFF2-40B4-BE49-F238E27FC236}">
                <a16:creationId xmlns:a16="http://schemas.microsoft.com/office/drawing/2014/main" id="{A279F9FD-62E2-46C0-9738-82AF6EB16D2A}"/>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t="50097"/>
          <a:stretch/>
        </p:blipFill>
        <p:spPr>
          <a:xfrm>
            <a:off x="-1" y="-3125545"/>
            <a:ext cx="9144000" cy="2566772"/>
          </a:xfrm>
          <a:prstGeom prst="rect">
            <a:avLst/>
          </a:prstGeom>
        </p:spPr>
      </p:pic>
      <p:sp>
        <p:nvSpPr>
          <p:cNvPr id="22" name="Rectangle : avec coins arrondis en diagonale 21">
            <a:extLst>
              <a:ext uri="{FF2B5EF4-FFF2-40B4-BE49-F238E27FC236}">
                <a16:creationId xmlns:a16="http://schemas.microsoft.com/office/drawing/2014/main" id="{4B365BDA-52A2-4F63-8587-ABBBE280F041}"/>
              </a:ext>
            </a:extLst>
          </p:cNvPr>
          <p:cNvSpPr/>
          <p:nvPr userDrawn="1"/>
        </p:nvSpPr>
        <p:spPr>
          <a:xfrm>
            <a:off x="-433493" y="-3584189"/>
            <a:ext cx="9730982" cy="3143312"/>
          </a:xfrm>
          <a:prstGeom prst="round2DiagRect">
            <a:avLst>
              <a:gd name="adj1" fmla="val 30483"/>
              <a:gd name="adj2" fmla="val 0"/>
            </a:avLst>
          </a:prstGeom>
          <a:noFill/>
          <a:ln w="441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9" name="Rectangle 8">
            <a:extLst>
              <a:ext uri="{FF2B5EF4-FFF2-40B4-BE49-F238E27FC236}">
                <a16:creationId xmlns:a16="http://schemas.microsoft.com/office/drawing/2014/main" id="{ADDC98DD-EC24-4B9C-9312-81609057637D}"/>
              </a:ext>
            </a:extLst>
          </p:cNvPr>
          <p:cNvSpPr/>
          <p:nvPr userDrawn="1"/>
        </p:nvSpPr>
        <p:spPr>
          <a:xfrm>
            <a:off x="8856616" y="2410097"/>
            <a:ext cx="284117" cy="16194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32" name="Title 1">
            <a:extLst>
              <a:ext uri="{FF2B5EF4-FFF2-40B4-BE49-F238E27FC236}">
                <a16:creationId xmlns:a16="http://schemas.microsoft.com/office/drawing/2014/main" id="{357558AC-0558-46A2-948C-06C4A56D7663}"/>
              </a:ext>
            </a:extLst>
          </p:cNvPr>
          <p:cNvSpPr>
            <a:spLocks noGrp="1"/>
          </p:cNvSpPr>
          <p:nvPr>
            <p:ph type="title" hasCustomPrompt="1"/>
          </p:nvPr>
        </p:nvSpPr>
        <p:spPr>
          <a:xfrm>
            <a:off x="628650" y="15556"/>
            <a:ext cx="7886700" cy="828506"/>
          </a:xfrm>
        </p:spPr>
        <p:txBody>
          <a:bodyPr/>
          <a:lstStyle>
            <a:lvl1pPr algn="ctr">
              <a:defRPr>
                <a:solidFill>
                  <a:schemeClr val="bg1"/>
                </a:solidFill>
              </a:defRPr>
            </a:lvl1pPr>
          </a:lstStyle>
          <a:p>
            <a:r>
              <a:rPr lang="fr-FR"/>
              <a:t>Contacts</a:t>
            </a:r>
            <a:endParaRPr lang="en-US"/>
          </a:p>
        </p:txBody>
      </p:sp>
    </p:spTree>
    <p:extLst>
      <p:ext uri="{BB962C8B-B14F-4D97-AF65-F5344CB8AC3E}">
        <p14:creationId xmlns:p14="http://schemas.microsoft.com/office/powerpoint/2010/main" val="364434036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Quatre contacts - Image">
    <p:spTree>
      <p:nvGrpSpPr>
        <p:cNvPr id="1" name=""/>
        <p:cNvGrpSpPr/>
        <p:nvPr/>
      </p:nvGrpSpPr>
      <p:grpSpPr>
        <a:xfrm>
          <a:off x="0" y="0"/>
          <a:ext cx="0" cy="0"/>
          <a:chOff x="0" y="0"/>
          <a:chExt cx="0" cy="0"/>
        </a:xfrm>
      </p:grpSpPr>
      <p:sp>
        <p:nvSpPr>
          <p:cNvPr id="7" name="Rectangle : avec coins arrondis en diagonale 6">
            <a:extLst>
              <a:ext uri="{FF2B5EF4-FFF2-40B4-BE49-F238E27FC236}">
                <a16:creationId xmlns:a16="http://schemas.microsoft.com/office/drawing/2014/main" id="{EB2EF074-07F3-4B66-AD26-475FB124DBD9}"/>
              </a:ext>
            </a:extLst>
          </p:cNvPr>
          <p:cNvSpPr/>
          <p:nvPr userDrawn="1"/>
        </p:nvSpPr>
        <p:spPr>
          <a:xfrm rot="5400000">
            <a:off x="8705850" y="4705350"/>
            <a:ext cx="438150" cy="43815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4" name="Date Placeholder 3"/>
          <p:cNvSpPr>
            <a:spLocks noGrp="1"/>
          </p:cNvSpPr>
          <p:nvPr>
            <p:ph type="dt" sz="half" idx="10"/>
          </p:nvPr>
        </p:nvSpPr>
        <p:spPr/>
        <p:txBody>
          <a:bodyPr/>
          <a:lstStyle/>
          <a:p>
            <a:fld id="{2B8B315D-1A6B-4A62-AE3F-D0C0DFC1C7BF}" type="datetime1">
              <a:rPr lang="fr-FR" smtClean="0"/>
              <a:t>09/09/2026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a:xfrm>
            <a:off x="8705850" y="4767263"/>
            <a:ext cx="438150" cy="273844"/>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a:p>
        </p:txBody>
      </p:sp>
      <p:pic>
        <p:nvPicPr>
          <p:cNvPr id="3" name="Image 2">
            <a:extLst>
              <a:ext uri="{FF2B5EF4-FFF2-40B4-BE49-F238E27FC236}">
                <a16:creationId xmlns:a16="http://schemas.microsoft.com/office/drawing/2014/main" id="{03B05C0D-F11A-4965-97B6-80A12C632636}"/>
              </a:ext>
            </a:extLst>
          </p:cNvPr>
          <p:cNvPicPr>
            <a:picLocks noChangeAspect="1"/>
          </p:cNvPicPr>
          <p:nvPr userDrawn="1"/>
        </p:nvPicPr>
        <p:blipFill rotWithShape="1">
          <a:blip r:embed="rId2"/>
          <a:srcRect l="11688" t="25529" r="3074" b="9812"/>
          <a:stretch/>
        </p:blipFill>
        <p:spPr>
          <a:xfrm>
            <a:off x="-1" y="-10049"/>
            <a:ext cx="9144001" cy="2250704"/>
          </a:xfrm>
          <a:prstGeom prst="rect">
            <a:avLst/>
          </a:prstGeom>
        </p:spPr>
      </p:pic>
      <p:sp>
        <p:nvSpPr>
          <p:cNvPr id="23" name="Espace réservé du texte 2">
            <a:extLst>
              <a:ext uri="{FF2B5EF4-FFF2-40B4-BE49-F238E27FC236}">
                <a16:creationId xmlns:a16="http://schemas.microsoft.com/office/drawing/2014/main" id="{D09F6D18-2595-4EC1-9B80-17B5DF57B884}"/>
              </a:ext>
            </a:extLst>
          </p:cNvPr>
          <p:cNvSpPr>
            <a:spLocks noGrp="1"/>
          </p:cNvSpPr>
          <p:nvPr>
            <p:ph type="body" sz="quarter" idx="13" hasCustomPrompt="1"/>
          </p:nvPr>
        </p:nvSpPr>
        <p:spPr>
          <a:xfrm>
            <a:off x="1552859" y="2899261"/>
            <a:ext cx="2887394" cy="252029"/>
          </a:xfrm>
        </p:spPr>
        <p:txBody>
          <a:bodyPr anchor="ctr">
            <a:normAutofit/>
          </a:bodyPr>
          <a:lstStyle>
            <a:lvl1pPr marL="0" indent="0">
              <a:buNone/>
              <a:defRPr sz="1350">
                <a:solidFill>
                  <a:schemeClr val="tx1"/>
                </a:solidFill>
              </a:defRPr>
            </a:lvl1pPr>
          </a:lstStyle>
          <a:p>
            <a:pPr lvl="0"/>
            <a:r>
              <a:rPr lang="fr-FR"/>
              <a:t>Poste</a:t>
            </a:r>
          </a:p>
        </p:txBody>
      </p:sp>
      <p:sp>
        <p:nvSpPr>
          <p:cNvPr id="24" name="Espace réservé du texte 7">
            <a:extLst>
              <a:ext uri="{FF2B5EF4-FFF2-40B4-BE49-F238E27FC236}">
                <a16:creationId xmlns:a16="http://schemas.microsoft.com/office/drawing/2014/main" id="{BAA21B26-FA6C-4B3D-8595-10AB27043886}"/>
              </a:ext>
            </a:extLst>
          </p:cNvPr>
          <p:cNvSpPr>
            <a:spLocks noGrp="1"/>
          </p:cNvSpPr>
          <p:nvPr>
            <p:ph type="body" sz="quarter" idx="14" hasCustomPrompt="1"/>
          </p:nvPr>
        </p:nvSpPr>
        <p:spPr>
          <a:xfrm>
            <a:off x="1552987" y="2622598"/>
            <a:ext cx="2887265" cy="257552"/>
          </a:xfrm>
        </p:spPr>
        <p:txBody>
          <a:bodyPr anchor="ctr">
            <a:noAutofit/>
          </a:bodyPr>
          <a:lstStyle>
            <a:lvl1pPr marL="0" indent="0">
              <a:buNone/>
              <a:defRPr sz="1800">
                <a:solidFill>
                  <a:schemeClr val="tx1"/>
                </a:solidFill>
                <a:latin typeface="+mj-lt"/>
              </a:defRPr>
            </a:lvl1pPr>
          </a:lstStyle>
          <a:p>
            <a:pPr lvl="0"/>
            <a:r>
              <a:rPr lang="fr-FR"/>
              <a:t>Prénom NOM</a:t>
            </a:r>
          </a:p>
        </p:txBody>
      </p:sp>
      <p:sp>
        <p:nvSpPr>
          <p:cNvPr id="25" name="Espace réservé du texte 2">
            <a:extLst>
              <a:ext uri="{FF2B5EF4-FFF2-40B4-BE49-F238E27FC236}">
                <a16:creationId xmlns:a16="http://schemas.microsoft.com/office/drawing/2014/main" id="{985867D1-FE95-4111-8DED-B87DFE389D33}"/>
              </a:ext>
            </a:extLst>
          </p:cNvPr>
          <p:cNvSpPr>
            <a:spLocks noGrp="1"/>
          </p:cNvSpPr>
          <p:nvPr>
            <p:ph type="body" sz="quarter" idx="18" hasCustomPrompt="1"/>
          </p:nvPr>
        </p:nvSpPr>
        <p:spPr>
          <a:xfrm>
            <a:off x="1552858" y="3151289"/>
            <a:ext cx="2887394" cy="252029"/>
          </a:xfrm>
        </p:spPr>
        <p:txBody>
          <a:bodyPr anchor="ctr">
            <a:noAutofit/>
          </a:bodyPr>
          <a:lstStyle>
            <a:lvl1pPr marL="0" indent="0">
              <a:buNone/>
              <a:defRPr sz="1350">
                <a:solidFill>
                  <a:schemeClr val="tx1"/>
                </a:solidFill>
              </a:defRPr>
            </a:lvl1pPr>
          </a:lstStyle>
          <a:p>
            <a:pPr lvl="0"/>
            <a:r>
              <a:rPr lang="fr-FR"/>
              <a:t>Adresse email</a:t>
            </a:r>
          </a:p>
        </p:txBody>
      </p:sp>
      <p:sp>
        <p:nvSpPr>
          <p:cNvPr id="26" name="Espace réservé du texte 2">
            <a:extLst>
              <a:ext uri="{FF2B5EF4-FFF2-40B4-BE49-F238E27FC236}">
                <a16:creationId xmlns:a16="http://schemas.microsoft.com/office/drawing/2014/main" id="{0A70E9B7-75C2-4BC2-BDBE-599C6F6DE647}"/>
              </a:ext>
            </a:extLst>
          </p:cNvPr>
          <p:cNvSpPr>
            <a:spLocks noGrp="1"/>
          </p:cNvSpPr>
          <p:nvPr>
            <p:ph type="body" sz="quarter" idx="19" hasCustomPrompt="1"/>
          </p:nvPr>
        </p:nvSpPr>
        <p:spPr>
          <a:xfrm>
            <a:off x="6124860" y="2899261"/>
            <a:ext cx="2887394" cy="252029"/>
          </a:xfrm>
        </p:spPr>
        <p:txBody>
          <a:bodyPr anchor="ctr">
            <a:normAutofit/>
          </a:bodyPr>
          <a:lstStyle>
            <a:lvl1pPr marL="0" indent="0">
              <a:buNone/>
              <a:defRPr sz="1350">
                <a:solidFill>
                  <a:schemeClr val="tx1"/>
                </a:solidFill>
              </a:defRPr>
            </a:lvl1pPr>
          </a:lstStyle>
          <a:p>
            <a:pPr lvl="0"/>
            <a:r>
              <a:rPr lang="fr-FR"/>
              <a:t>Poste</a:t>
            </a:r>
          </a:p>
        </p:txBody>
      </p:sp>
      <p:sp>
        <p:nvSpPr>
          <p:cNvPr id="27" name="Espace réservé du texte 7">
            <a:extLst>
              <a:ext uri="{FF2B5EF4-FFF2-40B4-BE49-F238E27FC236}">
                <a16:creationId xmlns:a16="http://schemas.microsoft.com/office/drawing/2014/main" id="{850ABEA2-D863-4E96-A2D2-DE23254D51B7}"/>
              </a:ext>
            </a:extLst>
          </p:cNvPr>
          <p:cNvSpPr>
            <a:spLocks noGrp="1"/>
          </p:cNvSpPr>
          <p:nvPr>
            <p:ph type="body" sz="quarter" idx="20" hasCustomPrompt="1"/>
          </p:nvPr>
        </p:nvSpPr>
        <p:spPr>
          <a:xfrm>
            <a:off x="6124988" y="2622598"/>
            <a:ext cx="2887265" cy="257552"/>
          </a:xfrm>
        </p:spPr>
        <p:txBody>
          <a:bodyPr anchor="ctr">
            <a:noAutofit/>
          </a:bodyPr>
          <a:lstStyle>
            <a:lvl1pPr marL="0" indent="0">
              <a:buNone/>
              <a:defRPr sz="1800">
                <a:solidFill>
                  <a:schemeClr val="tx1"/>
                </a:solidFill>
                <a:latin typeface="+mj-lt"/>
              </a:defRPr>
            </a:lvl1pPr>
          </a:lstStyle>
          <a:p>
            <a:pPr lvl="0"/>
            <a:r>
              <a:rPr lang="fr-FR"/>
              <a:t>Prénom NOM</a:t>
            </a:r>
          </a:p>
        </p:txBody>
      </p:sp>
      <p:sp>
        <p:nvSpPr>
          <p:cNvPr id="28" name="Espace réservé du texte 2">
            <a:extLst>
              <a:ext uri="{FF2B5EF4-FFF2-40B4-BE49-F238E27FC236}">
                <a16:creationId xmlns:a16="http://schemas.microsoft.com/office/drawing/2014/main" id="{BC394DF7-E322-4E8B-9F72-EB76DC3A7305}"/>
              </a:ext>
            </a:extLst>
          </p:cNvPr>
          <p:cNvSpPr>
            <a:spLocks noGrp="1"/>
          </p:cNvSpPr>
          <p:nvPr>
            <p:ph type="body" sz="quarter" idx="21" hasCustomPrompt="1"/>
          </p:nvPr>
        </p:nvSpPr>
        <p:spPr>
          <a:xfrm>
            <a:off x="6124859" y="3151289"/>
            <a:ext cx="2887394" cy="252029"/>
          </a:xfrm>
        </p:spPr>
        <p:txBody>
          <a:bodyPr anchor="ctr">
            <a:noAutofit/>
          </a:bodyPr>
          <a:lstStyle>
            <a:lvl1pPr marL="0" indent="0">
              <a:buNone/>
              <a:defRPr sz="1350">
                <a:solidFill>
                  <a:schemeClr val="tx1"/>
                </a:solidFill>
              </a:defRPr>
            </a:lvl1pPr>
          </a:lstStyle>
          <a:p>
            <a:pPr lvl="0"/>
            <a:r>
              <a:rPr lang="fr-FR"/>
              <a:t>Adresse email</a:t>
            </a:r>
          </a:p>
        </p:txBody>
      </p:sp>
      <p:sp>
        <p:nvSpPr>
          <p:cNvPr id="29" name="Espace réservé pour une image  28">
            <a:extLst>
              <a:ext uri="{FF2B5EF4-FFF2-40B4-BE49-F238E27FC236}">
                <a16:creationId xmlns:a16="http://schemas.microsoft.com/office/drawing/2014/main" id="{0FB520F8-7547-483A-9799-FB0265F8F658}"/>
              </a:ext>
            </a:extLst>
          </p:cNvPr>
          <p:cNvSpPr>
            <a:spLocks noGrp="1"/>
          </p:cNvSpPr>
          <p:nvPr>
            <p:ph type="pic" sz="quarter" idx="22"/>
          </p:nvPr>
        </p:nvSpPr>
        <p:spPr>
          <a:xfrm>
            <a:off x="453806" y="2546591"/>
            <a:ext cx="957368" cy="957368"/>
          </a:xfrm>
        </p:spPr>
        <p:txBody>
          <a:bodyPr/>
          <a:lstStyle/>
          <a:p>
            <a:endParaRPr lang="fr-FR"/>
          </a:p>
        </p:txBody>
      </p:sp>
      <p:sp>
        <p:nvSpPr>
          <p:cNvPr id="30" name="Espace réservé pour une image  28">
            <a:extLst>
              <a:ext uri="{FF2B5EF4-FFF2-40B4-BE49-F238E27FC236}">
                <a16:creationId xmlns:a16="http://schemas.microsoft.com/office/drawing/2014/main" id="{344E2336-1D71-4DED-9DDF-F5E00417F3DA}"/>
              </a:ext>
            </a:extLst>
          </p:cNvPr>
          <p:cNvSpPr>
            <a:spLocks noGrp="1"/>
          </p:cNvSpPr>
          <p:nvPr>
            <p:ph type="pic" sz="quarter" idx="23"/>
          </p:nvPr>
        </p:nvSpPr>
        <p:spPr>
          <a:xfrm>
            <a:off x="5004269" y="2546591"/>
            <a:ext cx="957368" cy="957368"/>
          </a:xfrm>
        </p:spPr>
        <p:txBody>
          <a:bodyPr/>
          <a:lstStyle/>
          <a:p>
            <a:endParaRPr lang="fr-FR"/>
          </a:p>
        </p:txBody>
      </p:sp>
      <p:pic>
        <p:nvPicPr>
          <p:cNvPr id="31" name="Image 30">
            <a:extLst>
              <a:ext uri="{FF2B5EF4-FFF2-40B4-BE49-F238E27FC236}">
                <a16:creationId xmlns:a16="http://schemas.microsoft.com/office/drawing/2014/main" id="{A1BD2EAB-0289-44E3-B9C6-5905B7E559A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6806" y="4705351"/>
            <a:ext cx="361344" cy="371927"/>
          </a:xfrm>
          <a:prstGeom prst="rect">
            <a:avLst/>
          </a:prstGeom>
        </p:spPr>
      </p:pic>
      <p:sp>
        <p:nvSpPr>
          <p:cNvPr id="33" name="Espace réservé du texte 2">
            <a:extLst>
              <a:ext uri="{FF2B5EF4-FFF2-40B4-BE49-F238E27FC236}">
                <a16:creationId xmlns:a16="http://schemas.microsoft.com/office/drawing/2014/main" id="{B1374249-1500-4F24-8711-5903A6FE0E62}"/>
              </a:ext>
            </a:extLst>
          </p:cNvPr>
          <p:cNvSpPr>
            <a:spLocks noGrp="1"/>
          </p:cNvSpPr>
          <p:nvPr>
            <p:ph type="body" sz="quarter" idx="24" hasCustomPrompt="1"/>
          </p:nvPr>
        </p:nvSpPr>
        <p:spPr>
          <a:xfrm>
            <a:off x="1552859" y="3957269"/>
            <a:ext cx="2887394" cy="252029"/>
          </a:xfrm>
        </p:spPr>
        <p:txBody>
          <a:bodyPr anchor="ctr">
            <a:normAutofit/>
          </a:bodyPr>
          <a:lstStyle>
            <a:lvl1pPr marL="0" indent="0">
              <a:buNone/>
              <a:defRPr sz="1350">
                <a:solidFill>
                  <a:schemeClr val="tx1"/>
                </a:solidFill>
              </a:defRPr>
            </a:lvl1pPr>
          </a:lstStyle>
          <a:p>
            <a:pPr lvl="0"/>
            <a:r>
              <a:rPr lang="fr-FR"/>
              <a:t>Poste</a:t>
            </a:r>
          </a:p>
        </p:txBody>
      </p:sp>
      <p:sp>
        <p:nvSpPr>
          <p:cNvPr id="34" name="Espace réservé du texte 7">
            <a:extLst>
              <a:ext uri="{FF2B5EF4-FFF2-40B4-BE49-F238E27FC236}">
                <a16:creationId xmlns:a16="http://schemas.microsoft.com/office/drawing/2014/main" id="{4350BCF6-2BCF-4D5A-AF50-4FEA33B5A916}"/>
              </a:ext>
            </a:extLst>
          </p:cNvPr>
          <p:cNvSpPr>
            <a:spLocks noGrp="1"/>
          </p:cNvSpPr>
          <p:nvPr>
            <p:ph type="body" sz="quarter" idx="25" hasCustomPrompt="1"/>
          </p:nvPr>
        </p:nvSpPr>
        <p:spPr>
          <a:xfrm>
            <a:off x="1552987" y="3680607"/>
            <a:ext cx="2887265" cy="257552"/>
          </a:xfrm>
        </p:spPr>
        <p:txBody>
          <a:bodyPr anchor="ctr">
            <a:noAutofit/>
          </a:bodyPr>
          <a:lstStyle>
            <a:lvl1pPr marL="0" indent="0">
              <a:buNone/>
              <a:defRPr sz="1800">
                <a:solidFill>
                  <a:schemeClr val="tx1"/>
                </a:solidFill>
                <a:latin typeface="+mj-lt"/>
              </a:defRPr>
            </a:lvl1pPr>
          </a:lstStyle>
          <a:p>
            <a:pPr lvl="0"/>
            <a:r>
              <a:rPr lang="fr-FR"/>
              <a:t>Prénom NOM</a:t>
            </a:r>
          </a:p>
        </p:txBody>
      </p:sp>
      <p:sp>
        <p:nvSpPr>
          <p:cNvPr id="35" name="Espace réservé du texte 2">
            <a:extLst>
              <a:ext uri="{FF2B5EF4-FFF2-40B4-BE49-F238E27FC236}">
                <a16:creationId xmlns:a16="http://schemas.microsoft.com/office/drawing/2014/main" id="{EC68462F-C8AC-42F8-8533-DDFF4F811227}"/>
              </a:ext>
            </a:extLst>
          </p:cNvPr>
          <p:cNvSpPr>
            <a:spLocks noGrp="1"/>
          </p:cNvSpPr>
          <p:nvPr>
            <p:ph type="body" sz="quarter" idx="26" hasCustomPrompt="1"/>
          </p:nvPr>
        </p:nvSpPr>
        <p:spPr>
          <a:xfrm>
            <a:off x="1552858" y="4209298"/>
            <a:ext cx="2887394" cy="252029"/>
          </a:xfrm>
        </p:spPr>
        <p:txBody>
          <a:bodyPr anchor="ctr">
            <a:noAutofit/>
          </a:bodyPr>
          <a:lstStyle>
            <a:lvl1pPr marL="0" indent="0">
              <a:buNone/>
              <a:defRPr sz="1350">
                <a:solidFill>
                  <a:schemeClr val="tx1"/>
                </a:solidFill>
              </a:defRPr>
            </a:lvl1pPr>
          </a:lstStyle>
          <a:p>
            <a:pPr lvl="0"/>
            <a:r>
              <a:rPr lang="fr-FR"/>
              <a:t>Adresse email</a:t>
            </a:r>
          </a:p>
        </p:txBody>
      </p:sp>
      <p:sp>
        <p:nvSpPr>
          <p:cNvPr id="36" name="Espace réservé du texte 2">
            <a:extLst>
              <a:ext uri="{FF2B5EF4-FFF2-40B4-BE49-F238E27FC236}">
                <a16:creationId xmlns:a16="http://schemas.microsoft.com/office/drawing/2014/main" id="{81447CA9-FB5B-4187-8F4D-93B41DA3A967}"/>
              </a:ext>
            </a:extLst>
          </p:cNvPr>
          <p:cNvSpPr>
            <a:spLocks noGrp="1"/>
          </p:cNvSpPr>
          <p:nvPr>
            <p:ph type="body" sz="quarter" idx="27" hasCustomPrompt="1"/>
          </p:nvPr>
        </p:nvSpPr>
        <p:spPr>
          <a:xfrm>
            <a:off x="6124860" y="3957269"/>
            <a:ext cx="2887394" cy="252029"/>
          </a:xfrm>
        </p:spPr>
        <p:txBody>
          <a:bodyPr anchor="ctr">
            <a:normAutofit/>
          </a:bodyPr>
          <a:lstStyle>
            <a:lvl1pPr marL="0" indent="0">
              <a:buNone/>
              <a:defRPr sz="1350">
                <a:solidFill>
                  <a:schemeClr val="tx1"/>
                </a:solidFill>
              </a:defRPr>
            </a:lvl1pPr>
          </a:lstStyle>
          <a:p>
            <a:pPr lvl="0"/>
            <a:r>
              <a:rPr lang="fr-FR"/>
              <a:t>Poste</a:t>
            </a:r>
          </a:p>
        </p:txBody>
      </p:sp>
      <p:sp>
        <p:nvSpPr>
          <p:cNvPr id="37" name="Espace réservé du texte 7">
            <a:extLst>
              <a:ext uri="{FF2B5EF4-FFF2-40B4-BE49-F238E27FC236}">
                <a16:creationId xmlns:a16="http://schemas.microsoft.com/office/drawing/2014/main" id="{0F73E60B-42C2-4A34-ACC9-C7088B78525C}"/>
              </a:ext>
            </a:extLst>
          </p:cNvPr>
          <p:cNvSpPr>
            <a:spLocks noGrp="1"/>
          </p:cNvSpPr>
          <p:nvPr>
            <p:ph type="body" sz="quarter" idx="28" hasCustomPrompt="1"/>
          </p:nvPr>
        </p:nvSpPr>
        <p:spPr>
          <a:xfrm>
            <a:off x="6124988" y="3680607"/>
            <a:ext cx="2887265" cy="257552"/>
          </a:xfrm>
        </p:spPr>
        <p:txBody>
          <a:bodyPr anchor="ctr">
            <a:noAutofit/>
          </a:bodyPr>
          <a:lstStyle>
            <a:lvl1pPr marL="0" indent="0">
              <a:buNone/>
              <a:defRPr sz="1800">
                <a:solidFill>
                  <a:schemeClr val="tx1"/>
                </a:solidFill>
                <a:latin typeface="+mj-lt"/>
              </a:defRPr>
            </a:lvl1pPr>
          </a:lstStyle>
          <a:p>
            <a:pPr lvl="0"/>
            <a:r>
              <a:rPr lang="fr-FR"/>
              <a:t>Prénom NOM</a:t>
            </a:r>
          </a:p>
        </p:txBody>
      </p:sp>
      <p:sp>
        <p:nvSpPr>
          <p:cNvPr id="38" name="Espace réservé du texte 2">
            <a:extLst>
              <a:ext uri="{FF2B5EF4-FFF2-40B4-BE49-F238E27FC236}">
                <a16:creationId xmlns:a16="http://schemas.microsoft.com/office/drawing/2014/main" id="{49C3B38D-2793-42D0-BF50-D85E7583DF0C}"/>
              </a:ext>
            </a:extLst>
          </p:cNvPr>
          <p:cNvSpPr>
            <a:spLocks noGrp="1"/>
          </p:cNvSpPr>
          <p:nvPr>
            <p:ph type="body" sz="quarter" idx="29" hasCustomPrompt="1"/>
          </p:nvPr>
        </p:nvSpPr>
        <p:spPr>
          <a:xfrm>
            <a:off x="6124859" y="4209298"/>
            <a:ext cx="2887394" cy="252029"/>
          </a:xfrm>
        </p:spPr>
        <p:txBody>
          <a:bodyPr anchor="ctr">
            <a:noAutofit/>
          </a:bodyPr>
          <a:lstStyle>
            <a:lvl1pPr marL="0" indent="0">
              <a:buNone/>
              <a:defRPr sz="1350">
                <a:solidFill>
                  <a:schemeClr val="tx1"/>
                </a:solidFill>
              </a:defRPr>
            </a:lvl1pPr>
          </a:lstStyle>
          <a:p>
            <a:pPr lvl="0"/>
            <a:r>
              <a:rPr lang="fr-FR"/>
              <a:t>Adresse email</a:t>
            </a:r>
          </a:p>
        </p:txBody>
      </p:sp>
      <p:sp>
        <p:nvSpPr>
          <p:cNvPr id="39" name="Espace réservé pour une image  28">
            <a:extLst>
              <a:ext uri="{FF2B5EF4-FFF2-40B4-BE49-F238E27FC236}">
                <a16:creationId xmlns:a16="http://schemas.microsoft.com/office/drawing/2014/main" id="{025A7EE3-A293-4CE5-A296-6F6C0675A4D8}"/>
              </a:ext>
            </a:extLst>
          </p:cNvPr>
          <p:cNvSpPr>
            <a:spLocks noGrp="1"/>
          </p:cNvSpPr>
          <p:nvPr>
            <p:ph type="pic" sz="quarter" idx="30"/>
          </p:nvPr>
        </p:nvSpPr>
        <p:spPr>
          <a:xfrm>
            <a:off x="453806" y="3604600"/>
            <a:ext cx="957368" cy="957368"/>
          </a:xfrm>
        </p:spPr>
        <p:txBody>
          <a:bodyPr/>
          <a:lstStyle/>
          <a:p>
            <a:endParaRPr lang="fr-FR"/>
          </a:p>
        </p:txBody>
      </p:sp>
      <p:sp>
        <p:nvSpPr>
          <p:cNvPr id="40" name="Espace réservé pour une image  28">
            <a:extLst>
              <a:ext uri="{FF2B5EF4-FFF2-40B4-BE49-F238E27FC236}">
                <a16:creationId xmlns:a16="http://schemas.microsoft.com/office/drawing/2014/main" id="{58B8FE86-86C1-441B-A9E1-7F56F7FE16CD}"/>
              </a:ext>
            </a:extLst>
          </p:cNvPr>
          <p:cNvSpPr>
            <a:spLocks noGrp="1"/>
          </p:cNvSpPr>
          <p:nvPr>
            <p:ph type="pic" sz="quarter" idx="31"/>
          </p:nvPr>
        </p:nvSpPr>
        <p:spPr>
          <a:xfrm>
            <a:off x="5004269" y="3604600"/>
            <a:ext cx="957368" cy="957368"/>
          </a:xfrm>
        </p:spPr>
        <p:txBody>
          <a:bodyPr/>
          <a:lstStyle/>
          <a:p>
            <a:endParaRPr lang="fr-FR"/>
          </a:p>
        </p:txBody>
      </p:sp>
    </p:spTree>
    <p:extLst>
      <p:ext uri="{BB962C8B-B14F-4D97-AF65-F5344CB8AC3E}">
        <p14:creationId xmlns:p14="http://schemas.microsoft.com/office/powerpoint/2010/main" val="237429826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Quatre contacts - Simple">
    <p:spTree>
      <p:nvGrpSpPr>
        <p:cNvPr id="1" name=""/>
        <p:cNvGrpSpPr/>
        <p:nvPr/>
      </p:nvGrpSpPr>
      <p:grpSpPr>
        <a:xfrm>
          <a:off x="0" y="0"/>
          <a:ext cx="0" cy="0"/>
          <a:chOff x="0" y="0"/>
          <a:chExt cx="0" cy="0"/>
        </a:xfrm>
      </p:grpSpPr>
      <p:pic>
        <p:nvPicPr>
          <p:cNvPr id="32" name="Image 31">
            <a:extLst>
              <a:ext uri="{FF2B5EF4-FFF2-40B4-BE49-F238E27FC236}">
                <a16:creationId xmlns:a16="http://schemas.microsoft.com/office/drawing/2014/main" id="{3DFACCEE-0CE1-4E75-B770-B95542F71F9F}"/>
              </a:ext>
            </a:extLst>
          </p:cNvPr>
          <p:cNvPicPr>
            <a:picLocks noChangeAspect="1"/>
          </p:cNvPicPr>
          <p:nvPr userDrawn="1"/>
        </p:nvPicPr>
        <p:blipFill rotWithShape="1">
          <a:blip r:embed="rId2"/>
          <a:srcRect l="6023" t="26357" r="3307" b="9015"/>
          <a:stretch/>
        </p:blipFill>
        <p:spPr>
          <a:xfrm>
            <a:off x="-1" y="0"/>
            <a:ext cx="9144001" cy="2250545"/>
          </a:xfrm>
          <a:prstGeom prst="rect">
            <a:avLst/>
          </a:prstGeom>
        </p:spPr>
      </p:pic>
      <p:sp>
        <p:nvSpPr>
          <p:cNvPr id="7" name="Rectangle : avec coins arrondis en diagonale 6">
            <a:extLst>
              <a:ext uri="{FF2B5EF4-FFF2-40B4-BE49-F238E27FC236}">
                <a16:creationId xmlns:a16="http://schemas.microsoft.com/office/drawing/2014/main" id="{EB2EF074-07F3-4B66-AD26-475FB124DBD9}"/>
              </a:ext>
            </a:extLst>
          </p:cNvPr>
          <p:cNvSpPr/>
          <p:nvPr userDrawn="1"/>
        </p:nvSpPr>
        <p:spPr>
          <a:xfrm rot="5400000">
            <a:off x="8705850" y="4705350"/>
            <a:ext cx="438150" cy="43815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4" name="Date Placeholder 3"/>
          <p:cNvSpPr>
            <a:spLocks noGrp="1"/>
          </p:cNvSpPr>
          <p:nvPr>
            <p:ph type="dt" sz="half" idx="10"/>
          </p:nvPr>
        </p:nvSpPr>
        <p:spPr/>
        <p:txBody>
          <a:bodyPr/>
          <a:lstStyle/>
          <a:p>
            <a:fld id="{2B8B315D-1A6B-4A62-AE3F-D0C0DFC1C7BF}" type="datetime1">
              <a:rPr lang="fr-FR" smtClean="0"/>
              <a:t>09/09/2026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a:xfrm>
            <a:off x="8705850" y="4767263"/>
            <a:ext cx="438150" cy="273844"/>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a:p>
        </p:txBody>
      </p:sp>
      <p:sp>
        <p:nvSpPr>
          <p:cNvPr id="23" name="Espace réservé du texte 2">
            <a:extLst>
              <a:ext uri="{FF2B5EF4-FFF2-40B4-BE49-F238E27FC236}">
                <a16:creationId xmlns:a16="http://schemas.microsoft.com/office/drawing/2014/main" id="{D09F6D18-2595-4EC1-9B80-17B5DF57B884}"/>
              </a:ext>
            </a:extLst>
          </p:cNvPr>
          <p:cNvSpPr>
            <a:spLocks noGrp="1"/>
          </p:cNvSpPr>
          <p:nvPr>
            <p:ph type="body" sz="quarter" idx="13" hasCustomPrompt="1"/>
          </p:nvPr>
        </p:nvSpPr>
        <p:spPr>
          <a:xfrm>
            <a:off x="1552859" y="2899261"/>
            <a:ext cx="2887394" cy="252029"/>
          </a:xfrm>
        </p:spPr>
        <p:txBody>
          <a:bodyPr anchor="ctr">
            <a:normAutofit/>
          </a:bodyPr>
          <a:lstStyle>
            <a:lvl1pPr marL="0" indent="0">
              <a:buNone/>
              <a:defRPr sz="1350">
                <a:solidFill>
                  <a:schemeClr val="tx1"/>
                </a:solidFill>
              </a:defRPr>
            </a:lvl1pPr>
          </a:lstStyle>
          <a:p>
            <a:pPr lvl="0"/>
            <a:r>
              <a:rPr lang="fr-FR"/>
              <a:t>Poste</a:t>
            </a:r>
          </a:p>
        </p:txBody>
      </p:sp>
      <p:sp>
        <p:nvSpPr>
          <p:cNvPr id="24" name="Espace réservé du texte 7">
            <a:extLst>
              <a:ext uri="{FF2B5EF4-FFF2-40B4-BE49-F238E27FC236}">
                <a16:creationId xmlns:a16="http://schemas.microsoft.com/office/drawing/2014/main" id="{BAA21B26-FA6C-4B3D-8595-10AB27043886}"/>
              </a:ext>
            </a:extLst>
          </p:cNvPr>
          <p:cNvSpPr>
            <a:spLocks noGrp="1"/>
          </p:cNvSpPr>
          <p:nvPr>
            <p:ph type="body" sz="quarter" idx="14" hasCustomPrompt="1"/>
          </p:nvPr>
        </p:nvSpPr>
        <p:spPr>
          <a:xfrm>
            <a:off x="1552987" y="2622598"/>
            <a:ext cx="2887265" cy="257552"/>
          </a:xfrm>
        </p:spPr>
        <p:txBody>
          <a:bodyPr anchor="ctr">
            <a:noAutofit/>
          </a:bodyPr>
          <a:lstStyle>
            <a:lvl1pPr marL="0" indent="0">
              <a:buNone/>
              <a:defRPr sz="1800">
                <a:solidFill>
                  <a:schemeClr val="tx1"/>
                </a:solidFill>
                <a:latin typeface="+mj-lt"/>
              </a:defRPr>
            </a:lvl1pPr>
          </a:lstStyle>
          <a:p>
            <a:pPr lvl="0"/>
            <a:r>
              <a:rPr lang="fr-FR"/>
              <a:t>Prénom NOM</a:t>
            </a:r>
          </a:p>
        </p:txBody>
      </p:sp>
      <p:sp>
        <p:nvSpPr>
          <p:cNvPr id="25" name="Espace réservé du texte 2">
            <a:extLst>
              <a:ext uri="{FF2B5EF4-FFF2-40B4-BE49-F238E27FC236}">
                <a16:creationId xmlns:a16="http://schemas.microsoft.com/office/drawing/2014/main" id="{985867D1-FE95-4111-8DED-B87DFE389D33}"/>
              </a:ext>
            </a:extLst>
          </p:cNvPr>
          <p:cNvSpPr>
            <a:spLocks noGrp="1"/>
          </p:cNvSpPr>
          <p:nvPr>
            <p:ph type="body" sz="quarter" idx="18" hasCustomPrompt="1"/>
          </p:nvPr>
        </p:nvSpPr>
        <p:spPr>
          <a:xfrm>
            <a:off x="1552858" y="3151289"/>
            <a:ext cx="2887394" cy="252029"/>
          </a:xfrm>
        </p:spPr>
        <p:txBody>
          <a:bodyPr anchor="ctr">
            <a:noAutofit/>
          </a:bodyPr>
          <a:lstStyle>
            <a:lvl1pPr marL="0" indent="0">
              <a:buNone/>
              <a:defRPr sz="1350">
                <a:solidFill>
                  <a:schemeClr val="tx1"/>
                </a:solidFill>
              </a:defRPr>
            </a:lvl1pPr>
          </a:lstStyle>
          <a:p>
            <a:pPr lvl="0"/>
            <a:r>
              <a:rPr lang="fr-FR"/>
              <a:t>Adresse email</a:t>
            </a:r>
          </a:p>
        </p:txBody>
      </p:sp>
      <p:sp>
        <p:nvSpPr>
          <p:cNvPr id="26" name="Espace réservé du texte 2">
            <a:extLst>
              <a:ext uri="{FF2B5EF4-FFF2-40B4-BE49-F238E27FC236}">
                <a16:creationId xmlns:a16="http://schemas.microsoft.com/office/drawing/2014/main" id="{0A70E9B7-75C2-4BC2-BDBE-599C6F6DE647}"/>
              </a:ext>
            </a:extLst>
          </p:cNvPr>
          <p:cNvSpPr>
            <a:spLocks noGrp="1"/>
          </p:cNvSpPr>
          <p:nvPr>
            <p:ph type="body" sz="quarter" idx="19" hasCustomPrompt="1"/>
          </p:nvPr>
        </p:nvSpPr>
        <p:spPr>
          <a:xfrm>
            <a:off x="6124860" y="2899261"/>
            <a:ext cx="2887394" cy="252029"/>
          </a:xfrm>
        </p:spPr>
        <p:txBody>
          <a:bodyPr anchor="ctr">
            <a:normAutofit/>
          </a:bodyPr>
          <a:lstStyle>
            <a:lvl1pPr marL="0" indent="0">
              <a:buNone/>
              <a:defRPr sz="1350">
                <a:solidFill>
                  <a:schemeClr val="tx1"/>
                </a:solidFill>
              </a:defRPr>
            </a:lvl1pPr>
          </a:lstStyle>
          <a:p>
            <a:pPr lvl="0"/>
            <a:r>
              <a:rPr lang="fr-FR"/>
              <a:t>Poste</a:t>
            </a:r>
          </a:p>
        </p:txBody>
      </p:sp>
      <p:sp>
        <p:nvSpPr>
          <p:cNvPr id="27" name="Espace réservé du texte 7">
            <a:extLst>
              <a:ext uri="{FF2B5EF4-FFF2-40B4-BE49-F238E27FC236}">
                <a16:creationId xmlns:a16="http://schemas.microsoft.com/office/drawing/2014/main" id="{850ABEA2-D863-4E96-A2D2-DE23254D51B7}"/>
              </a:ext>
            </a:extLst>
          </p:cNvPr>
          <p:cNvSpPr>
            <a:spLocks noGrp="1"/>
          </p:cNvSpPr>
          <p:nvPr>
            <p:ph type="body" sz="quarter" idx="20" hasCustomPrompt="1"/>
          </p:nvPr>
        </p:nvSpPr>
        <p:spPr>
          <a:xfrm>
            <a:off x="6124988" y="2622598"/>
            <a:ext cx="2887265" cy="257552"/>
          </a:xfrm>
        </p:spPr>
        <p:txBody>
          <a:bodyPr anchor="ctr">
            <a:noAutofit/>
          </a:bodyPr>
          <a:lstStyle>
            <a:lvl1pPr marL="0" indent="0">
              <a:buNone/>
              <a:defRPr sz="1800">
                <a:solidFill>
                  <a:schemeClr val="tx1"/>
                </a:solidFill>
                <a:latin typeface="+mj-lt"/>
              </a:defRPr>
            </a:lvl1pPr>
          </a:lstStyle>
          <a:p>
            <a:pPr lvl="0"/>
            <a:r>
              <a:rPr lang="fr-FR"/>
              <a:t>Prénom NOM</a:t>
            </a:r>
          </a:p>
        </p:txBody>
      </p:sp>
      <p:sp>
        <p:nvSpPr>
          <p:cNvPr id="28" name="Espace réservé du texte 2">
            <a:extLst>
              <a:ext uri="{FF2B5EF4-FFF2-40B4-BE49-F238E27FC236}">
                <a16:creationId xmlns:a16="http://schemas.microsoft.com/office/drawing/2014/main" id="{BC394DF7-E322-4E8B-9F72-EB76DC3A7305}"/>
              </a:ext>
            </a:extLst>
          </p:cNvPr>
          <p:cNvSpPr>
            <a:spLocks noGrp="1"/>
          </p:cNvSpPr>
          <p:nvPr>
            <p:ph type="body" sz="quarter" idx="21" hasCustomPrompt="1"/>
          </p:nvPr>
        </p:nvSpPr>
        <p:spPr>
          <a:xfrm>
            <a:off x="6124859" y="3151289"/>
            <a:ext cx="2887394" cy="252029"/>
          </a:xfrm>
        </p:spPr>
        <p:txBody>
          <a:bodyPr anchor="ctr">
            <a:noAutofit/>
          </a:bodyPr>
          <a:lstStyle>
            <a:lvl1pPr marL="0" indent="0">
              <a:buNone/>
              <a:defRPr sz="1350">
                <a:solidFill>
                  <a:schemeClr val="tx1"/>
                </a:solidFill>
              </a:defRPr>
            </a:lvl1pPr>
          </a:lstStyle>
          <a:p>
            <a:pPr lvl="0"/>
            <a:r>
              <a:rPr lang="fr-FR"/>
              <a:t>Adresse email</a:t>
            </a:r>
          </a:p>
        </p:txBody>
      </p:sp>
      <p:sp>
        <p:nvSpPr>
          <p:cNvPr id="29" name="Espace réservé pour une image  28">
            <a:extLst>
              <a:ext uri="{FF2B5EF4-FFF2-40B4-BE49-F238E27FC236}">
                <a16:creationId xmlns:a16="http://schemas.microsoft.com/office/drawing/2014/main" id="{0FB520F8-7547-483A-9799-FB0265F8F658}"/>
              </a:ext>
            </a:extLst>
          </p:cNvPr>
          <p:cNvSpPr>
            <a:spLocks noGrp="1"/>
          </p:cNvSpPr>
          <p:nvPr>
            <p:ph type="pic" sz="quarter" idx="22"/>
          </p:nvPr>
        </p:nvSpPr>
        <p:spPr>
          <a:xfrm>
            <a:off x="453806" y="2546591"/>
            <a:ext cx="957368" cy="957368"/>
          </a:xfrm>
        </p:spPr>
        <p:txBody>
          <a:bodyPr/>
          <a:lstStyle/>
          <a:p>
            <a:endParaRPr lang="fr-FR"/>
          </a:p>
        </p:txBody>
      </p:sp>
      <p:sp>
        <p:nvSpPr>
          <p:cNvPr id="30" name="Espace réservé pour une image  28">
            <a:extLst>
              <a:ext uri="{FF2B5EF4-FFF2-40B4-BE49-F238E27FC236}">
                <a16:creationId xmlns:a16="http://schemas.microsoft.com/office/drawing/2014/main" id="{344E2336-1D71-4DED-9DDF-F5E00417F3DA}"/>
              </a:ext>
            </a:extLst>
          </p:cNvPr>
          <p:cNvSpPr>
            <a:spLocks noGrp="1"/>
          </p:cNvSpPr>
          <p:nvPr>
            <p:ph type="pic" sz="quarter" idx="23"/>
          </p:nvPr>
        </p:nvSpPr>
        <p:spPr>
          <a:xfrm>
            <a:off x="5004269" y="2546591"/>
            <a:ext cx="957368" cy="957368"/>
          </a:xfrm>
        </p:spPr>
        <p:txBody>
          <a:bodyPr/>
          <a:lstStyle/>
          <a:p>
            <a:endParaRPr lang="fr-FR"/>
          </a:p>
        </p:txBody>
      </p:sp>
      <p:pic>
        <p:nvPicPr>
          <p:cNvPr id="31" name="Image 30">
            <a:extLst>
              <a:ext uri="{FF2B5EF4-FFF2-40B4-BE49-F238E27FC236}">
                <a16:creationId xmlns:a16="http://schemas.microsoft.com/office/drawing/2014/main" id="{A1BD2EAB-0289-44E3-B9C6-5905B7E559A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6806" y="4705351"/>
            <a:ext cx="361344" cy="371927"/>
          </a:xfrm>
          <a:prstGeom prst="rect">
            <a:avLst/>
          </a:prstGeom>
        </p:spPr>
      </p:pic>
      <p:sp>
        <p:nvSpPr>
          <p:cNvPr id="33" name="Espace réservé du texte 2">
            <a:extLst>
              <a:ext uri="{FF2B5EF4-FFF2-40B4-BE49-F238E27FC236}">
                <a16:creationId xmlns:a16="http://schemas.microsoft.com/office/drawing/2014/main" id="{B1374249-1500-4F24-8711-5903A6FE0E62}"/>
              </a:ext>
            </a:extLst>
          </p:cNvPr>
          <p:cNvSpPr>
            <a:spLocks noGrp="1"/>
          </p:cNvSpPr>
          <p:nvPr>
            <p:ph type="body" sz="quarter" idx="24" hasCustomPrompt="1"/>
          </p:nvPr>
        </p:nvSpPr>
        <p:spPr>
          <a:xfrm>
            <a:off x="1552859" y="3957269"/>
            <a:ext cx="2887394" cy="252029"/>
          </a:xfrm>
        </p:spPr>
        <p:txBody>
          <a:bodyPr anchor="ctr">
            <a:normAutofit/>
          </a:bodyPr>
          <a:lstStyle>
            <a:lvl1pPr marL="0" indent="0">
              <a:buNone/>
              <a:defRPr sz="1350">
                <a:solidFill>
                  <a:schemeClr val="tx1"/>
                </a:solidFill>
              </a:defRPr>
            </a:lvl1pPr>
          </a:lstStyle>
          <a:p>
            <a:pPr lvl="0"/>
            <a:r>
              <a:rPr lang="fr-FR"/>
              <a:t>Poste</a:t>
            </a:r>
          </a:p>
        </p:txBody>
      </p:sp>
      <p:sp>
        <p:nvSpPr>
          <p:cNvPr id="34" name="Espace réservé du texte 7">
            <a:extLst>
              <a:ext uri="{FF2B5EF4-FFF2-40B4-BE49-F238E27FC236}">
                <a16:creationId xmlns:a16="http://schemas.microsoft.com/office/drawing/2014/main" id="{4350BCF6-2BCF-4D5A-AF50-4FEA33B5A916}"/>
              </a:ext>
            </a:extLst>
          </p:cNvPr>
          <p:cNvSpPr>
            <a:spLocks noGrp="1"/>
          </p:cNvSpPr>
          <p:nvPr>
            <p:ph type="body" sz="quarter" idx="25" hasCustomPrompt="1"/>
          </p:nvPr>
        </p:nvSpPr>
        <p:spPr>
          <a:xfrm>
            <a:off x="1552987" y="3680607"/>
            <a:ext cx="2887265" cy="257552"/>
          </a:xfrm>
        </p:spPr>
        <p:txBody>
          <a:bodyPr anchor="ctr">
            <a:noAutofit/>
          </a:bodyPr>
          <a:lstStyle>
            <a:lvl1pPr marL="0" indent="0">
              <a:buNone/>
              <a:defRPr sz="1800">
                <a:solidFill>
                  <a:schemeClr val="tx1"/>
                </a:solidFill>
                <a:latin typeface="+mj-lt"/>
              </a:defRPr>
            </a:lvl1pPr>
          </a:lstStyle>
          <a:p>
            <a:pPr lvl="0"/>
            <a:r>
              <a:rPr lang="fr-FR"/>
              <a:t>Prénom NOM</a:t>
            </a:r>
          </a:p>
        </p:txBody>
      </p:sp>
      <p:sp>
        <p:nvSpPr>
          <p:cNvPr id="35" name="Espace réservé du texte 2">
            <a:extLst>
              <a:ext uri="{FF2B5EF4-FFF2-40B4-BE49-F238E27FC236}">
                <a16:creationId xmlns:a16="http://schemas.microsoft.com/office/drawing/2014/main" id="{EC68462F-C8AC-42F8-8533-DDFF4F811227}"/>
              </a:ext>
            </a:extLst>
          </p:cNvPr>
          <p:cNvSpPr>
            <a:spLocks noGrp="1"/>
          </p:cNvSpPr>
          <p:nvPr>
            <p:ph type="body" sz="quarter" idx="26" hasCustomPrompt="1"/>
          </p:nvPr>
        </p:nvSpPr>
        <p:spPr>
          <a:xfrm>
            <a:off x="1552858" y="4209298"/>
            <a:ext cx="2887394" cy="252029"/>
          </a:xfrm>
        </p:spPr>
        <p:txBody>
          <a:bodyPr anchor="ctr">
            <a:noAutofit/>
          </a:bodyPr>
          <a:lstStyle>
            <a:lvl1pPr marL="0" indent="0">
              <a:buNone/>
              <a:defRPr sz="1350">
                <a:solidFill>
                  <a:schemeClr val="tx1"/>
                </a:solidFill>
              </a:defRPr>
            </a:lvl1pPr>
          </a:lstStyle>
          <a:p>
            <a:pPr lvl="0"/>
            <a:r>
              <a:rPr lang="fr-FR"/>
              <a:t>Adresse email</a:t>
            </a:r>
          </a:p>
        </p:txBody>
      </p:sp>
      <p:sp>
        <p:nvSpPr>
          <p:cNvPr id="36" name="Espace réservé du texte 2">
            <a:extLst>
              <a:ext uri="{FF2B5EF4-FFF2-40B4-BE49-F238E27FC236}">
                <a16:creationId xmlns:a16="http://schemas.microsoft.com/office/drawing/2014/main" id="{81447CA9-FB5B-4187-8F4D-93B41DA3A967}"/>
              </a:ext>
            </a:extLst>
          </p:cNvPr>
          <p:cNvSpPr>
            <a:spLocks noGrp="1"/>
          </p:cNvSpPr>
          <p:nvPr>
            <p:ph type="body" sz="quarter" idx="27" hasCustomPrompt="1"/>
          </p:nvPr>
        </p:nvSpPr>
        <p:spPr>
          <a:xfrm>
            <a:off x="6124860" y="3957269"/>
            <a:ext cx="2887394" cy="252029"/>
          </a:xfrm>
        </p:spPr>
        <p:txBody>
          <a:bodyPr anchor="ctr">
            <a:normAutofit/>
          </a:bodyPr>
          <a:lstStyle>
            <a:lvl1pPr marL="0" indent="0">
              <a:buNone/>
              <a:defRPr sz="1350">
                <a:solidFill>
                  <a:schemeClr val="tx1"/>
                </a:solidFill>
              </a:defRPr>
            </a:lvl1pPr>
          </a:lstStyle>
          <a:p>
            <a:pPr lvl="0"/>
            <a:r>
              <a:rPr lang="fr-FR"/>
              <a:t>Poste</a:t>
            </a:r>
          </a:p>
        </p:txBody>
      </p:sp>
      <p:sp>
        <p:nvSpPr>
          <p:cNvPr id="37" name="Espace réservé du texte 7">
            <a:extLst>
              <a:ext uri="{FF2B5EF4-FFF2-40B4-BE49-F238E27FC236}">
                <a16:creationId xmlns:a16="http://schemas.microsoft.com/office/drawing/2014/main" id="{0F73E60B-42C2-4A34-ACC9-C7088B78525C}"/>
              </a:ext>
            </a:extLst>
          </p:cNvPr>
          <p:cNvSpPr>
            <a:spLocks noGrp="1"/>
          </p:cNvSpPr>
          <p:nvPr>
            <p:ph type="body" sz="quarter" idx="28" hasCustomPrompt="1"/>
          </p:nvPr>
        </p:nvSpPr>
        <p:spPr>
          <a:xfrm>
            <a:off x="6124988" y="3680607"/>
            <a:ext cx="2887265" cy="257552"/>
          </a:xfrm>
        </p:spPr>
        <p:txBody>
          <a:bodyPr anchor="ctr">
            <a:noAutofit/>
          </a:bodyPr>
          <a:lstStyle>
            <a:lvl1pPr marL="0" indent="0">
              <a:buNone/>
              <a:defRPr sz="1800">
                <a:solidFill>
                  <a:schemeClr val="tx1"/>
                </a:solidFill>
                <a:latin typeface="+mj-lt"/>
              </a:defRPr>
            </a:lvl1pPr>
          </a:lstStyle>
          <a:p>
            <a:pPr lvl="0"/>
            <a:r>
              <a:rPr lang="fr-FR"/>
              <a:t>Prénom NOM</a:t>
            </a:r>
          </a:p>
        </p:txBody>
      </p:sp>
      <p:sp>
        <p:nvSpPr>
          <p:cNvPr id="38" name="Espace réservé du texte 2">
            <a:extLst>
              <a:ext uri="{FF2B5EF4-FFF2-40B4-BE49-F238E27FC236}">
                <a16:creationId xmlns:a16="http://schemas.microsoft.com/office/drawing/2014/main" id="{49C3B38D-2793-42D0-BF50-D85E7583DF0C}"/>
              </a:ext>
            </a:extLst>
          </p:cNvPr>
          <p:cNvSpPr>
            <a:spLocks noGrp="1"/>
          </p:cNvSpPr>
          <p:nvPr>
            <p:ph type="body" sz="quarter" idx="29" hasCustomPrompt="1"/>
          </p:nvPr>
        </p:nvSpPr>
        <p:spPr>
          <a:xfrm>
            <a:off x="6124859" y="4209298"/>
            <a:ext cx="2887394" cy="252029"/>
          </a:xfrm>
        </p:spPr>
        <p:txBody>
          <a:bodyPr anchor="ctr">
            <a:noAutofit/>
          </a:bodyPr>
          <a:lstStyle>
            <a:lvl1pPr marL="0" indent="0">
              <a:buNone/>
              <a:defRPr sz="1350">
                <a:solidFill>
                  <a:schemeClr val="tx1"/>
                </a:solidFill>
              </a:defRPr>
            </a:lvl1pPr>
          </a:lstStyle>
          <a:p>
            <a:pPr lvl="0"/>
            <a:r>
              <a:rPr lang="fr-FR"/>
              <a:t>Adresse email</a:t>
            </a:r>
          </a:p>
        </p:txBody>
      </p:sp>
      <p:sp>
        <p:nvSpPr>
          <p:cNvPr id="39" name="Espace réservé pour une image  28">
            <a:extLst>
              <a:ext uri="{FF2B5EF4-FFF2-40B4-BE49-F238E27FC236}">
                <a16:creationId xmlns:a16="http://schemas.microsoft.com/office/drawing/2014/main" id="{025A7EE3-A293-4CE5-A296-6F6C0675A4D8}"/>
              </a:ext>
            </a:extLst>
          </p:cNvPr>
          <p:cNvSpPr>
            <a:spLocks noGrp="1"/>
          </p:cNvSpPr>
          <p:nvPr>
            <p:ph type="pic" sz="quarter" idx="30"/>
          </p:nvPr>
        </p:nvSpPr>
        <p:spPr>
          <a:xfrm>
            <a:off x="453806" y="3604600"/>
            <a:ext cx="957368" cy="957368"/>
          </a:xfrm>
        </p:spPr>
        <p:txBody>
          <a:bodyPr/>
          <a:lstStyle/>
          <a:p>
            <a:endParaRPr lang="fr-FR"/>
          </a:p>
        </p:txBody>
      </p:sp>
      <p:sp>
        <p:nvSpPr>
          <p:cNvPr id="40" name="Espace réservé pour une image  28">
            <a:extLst>
              <a:ext uri="{FF2B5EF4-FFF2-40B4-BE49-F238E27FC236}">
                <a16:creationId xmlns:a16="http://schemas.microsoft.com/office/drawing/2014/main" id="{58B8FE86-86C1-441B-A9E1-7F56F7FE16CD}"/>
              </a:ext>
            </a:extLst>
          </p:cNvPr>
          <p:cNvSpPr>
            <a:spLocks noGrp="1"/>
          </p:cNvSpPr>
          <p:nvPr>
            <p:ph type="pic" sz="quarter" idx="31"/>
          </p:nvPr>
        </p:nvSpPr>
        <p:spPr>
          <a:xfrm>
            <a:off x="5004269" y="3604600"/>
            <a:ext cx="957368" cy="957368"/>
          </a:xfrm>
        </p:spPr>
        <p:txBody>
          <a:bodyPr/>
          <a:lstStyle/>
          <a:p>
            <a:endParaRPr lang="fr-FR"/>
          </a:p>
        </p:txBody>
      </p:sp>
      <p:sp>
        <p:nvSpPr>
          <p:cNvPr id="41" name="Title 1">
            <a:extLst>
              <a:ext uri="{FF2B5EF4-FFF2-40B4-BE49-F238E27FC236}">
                <a16:creationId xmlns:a16="http://schemas.microsoft.com/office/drawing/2014/main" id="{A644C361-9B40-44F4-904B-8A81256A4547}"/>
              </a:ext>
            </a:extLst>
          </p:cNvPr>
          <p:cNvSpPr>
            <a:spLocks noGrp="1"/>
          </p:cNvSpPr>
          <p:nvPr>
            <p:ph type="title" hasCustomPrompt="1"/>
          </p:nvPr>
        </p:nvSpPr>
        <p:spPr>
          <a:xfrm>
            <a:off x="628650" y="15556"/>
            <a:ext cx="7886700" cy="828506"/>
          </a:xfrm>
        </p:spPr>
        <p:txBody>
          <a:bodyPr/>
          <a:lstStyle>
            <a:lvl1pPr algn="ctr">
              <a:defRPr>
                <a:solidFill>
                  <a:schemeClr val="bg1"/>
                </a:solidFill>
              </a:defRPr>
            </a:lvl1pPr>
          </a:lstStyle>
          <a:p>
            <a:r>
              <a:rPr lang="fr-FR"/>
              <a:t>Contacts</a:t>
            </a:r>
            <a:endParaRPr lang="en-US"/>
          </a:p>
        </p:txBody>
      </p:sp>
    </p:spTree>
    <p:extLst>
      <p:ext uri="{BB962C8B-B14F-4D97-AF65-F5344CB8AC3E}">
        <p14:creationId xmlns:p14="http://schemas.microsoft.com/office/powerpoint/2010/main" val="232878733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Fin">
    <p:spTree>
      <p:nvGrpSpPr>
        <p:cNvPr id="1" name=""/>
        <p:cNvGrpSpPr/>
        <p:nvPr/>
      </p:nvGrpSpPr>
      <p:grpSpPr>
        <a:xfrm>
          <a:off x="0" y="0"/>
          <a:ext cx="0" cy="0"/>
          <a:chOff x="0" y="0"/>
          <a:chExt cx="0" cy="0"/>
        </a:xfrm>
      </p:grpSpPr>
      <p:pic>
        <p:nvPicPr>
          <p:cNvPr id="6" name="Picture 3" descr="A picture containing blur, highway&#10;&#10;Description automatically generated">
            <a:extLst>
              <a:ext uri="{FF2B5EF4-FFF2-40B4-BE49-F238E27FC236}">
                <a16:creationId xmlns:a16="http://schemas.microsoft.com/office/drawing/2014/main" id="{5C7287EC-0DF7-F091-D9B6-D17D75B02A76}"/>
              </a:ext>
            </a:extLst>
          </p:cNvPr>
          <p:cNvPicPr/>
          <p:nvPr userDrawn="1"/>
        </p:nvPicPr>
        <p:blipFill>
          <a:blip r:embed="rId2"/>
          <a:stretch>
            <a:fillRect/>
          </a:stretch>
        </p:blipFill>
        <p:spPr>
          <a:xfrm>
            <a:off x="1371" y="0"/>
            <a:ext cx="9142629" cy="5143500"/>
          </a:xfrm>
          <a:prstGeom prst="rect">
            <a:avLst/>
          </a:prstGeom>
        </p:spPr>
      </p:pic>
      <p:sp>
        <p:nvSpPr>
          <p:cNvPr id="4" name="Date Placeholder 3"/>
          <p:cNvSpPr>
            <a:spLocks noGrp="1"/>
          </p:cNvSpPr>
          <p:nvPr>
            <p:ph type="dt" sz="half" idx="10"/>
          </p:nvPr>
        </p:nvSpPr>
        <p:spPr/>
        <p:txBody>
          <a:bodyPr/>
          <a:lstStyle>
            <a:lvl1pPr>
              <a:defRPr>
                <a:solidFill>
                  <a:schemeClr val="bg1"/>
                </a:solidFill>
              </a:defRPr>
            </a:lvl1pPr>
          </a:lstStyle>
          <a:p>
            <a:fld id="{C49F77DB-28EA-41FA-80F6-1A44DFC872EC}" type="datetime1">
              <a:rPr lang="fr-FR" smtClean="0"/>
              <a:t>09/09/2026</a:t>
            </a:fld>
            <a:endParaRPr lang="fr-FR"/>
          </a:p>
        </p:txBody>
      </p:sp>
      <p:sp>
        <p:nvSpPr>
          <p:cNvPr id="5" name="Footer Placeholder 4"/>
          <p:cNvSpPr>
            <a:spLocks noGrp="1"/>
          </p:cNvSpPr>
          <p:nvPr>
            <p:ph type="ftr" sz="quarter" idx="11"/>
          </p:nvPr>
        </p:nvSpPr>
        <p:spPr/>
        <p:txBody>
          <a:bodyPr/>
          <a:lstStyle>
            <a:lvl1pPr>
              <a:defRPr>
                <a:solidFill>
                  <a:schemeClr val="bg1"/>
                </a:solidFill>
              </a:defRPr>
            </a:lvl1pPr>
          </a:lstStyle>
          <a:p>
            <a:endParaRPr lang="fr-FR"/>
          </a:p>
        </p:txBody>
      </p:sp>
      <p:pic>
        <p:nvPicPr>
          <p:cNvPr id="9" name="Image 8">
            <a:extLst>
              <a:ext uri="{FF2B5EF4-FFF2-40B4-BE49-F238E27FC236}">
                <a16:creationId xmlns:a16="http://schemas.microsoft.com/office/drawing/2014/main" id="{B016F367-151D-4D4E-8214-BE93B2BCED3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941886" y="2144737"/>
            <a:ext cx="3260228" cy="854027"/>
          </a:xfrm>
          <a:prstGeom prst="rect">
            <a:avLst/>
          </a:prstGeom>
        </p:spPr>
      </p:pic>
      <p:pic>
        <p:nvPicPr>
          <p:cNvPr id="11" name="Image 10">
            <a:extLst>
              <a:ext uri="{FF2B5EF4-FFF2-40B4-BE49-F238E27FC236}">
                <a16:creationId xmlns:a16="http://schemas.microsoft.com/office/drawing/2014/main" id="{A1C7D5CD-91CA-4C55-879A-3EC12A0AF06A}"/>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3930273" y="900136"/>
            <a:ext cx="1109325" cy="1142207"/>
          </a:xfrm>
          <a:prstGeom prst="rect">
            <a:avLst/>
          </a:prstGeom>
        </p:spPr>
      </p:pic>
      <p:pic>
        <p:nvPicPr>
          <p:cNvPr id="16" name="Graphique 15">
            <a:extLst>
              <a:ext uri="{FF2B5EF4-FFF2-40B4-BE49-F238E27FC236}">
                <a16:creationId xmlns:a16="http://schemas.microsoft.com/office/drawing/2014/main" id="{C47884EB-ACAA-4C86-9A79-D982E6B3ADD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8899" y="105463"/>
            <a:ext cx="4000501" cy="507572"/>
          </a:xfrm>
          <a:prstGeom prst="rect">
            <a:avLst/>
          </a:prstGeom>
        </p:spPr>
      </p:pic>
      <p:pic>
        <p:nvPicPr>
          <p:cNvPr id="2" name="Graphique 1">
            <a:extLst>
              <a:ext uri="{FF2B5EF4-FFF2-40B4-BE49-F238E27FC236}">
                <a16:creationId xmlns:a16="http://schemas.microsoft.com/office/drawing/2014/main" id="{225EFC25-31B7-F947-2C07-B321A4BB1DB5}"/>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8899" y="126784"/>
            <a:ext cx="4000501" cy="507572"/>
          </a:xfrm>
          <a:prstGeom prst="rect">
            <a:avLst/>
          </a:prstGeom>
        </p:spPr>
      </p:pic>
    </p:spTree>
    <p:extLst>
      <p:ext uri="{BB962C8B-B14F-4D97-AF65-F5344CB8AC3E}">
        <p14:creationId xmlns:p14="http://schemas.microsoft.com/office/powerpoint/2010/main" val="81953892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Fin avec contacts">
    <p:spTree>
      <p:nvGrpSpPr>
        <p:cNvPr id="1" name=""/>
        <p:cNvGrpSpPr/>
        <p:nvPr/>
      </p:nvGrpSpPr>
      <p:grpSpPr>
        <a:xfrm>
          <a:off x="0" y="0"/>
          <a:ext cx="0" cy="0"/>
          <a:chOff x="0" y="0"/>
          <a:chExt cx="0" cy="0"/>
        </a:xfrm>
      </p:grpSpPr>
      <p:pic>
        <p:nvPicPr>
          <p:cNvPr id="2" name="Picture 3" descr="A picture containing blur, highway&#10;&#10;Description automatically generated">
            <a:extLst>
              <a:ext uri="{FF2B5EF4-FFF2-40B4-BE49-F238E27FC236}">
                <a16:creationId xmlns:a16="http://schemas.microsoft.com/office/drawing/2014/main" id="{9FC2FDB0-5928-50C8-96AF-8EEC568C3C98}"/>
              </a:ext>
            </a:extLst>
          </p:cNvPr>
          <p:cNvPicPr/>
          <p:nvPr userDrawn="1"/>
        </p:nvPicPr>
        <p:blipFill>
          <a:blip r:embed="rId2"/>
          <a:stretch>
            <a:fillRect/>
          </a:stretch>
        </p:blipFill>
        <p:spPr>
          <a:xfrm>
            <a:off x="1371" y="0"/>
            <a:ext cx="9142629" cy="5143500"/>
          </a:xfrm>
          <a:prstGeom prst="rect">
            <a:avLst/>
          </a:prstGeom>
        </p:spPr>
      </p:pic>
      <p:sp>
        <p:nvSpPr>
          <p:cNvPr id="4" name="Date Placeholder 3"/>
          <p:cNvSpPr>
            <a:spLocks noGrp="1"/>
          </p:cNvSpPr>
          <p:nvPr>
            <p:ph type="dt" sz="half" idx="10"/>
          </p:nvPr>
        </p:nvSpPr>
        <p:spPr/>
        <p:txBody>
          <a:bodyPr/>
          <a:lstStyle>
            <a:lvl1pPr>
              <a:defRPr>
                <a:solidFill>
                  <a:schemeClr val="bg1"/>
                </a:solidFill>
              </a:defRPr>
            </a:lvl1pPr>
          </a:lstStyle>
          <a:p>
            <a:fld id="{C49F77DB-28EA-41FA-80F6-1A44DFC872EC}" type="datetime1">
              <a:rPr lang="fr-FR" smtClean="0"/>
              <a:t>09/09/2026</a:t>
            </a:fld>
            <a:endParaRPr lang="fr-FR"/>
          </a:p>
        </p:txBody>
      </p:sp>
      <p:sp>
        <p:nvSpPr>
          <p:cNvPr id="5" name="Footer Placeholder 4"/>
          <p:cNvSpPr>
            <a:spLocks noGrp="1"/>
          </p:cNvSpPr>
          <p:nvPr>
            <p:ph type="ftr" sz="quarter" idx="11"/>
          </p:nvPr>
        </p:nvSpPr>
        <p:spPr/>
        <p:txBody>
          <a:bodyPr/>
          <a:lstStyle>
            <a:lvl1pPr>
              <a:defRPr>
                <a:solidFill>
                  <a:schemeClr val="bg1"/>
                </a:solidFill>
              </a:defRPr>
            </a:lvl1pPr>
          </a:lstStyle>
          <a:p>
            <a:endParaRPr lang="fr-FR"/>
          </a:p>
        </p:txBody>
      </p:sp>
      <p:pic>
        <p:nvPicPr>
          <p:cNvPr id="11" name="Image 10">
            <a:extLst>
              <a:ext uri="{FF2B5EF4-FFF2-40B4-BE49-F238E27FC236}">
                <a16:creationId xmlns:a16="http://schemas.microsoft.com/office/drawing/2014/main" id="{A1C7D5CD-91CA-4C55-879A-3EC12A0AF06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293520" y="3078795"/>
            <a:ext cx="785058" cy="808328"/>
          </a:xfrm>
          <a:prstGeom prst="rect">
            <a:avLst/>
          </a:prstGeom>
        </p:spPr>
      </p:pic>
      <p:pic>
        <p:nvPicPr>
          <p:cNvPr id="16" name="Graphique 15">
            <a:extLst>
              <a:ext uri="{FF2B5EF4-FFF2-40B4-BE49-F238E27FC236}">
                <a16:creationId xmlns:a16="http://schemas.microsoft.com/office/drawing/2014/main" id="{C47884EB-ACAA-4C86-9A79-D982E6B3ADD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8899" y="105463"/>
            <a:ext cx="4000501" cy="507572"/>
          </a:xfrm>
          <a:prstGeom prst="rect">
            <a:avLst/>
          </a:prstGeom>
        </p:spPr>
      </p:pic>
      <p:sp>
        <p:nvSpPr>
          <p:cNvPr id="13" name="Title 1">
            <a:extLst>
              <a:ext uri="{FF2B5EF4-FFF2-40B4-BE49-F238E27FC236}">
                <a16:creationId xmlns:a16="http://schemas.microsoft.com/office/drawing/2014/main" id="{9972A763-34AA-49EC-9F35-37365344A32D}"/>
              </a:ext>
            </a:extLst>
          </p:cNvPr>
          <p:cNvSpPr>
            <a:spLocks noGrp="1"/>
          </p:cNvSpPr>
          <p:nvPr>
            <p:ph type="title" hasCustomPrompt="1"/>
          </p:nvPr>
        </p:nvSpPr>
        <p:spPr>
          <a:xfrm>
            <a:off x="706902" y="1533857"/>
            <a:ext cx="4000501" cy="994172"/>
          </a:xfrm>
        </p:spPr>
        <p:txBody>
          <a:bodyPr/>
          <a:lstStyle>
            <a:lvl1pPr algn="ctr">
              <a:defRPr>
                <a:solidFill>
                  <a:schemeClr val="bg1"/>
                </a:solidFill>
              </a:defRPr>
            </a:lvl1pPr>
          </a:lstStyle>
          <a:p>
            <a:r>
              <a:rPr lang="fr-FR"/>
              <a:t>Merci !</a:t>
            </a:r>
            <a:endParaRPr lang="en-US"/>
          </a:p>
        </p:txBody>
      </p:sp>
      <p:sp>
        <p:nvSpPr>
          <p:cNvPr id="3" name="Espace réservé du texte 2">
            <a:extLst>
              <a:ext uri="{FF2B5EF4-FFF2-40B4-BE49-F238E27FC236}">
                <a16:creationId xmlns:a16="http://schemas.microsoft.com/office/drawing/2014/main" id="{BF70554F-1181-4E4E-A43E-47AEF948FE36}"/>
              </a:ext>
            </a:extLst>
          </p:cNvPr>
          <p:cNvSpPr>
            <a:spLocks noGrp="1"/>
          </p:cNvSpPr>
          <p:nvPr>
            <p:ph type="body" sz="quarter" idx="12" hasCustomPrompt="1"/>
          </p:nvPr>
        </p:nvSpPr>
        <p:spPr>
          <a:xfrm>
            <a:off x="6256607" y="1332327"/>
            <a:ext cx="2887394" cy="252029"/>
          </a:xfrm>
        </p:spPr>
        <p:txBody>
          <a:bodyPr anchor="ctr">
            <a:normAutofit/>
          </a:bodyPr>
          <a:lstStyle>
            <a:lvl1pPr marL="0" indent="0">
              <a:buNone/>
              <a:defRPr sz="1350">
                <a:solidFill>
                  <a:schemeClr val="bg1"/>
                </a:solidFill>
              </a:defRPr>
            </a:lvl1pPr>
          </a:lstStyle>
          <a:p>
            <a:pPr lvl="0"/>
            <a:r>
              <a:rPr lang="fr-FR"/>
              <a:t>Poste</a:t>
            </a:r>
          </a:p>
        </p:txBody>
      </p:sp>
      <p:sp>
        <p:nvSpPr>
          <p:cNvPr id="8" name="Espace réservé du texte 7">
            <a:extLst>
              <a:ext uri="{FF2B5EF4-FFF2-40B4-BE49-F238E27FC236}">
                <a16:creationId xmlns:a16="http://schemas.microsoft.com/office/drawing/2014/main" id="{183CD77E-4F26-4331-BAB4-15DC1E22B230}"/>
              </a:ext>
            </a:extLst>
          </p:cNvPr>
          <p:cNvSpPr>
            <a:spLocks noGrp="1"/>
          </p:cNvSpPr>
          <p:nvPr>
            <p:ph type="body" sz="quarter" idx="13" hasCustomPrompt="1"/>
          </p:nvPr>
        </p:nvSpPr>
        <p:spPr>
          <a:xfrm>
            <a:off x="6256735" y="1055665"/>
            <a:ext cx="2887265" cy="257552"/>
          </a:xfrm>
        </p:spPr>
        <p:txBody>
          <a:bodyPr anchor="ctr">
            <a:noAutofit/>
          </a:bodyPr>
          <a:lstStyle>
            <a:lvl1pPr marL="0" indent="0">
              <a:buNone/>
              <a:defRPr sz="1800">
                <a:solidFill>
                  <a:schemeClr val="bg1"/>
                </a:solidFill>
                <a:latin typeface="+mj-lt"/>
              </a:defRPr>
            </a:lvl1pPr>
          </a:lstStyle>
          <a:p>
            <a:pPr lvl="0"/>
            <a:r>
              <a:rPr lang="fr-FR"/>
              <a:t>Prénom NOM</a:t>
            </a:r>
          </a:p>
        </p:txBody>
      </p:sp>
      <p:sp>
        <p:nvSpPr>
          <p:cNvPr id="21" name="Espace réservé du texte 7">
            <a:extLst>
              <a:ext uri="{FF2B5EF4-FFF2-40B4-BE49-F238E27FC236}">
                <a16:creationId xmlns:a16="http://schemas.microsoft.com/office/drawing/2014/main" id="{82F23BCB-97AB-4C1D-A378-BE7741039AA9}"/>
              </a:ext>
            </a:extLst>
          </p:cNvPr>
          <p:cNvSpPr>
            <a:spLocks noGrp="1"/>
          </p:cNvSpPr>
          <p:nvPr>
            <p:ph type="body" sz="quarter" idx="15" hasCustomPrompt="1"/>
          </p:nvPr>
        </p:nvSpPr>
        <p:spPr>
          <a:xfrm>
            <a:off x="6276078" y="2225041"/>
            <a:ext cx="2887265" cy="257552"/>
          </a:xfrm>
        </p:spPr>
        <p:txBody>
          <a:bodyPr anchor="ctr">
            <a:noAutofit/>
          </a:bodyPr>
          <a:lstStyle>
            <a:lvl1pPr marL="0" indent="0">
              <a:buNone/>
              <a:defRPr sz="1800">
                <a:solidFill>
                  <a:schemeClr val="bg1"/>
                </a:solidFill>
                <a:latin typeface="+mj-lt"/>
              </a:defRPr>
            </a:lvl1pPr>
          </a:lstStyle>
          <a:p>
            <a:pPr lvl="0"/>
            <a:r>
              <a:rPr lang="fr-FR"/>
              <a:t>Prénom NOM</a:t>
            </a:r>
          </a:p>
        </p:txBody>
      </p:sp>
      <p:sp>
        <p:nvSpPr>
          <p:cNvPr id="23" name="Espace réservé du texte 7">
            <a:extLst>
              <a:ext uri="{FF2B5EF4-FFF2-40B4-BE49-F238E27FC236}">
                <a16:creationId xmlns:a16="http://schemas.microsoft.com/office/drawing/2014/main" id="{7429A49F-385C-4C59-969F-A187C3D86F79}"/>
              </a:ext>
            </a:extLst>
          </p:cNvPr>
          <p:cNvSpPr>
            <a:spLocks noGrp="1"/>
          </p:cNvSpPr>
          <p:nvPr>
            <p:ph type="body" sz="quarter" idx="17" hasCustomPrompt="1"/>
          </p:nvPr>
        </p:nvSpPr>
        <p:spPr>
          <a:xfrm>
            <a:off x="6275950" y="3394418"/>
            <a:ext cx="2887265" cy="257552"/>
          </a:xfrm>
        </p:spPr>
        <p:txBody>
          <a:bodyPr anchor="ctr">
            <a:noAutofit/>
          </a:bodyPr>
          <a:lstStyle>
            <a:lvl1pPr marL="0" indent="0">
              <a:buNone/>
              <a:defRPr sz="1800">
                <a:solidFill>
                  <a:schemeClr val="bg1"/>
                </a:solidFill>
                <a:latin typeface="+mj-lt"/>
              </a:defRPr>
            </a:lvl1pPr>
          </a:lstStyle>
          <a:p>
            <a:pPr lvl="0"/>
            <a:r>
              <a:rPr lang="fr-FR"/>
              <a:t>Prénom NOM</a:t>
            </a:r>
          </a:p>
        </p:txBody>
      </p:sp>
      <p:pic>
        <p:nvPicPr>
          <p:cNvPr id="30" name="Image 29">
            <a:extLst>
              <a:ext uri="{FF2B5EF4-FFF2-40B4-BE49-F238E27FC236}">
                <a16:creationId xmlns:a16="http://schemas.microsoft.com/office/drawing/2014/main" id="{421E7A2D-3B5E-470D-BAE2-AC60E2FDB352}"/>
              </a:ext>
            </a:extLst>
          </p:cNvPr>
          <p:cNvPicPr>
            <a:picLocks noChangeAspect="1"/>
          </p:cNvPicPr>
          <p:nvPr userDrawn="1"/>
        </p:nvPicPr>
        <p:blipFill rotWithShape="1">
          <a:blip r:embed="rId5">
            <a:clrChange>
              <a:clrFrom>
                <a:srgbClr val="01013D"/>
              </a:clrFrom>
              <a:clrTo>
                <a:srgbClr val="01013D">
                  <a:alpha val="0"/>
                </a:srgbClr>
              </a:clrTo>
            </a:clrChange>
            <a:duotone>
              <a:schemeClr val="accent2">
                <a:shade val="45000"/>
                <a:satMod val="135000"/>
              </a:schemeClr>
              <a:prstClr val="white"/>
            </a:duotone>
            <a:extLst>
              <a:ext uri="{28A0092B-C50C-407E-A947-70E740481C1C}">
                <a14:useLocalDpi xmlns:a14="http://schemas.microsoft.com/office/drawing/2010/main" val="0"/>
              </a:ext>
            </a:extLst>
          </a:blip>
          <a:srcRect l="47500" t="10051" r="48538" b="4205"/>
          <a:stretch/>
        </p:blipFill>
        <p:spPr>
          <a:xfrm>
            <a:off x="5598969" y="1072650"/>
            <a:ext cx="249701" cy="3040045"/>
          </a:xfrm>
          <a:prstGeom prst="rect">
            <a:avLst/>
          </a:prstGeom>
        </p:spPr>
      </p:pic>
      <p:sp>
        <p:nvSpPr>
          <p:cNvPr id="18" name="Espace réservé du texte 2">
            <a:extLst>
              <a:ext uri="{FF2B5EF4-FFF2-40B4-BE49-F238E27FC236}">
                <a16:creationId xmlns:a16="http://schemas.microsoft.com/office/drawing/2014/main" id="{D62446EE-6588-4308-8CAB-561EB4B5E970}"/>
              </a:ext>
            </a:extLst>
          </p:cNvPr>
          <p:cNvSpPr>
            <a:spLocks noGrp="1"/>
          </p:cNvSpPr>
          <p:nvPr>
            <p:ph type="body" sz="quarter" idx="18" hasCustomPrompt="1"/>
          </p:nvPr>
        </p:nvSpPr>
        <p:spPr>
          <a:xfrm>
            <a:off x="6256606" y="1584355"/>
            <a:ext cx="2887394" cy="252029"/>
          </a:xfrm>
        </p:spPr>
        <p:txBody>
          <a:bodyPr anchor="ctr">
            <a:noAutofit/>
          </a:bodyPr>
          <a:lstStyle>
            <a:lvl1pPr marL="0" indent="0">
              <a:buNone/>
              <a:defRPr sz="1350">
                <a:solidFill>
                  <a:schemeClr val="bg1"/>
                </a:solidFill>
              </a:defRPr>
            </a:lvl1pPr>
          </a:lstStyle>
          <a:p>
            <a:pPr lvl="0"/>
            <a:r>
              <a:rPr lang="fr-FR"/>
              <a:t>Adresse email</a:t>
            </a:r>
          </a:p>
        </p:txBody>
      </p:sp>
      <p:sp>
        <p:nvSpPr>
          <p:cNvPr id="19" name="Espace réservé du texte 2">
            <a:extLst>
              <a:ext uri="{FF2B5EF4-FFF2-40B4-BE49-F238E27FC236}">
                <a16:creationId xmlns:a16="http://schemas.microsoft.com/office/drawing/2014/main" id="{B5149DF6-D8FB-4B4A-B4FA-3E8F42A309A2}"/>
              </a:ext>
            </a:extLst>
          </p:cNvPr>
          <p:cNvSpPr>
            <a:spLocks noGrp="1"/>
          </p:cNvSpPr>
          <p:nvPr>
            <p:ph type="body" sz="quarter" idx="19" hasCustomPrompt="1"/>
          </p:nvPr>
        </p:nvSpPr>
        <p:spPr>
          <a:xfrm>
            <a:off x="6275823" y="2495111"/>
            <a:ext cx="2887394" cy="252029"/>
          </a:xfrm>
        </p:spPr>
        <p:txBody>
          <a:bodyPr anchor="ctr">
            <a:normAutofit/>
          </a:bodyPr>
          <a:lstStyle>
            <a:lvl1pPr marL="0" indent="0">
              <a:buNone/>
              <a:defRPr sz="1350">
                <a:solidFill>
                  <a:schemeClr val="bg1"/>
                </a:solidFill>
              </a:defRPr>
            </a:lvl1pPr>
          </a:lstStyle>
          <a:p>
            <a:pPr lvl="0"/>
            <a:r>
              <a:rPr lang="fr-FR"/>
              <a:t>Poste</a:t>
            </a:r>
          </a:p>
        </p:txBody>
      </p:sp>
      <p:sp>
        <p:nvSpPr>
          <p:cNvPr id="25" name="Espace réservé du texte 2">
            <a:extLst>
              <a:ext uri="{FF2B5EF4-FFF2-40B4-BE49-F238E27FC236}">
                <a16:creationId xmlns:a16="http://schemas.microsoft.com/office/drawing/2014/main" id="{4B404841-4C37-4019-BA28-EFDFBEF2AC33}"/>
              </a:ext>
            </a:extLst>
          </p:cNvPr>
          <p:cNvSpPr>
            <a:spLocks noGrp="1"/>
          </p:cNvSpPr>
          <p:nvPr>
            <p:ph type="body" sz="quarter" idx="20" hasCustomPrompt="1"/>
          </p:nvPr>
        </p:nvSpPr>
        <p:spPr>
          <a:xfrm>
            <a:off x="6275822" y="2747140"/>
            <a:ext cx="2887394" cy="252029"/>
          </a:xfrm>
        </p:spPr>
        <p:txBody>
          <a:bodyPr anchor="ctr">
            <a:noAutofit/>
          </a:bodyPr>
          <a:lstStyle>
            <a:lvl1pPr marL="0" indent="0">
              <a:buNone/>
              <a:defRPr sz="1350">
                <a:solidFill>
                  <a:schemeClr val="bg1"/>
                </a:solidFill>
              </a:defRPr>
            </a:lvl1pPr>
          </a:lstStyle>
          <a:p>
            <a:pPr lvl="0"/>
            <a:r>
              <a:rPr lang="fr-FR"/>
              <a:t>Adresse email</a:t>
            </a:r>
          </a:p>
        </p:txBody>
      </p:sp>
      <p:sp>
        <p:nvSpPr>
          <p:cNvPr id="26" name="Espace réservé du texte 2">
            <a:extLst>
              <a:ext uri="{FF2B5EF4-FFF2-40B4-BE49-F238E27FC236}">
                <a16:creationId xmlns:a16="http://schemas.microsoft.com/office/drawing/2014/main" id="{C576CB9F-6FF8-4073-B40A-34E2596C85C1}"/>
              </a:ext>
            </a:extLst>
          </p:cNvPr>
          <p:cNvSpPr>
            <a:spLocks noGrp="1"/>
          </p:cNvSpPr>
          <p:nvPr>
            <p:ph type="body" sz="quarter" idx="21" hasCustomPrompt="1"/>
          </p:nvPr>
        </p:nvSpPr>
        <p:spPr>
          <a:xfrm>
            <a:off x="6275823" y="3655772"/>
            <a:ext cx="2887394" cy="252029"/>
          </a:xfrm>
        </p:spPr>
        <p:txBody>
          <a:bodyPr anchor="ctr">
            <a:normAutofit/>
          </a:bodyPr>
          <a:lstStyle>
            <a:lvl1pPr marL="0" indent="0">
              <a:buNone/>
              <a:defRPr sz="1350">
                <a:solidFill>
                  <a:schemeClr val="bg1"/>
                </a:solidFill>
              </a:defRPr>
            </a:lvl1pPr>
          </a:lstStyle>
          <a:p>
            <a:pPr lvl="0"/>
            <a:r>
              <a:rPr lang="fr-FR"/>
              <a:t>Poste</a:t>
            </a:r>
          </a:p>
        </p:txBody>
      </p:sp>
      <p:sp>
        <p:nvSpPr>
          <p:cNvPr id="28" name="Espace réservé du texte 2">
            <a:extLst>
              <a:ext uri="{FF2B5EF4-FFF2-40B4-BE49-F238E27FC236}">
                <a16:creationId xmlns:a16="http://schemas.microsoft.com/office/drawing/2014/main" id="{F2B719FE-4211-47DE-B508-BFF6ED9BF9C1}"/>
              </a:ext>
            </a:extLst>
          </p:cNvPr>
          <p:cNvSpPr>
            <a:spLocks noGrp="1"/>
          </p:cNvSpPr>
          <p:nvPr>
            <p:ph type="body" sz="quarter" idx="22" hasCustomPrompt="1"/>
          </p:nvPr>
        </p:nvSpPr>
        <p:spPr>
          <a:xfrm>
            <a:off x="6275822" y="3907801"/>
            <a:ext cx="2887394" cy="252029"/>
          </a:xfrm>
        </p:spPr>
        <p:txBody>
          <a:bodyPr anchor="ctr">
            <a:noAutofit/>
          </a:bodyPr>
          <a:lstStyle>
            <a:lvl1pPr marL="0" indent="0">
              <a:buNone/>
              <a:defRPr sz="1350">
                <a:solidFill>
                  <a:schemeClr val="bg1"/>
                </a:solidFill>
              </a:defRPr>
            </a:lvl1pPr>
          </a:lstStyle>
          <a:p>
            <a:pPr lvl="0"/>
            <a:r>
              <a:rPr lang="fr-FR"/>
              <a:t>Adresse email</a:t>
            </a:r>
          </a:p>
        </p:txBody>
      </p:sp>
    </p:spTree>
    <p:extLst>
      <p:ext uri="{BB962C8B-B14F-4D97-AF65-F5344CB8AC3E}">
        <p14:creationId xmlns:p14="http://schemas.microsoft.com/office/powerpoint/2010/main" val="368237825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re seul - 1">
  <p:cSld name="Titre seul - 1">
    <p:spTree>
      <p:nvGrpSpPr>
        <p:cNvPr id="1" name="Shape 15"/>
        <p:cNvGrpSpPr/>
        <p:nvPr/>
      </p:nvGrpSpPr>
      <p:grpSpPr>
        <a:xfrm>
          <a:off x="0" y="0"/>
          <a:ext cx="0" cy="0"/>
          <a:chOff x="0" y="0"/>
          <a:chExt cx="0" cy="0"/>
        </a:xfrm>
      </p:grpSpPr>
      <p:pic>
        <p:nvPicPr>
          <p:cNvPr id="3" name="Image 2">
            <a:extLst>
              <a:ext uri="{FF2B5EF4-FFF2-40B4-BE49-F238E27FC236}">
                <a16:creationId xmlns:a16="http://schemas.microsoft.com/office/drawing/2014/main" id="{9A2AA292-258A-4729-9144-C6B436FC17E3}"/>
              </a:ext>
            </a:extLst>
          </p:cNvPr>
          <p:cNvPicPr>
            <a:picLocks noChangeAspect="1"/>
          </p:cNvPicPr>
          <p:nvPr userDrawn="1"/>
        </p:nvPicPr>
        <p:blipFill rotWithShape="1">
          <a:blip r:embed="rId2"/>
          <a:srcRect r="18793" b="20146"/>
          <a:stretch/>
        </p:blipFill>
        <p:spPr>
          <a:xfrm>
            <a:off x="8705850" y="4705350"/>
            <a:ext cx="438150" cy="438151"/>
          </a:xfrm>
          <a:prstGeom prst="rect">
            <a:avLst/>
          </a:prstGeom>
        </p:spPr>
      </p:pic>
      <p:sp>
        <p:nvSpPr>
          <p:cNvPr id="17" name="Google Shape;17;p42"/>
          <p:cNvSpPr txBox="1">
            <a:spLocks noGrp="1"/>
          </p:cNvSpPr>
          <p:nvPr>
            <p:ph type="title"/>
          </p:nvPr>
        </p:nvSpPr>
        <p:spPr>
          <a:xfrm>
            <a:off x="628650" y="15556"/>
            <a:ext cx="7886700" cy="828506"/>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02060"/>
              </a:buClr>
              <a:buSzPts val="4400"/>
              <a:buFont typeface="Quattrocento Sans"/>
              <a:buNone/>
              <a:defRPr>
                <a:solidFill>
                  <a:srgbClr val="002060"/>
                </a:solidFill>
                <a:latin typeface="Segoe UI" panose="020B0502040204020203" pitchFamily="34" charset="0"/>
                <a:cs typeface="Segoe UI" panose="020B0502040204020203" pitchFamily="34" charset="0"/>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42"/>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42"/>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42"/>
          <p:cNvSpPr txBox="1">
            <a:spLocks noGrp="1"/>
          </p:cNvSpPr>
          <p:nvPr>
            <p:ph type="sldNum" idx="12"/>
          </p:nvPr>
        </p:nvSpPr>
        <p:spPr>
          <a:xfrm>
            <a:off x="8705850" y="4767263"/>
            <a:ext cx="438150" cy="273844"/>
          </a:xfrm>
          <a:prstGeom prst="rect">
            <a:avLst/>
          </a:prstGeom>
          <a:noFill/>
          <a:ln>
            <a:noFill/>
          </a:ln>
        </p:spPr>
        <p:txBody>
          <a:bodyPr spcFirstLastPara="1" wrap="square" lIns="91425" tIns="45700" rIns="91425" bIns="45700" anchor="t" anchorCtr="0">
            <a:noAutofit/>
          </a:bodyPr>
          <a:lstStyle>
            <a:lvl1pPr marL="0" marR="0" lvl="0" indent="0" algn="ctr">
              <a:lnSpc>
                <a:spcPct val="100000"/>
              </a:lnSpc>
              <a:spcBef>
                <a:spcPts val="0"/>
              </a:spcBef>
              <a:spcAft>
                <a:spcPts val="0"/>
              </a:spcAft>
              <a:buClr>
                <a:srgbClr val="000000"/>
              </a:buClr>
              <a:buSzPts val="1800"/>
              <a:buFont typeface="Arial"/>
              <a:buNone/>
              <a:defRPr sz="1350" b="0" i="0" u="none" strike="noStrike" cap="none">
                <a:solidFill>
                  <a:schemeClr val="lt1"/>
                </a:solidFill>
                <a:latin typeface="Segoe UI" panose="020B0502040204020203" pitchFamily="34" charset="0"/>
                <a:ea typeface="Segoe UI" panose="020B0502040204020203" pitchFamily="34" charset="0"/>
                <a:cs typeface="Segoe UI" panose="020B0502040204020203" pitchFamily="34" charset="0"/>
                <a:sym typeface="Quattrocento Sans"/>
              </a:defRPr>
            </a:lvl1pPr>
            <a:lvl2pPr marL="0" marR="0" lvl="1" indent="0" algn="ctr">
              <a:lnSpc>
                <a:spcPct val="100000"/>
              </a:lnSpc>
              <a:spcBef>
                <a:spcPts val="0"/>
              </a:spcBef>
              <a:spcAft>
                <a:spcPts val="0"/>
              </a:spcAft>
              <a:buClr>
                <a:srgbClr val="000000"/>
              </a:buClr>
              <a:buSzPts val="1800"/>
              <a:buFont typeface="Arial"/>
              <a:buNone/>
              <a:defRPr sz="1350" b="0" i="0" u="none" strike="noStrike" cap="none">
                <a:solidFill>
                  <a:schemeClr val="lt1"/>
                </a:solidFill>
                <a:latin typeface="Quattrocento Sans"/>
                <a:ea typeface="Quattrocento Sans"/>
                <a:cs typeface="Quattrocento Sans"/>
                <a:sym typeface="Quattrocento Sans"/>
              </a:defRPr>
            </a:lvl2pPr>
            <a:lvl3pPr marL="0" marR="0" lvl="2" indent="0" algn="ctr">
              <a:lnSpc>
                <a:spcPct val="100000"/>
              </a:lnSpc>
              <a:spcBef>
                <a:spcPts val="0"/>
              </a:spcBef>
              <a:spcAft>
                <a:spcPts val="0"/>
              </a:spcAft>
              <a:buClr>
                <a:srgbClr val="000000"/>
              </a:buClr>
              <a:buSzPts val="1800"/>
              <a:buFont typeface="Arial"/>
              <a:buNone/>
              <a:defRPr sz="1350" b="0" i="0" u="none" strike="noStrike" cap="none">
                <a:solidFill>
                  <a:schemeClr val="lt1"/>
                </a:solidFill>
                <a:latin typeface="Quattrocento Sans"/>
                <a:ea typeface="Quattrocento Sans"/>
                <a:cs typeface="Quattrocento Sans"/>
                <a:sym typeface="Quattrocento Sans"/>
              </a:defRPr>
            </a:lvl3pPr>
            <a:lvl4pPr marL="0" marR="0" lvl="3" indent="0" algn="ctr">
              <a:lnSpc>
                <a:spcPct val="100000"/>
              </a:lnSpc>
              <a:spcBef>
                <a:spcPts val="0"/>
              </a:spcBef>
              <a:spcAft>
                <a:spcPts val="0"/>
              </a:spcAft>
              <a:buClr>
                <a:srgbClr val="000000"/>
              </a:buClr>
              <a:buSzPts val="1800"/>
              <a:buFont typeface="Arial"/>
              <a:buNone/>
              <a:defRPr sz="1350" b="0" i="0" u="none" strike="noStrike" cap="none">
                <a:solidFill>
                  <a:schemeClr val="lt1"/>
                </a:solidFill>
                <a:latin typeface="Quattrocento Sans"/>
                <a:ea typeface="Quattrocento Sans"/>
                <a:cs typeface="Quattrocento Sans"/>
                <a:sym typeface="Quattrocento Sans"/>
              </a:defRPr>
            </a:lvl4pPr>
            <a:lvl5pPr marL="0" marR="0" lvl="4" indent="0" algn="ctr">
              <a:lnSpc>
                <a:spcPct val="100000"/>
              </a:lnSpc>
              <a:spcBef>
                <a:spcPts val="0"/>
              </a:spcBef>
              <a:spcAft>
                <a:spcPts val="0"/>
              </a:spcAft>
              <a:buClr>
                <a:srgbClr val="000000"/>
              </a:buClr>
              <a:buSzPts val="1800"/>
              <a:buFont typeface="Arial"/>
              <a:buNone/>
              <a:defRPr sz="1350" b="0" i="0" u="none" strike="noStrike" cap="none">
                <a:solidFill>
                  <a:schemeClr val="lt1"/>
                </a:solidFill>
                <a:latin typeface="Quattrocento Sans"/>
                <a:ea typeface="Quattrocento Sans"/>
                <a:cs typeface="Quattrocento Sans"/>
                <a:sym typeface="Quattrocento Sans"/>
              </a:defRPr>
            </a:lvl5pPr>
            <a:lvl6pPr marL="0" marR="0" lvl="5" indent="0" algn="ctr">
              <a:lnSpc>
                <a:spcPct val="100000"/>
              </a:lnSpc>
              <a:spcBef>
                <a:spcPts val="0"/>
              </a:spcBef>
              <a:spcAft>
                <a:spcPts val="0"/>
              </a:spcAft>
              <a:buClr>
                <a:srgbClr val="000000"/>
              </a:buClr>
              <a:buSzPts val="1800"/>
              <a:buFont typeface="Arial"/>
              <a:buNone/>
              <a:defRPr sz="1350" b="0" i="0" u="none" strike="noStrike" cap="none">
                <a:solidFill>
                  <a:schemeClr val="lt1"/>
                </a:solidFill>
                <a:latin typeface="Quattrocento Sans"/>
                <a:ea typeface="Quattrocento Sans"/>
                <a:cs typeface="Quattrocento Sans"/>
                <a:sym typeface="Quattrocento Sans"/>
              </a:defRPr>
            </a:lvl6pPr>
            <a:lvl7pPr marL="0" marR="0" lvl="6" indent="0" algn="ctr">
              <a:lnSpc>
                <a:spcPct val="100000"/>
              </a:lnSpc>
              <a:spcBef>
                <a:spcPts val="0"/>
              </a:spcBef>
              <a:spcAft>
                <a:spcPts val="0"/>
              </a:spcAft>
              <a:buClr>
                <a:srgbClr val="000000"/>
              </a:buClr>
              <a:buSzPts val="1800"/>
              <a:buFont typeface="Arial"/>
              <a:buNone/>
              <a:defRPr sz="1350" b="0" i="0" u="none" strike="noStrike" cap="none">
                <a:solidFill>
                  <a:schemeClr val="lt1"/>
                </a:solidFill>
                <a:latin typeface="Quattrocento Sans"/>
                <a:ea typeface="Quattrocento Sans"/>
                <a:cs typeface="Quattrocento Sans"/>
                <a:sym typeface="Quattrocento Sans"/>
              </a:defRPr>
            </a:lvl7pPr>
            <a:lvl8pPr marL="0" marR="0" lvl="7" indent="0" algn="ctr">
              <a:lnSpc>
                <a:spcPct val="100000"/>
              </a:lnSpc>
              <a:spcBef>
                <a:spcPts val="0"/>
              </a:spcBef>
              <a:spcAft>
                <a:spcPts val="0"/>
              </a:spcAft>
              <a:buClr>
                <a:srgbClr val="000000"/>
              </a:buClr>
              <a:buSzPts val="1800"/>
              <a:buFont typeface="Arial"/>
              <a:buNone/>
              <a:defRPr sz="1350" b="0" i="0" u="none" strike="noStrike" cap="none">
                <a:solidFill>
                  <a:schemeClr val="lt1"/>
                </a:solidFill>
                <a:latin typeface="Quattrocento Sans"/>
                <a:ea typeface="Quattrocento Sans"/>
                <a:cs typeface="Quattrocento Sans"/>
                <a:sym typeface="Quattrocento Sans"/>
              </a:defRPr>
            </a:lvl8pPr>
            <a:lvl9pPr marL="0" marR="0" lvl="8" indent="0" algn="ctr">
              <a:lnSpc>
                <a:spcPct val="100000"/>
              </a:lnSpc>
              <a:spcBef>
                <a:spcPts val="0"/>
              </a:spcBef>
              <a:spcAft>
                <a:spcPts val="0"/>
              </a:spcAft>
              <a:buClr>
                <a:srgbClr val="000000"/>
              </a:buClr>
              <a:buSzPts val="1800"/>
              <a:buFont typeface="Arial"/>
              <a:buNone/>
              <a:defRPr sz="1350" b="0" i="0" u="none" strike="noStrike" cap="none">
                <a:solidFill>
                  <a:schemeClr val="lt1"/>
                </a:solidFill>
                <a:latin typeface="Quattrocento Sans"/>
                <a:ea typeface="Quattrocento Sans"/>
                <a:cs typeface="Quattrocento Sans"/>
                <a:sym typeface="Quattrocento Sans"/>
              </a:defRPr>
            </a:lvl9pPr>
          </a:lstStyle>
          <a:p>
            <a:fld id="{00000000-1234-1234-1234-123412341234}" type="slidenum">
              <a:rPr lang="fr-FR" smtClean="0"/>
              <a:pPr/>
              <a:t>‹N°›</a:t>
            </a:fld>
            <a:endParaRPr lang="fr-FR"/>
          </a:p>
        </p:txBody>
      </p:sp>
      <p:pic>
        <p:nvPicPr>
          <p:cNvPr id="21" name="Google Shape;21;p42"/>
          <p:cNvPicPr preferRelativeResize="0"/>
          <p:nvPr/>
        </p:nvPicPr>
        <p:blipFill rotWithShape="1">
          <a:blip r:embed="rId3">
            <a:alphaModFix/>
          </a:blip>
          <a:srcRect/>
          <a:stretch/>
        </p:blipFill>
        <p:spPr>
          <a:xfrm>
            <a:off x="76806" y="4705351"/>
            <a:ext cx="361344" cy="371927"/>
          </a:xfrm>
          <a:prstGeom prst="rect">
            <a:avLst/>
          </a:prstGeom>
          <a:noFill/>
          <a:ln>
            <a:noFill/>
          </a:ln>
        </p:spPr>
      </p:pic>
    </p:spTree>
    <p:extLst>
      <p:ext uri="{BB962C8B-B14F-4D97-AF65-F5344CB8AC3E}">
        <p14:creationId xmlns:p14="http://schemas.microsoft.com/office/powerpoint/2010/main" val="265891256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Content slide">
    <p:spTree>
      <p:nvGrpSpPr>
        <p:cNvPr id="1" name=""/>
        <p:cNvGrpSpPr/>
        <p:nvPr/>
      </p:nvGrpSpPr>
      <p:grpSpPr>
        <a:xfrm>
          <a:off x="0" y="0"/>
          <a:ext cx="0" cy="0"/>
          <a:chOff x="0" y="0"/>
          <a:chExt cx="0" cy="0"/>
        </a:xfrm>
      </p:grpSpPr>
      <p:sp>
        <p:nvSpPr>
          <p:cNvPr id="7" name="Rectangle : avec coins arrondis en diagonale 6">
            <a:extLst>
              <a:ext uri="{FF2B5EF4-FFF2-40B4-BE49-F238E27FC236}">
                <a16:creationId xmlns:a16="http://schemas.microsoft.com/office/drawing/2014/main" id="{EB2EF074-07F3-4B66-AD26-475FB124DBD9}"/>
              </a:ext>
            </a:extLst>
          </p:cNvPr>
          <p:cNvSpPr/>
          <p:nvPr userDrawn="1"/>
        </p:nvSpPr>
        <p:spPr>
          <a:xfrm rot="5400000">
            <a:off x="8705850" y="4705350"/>
            <a:ext cx="438150" cy="43815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2" name="Title 1"/>
          <p:cNvSpPr>
            <a:spLocks noGrp="1"/>
          </p:cNvSpPr>
          <p:nvPr>
            <p:ph type="title" hasCustomPrompt="1"/>
          </p:nvPr>
        </p:nvSpPr>
        <p:spPr>
          <a:xfrm>
            <a:off x="628650" y="15556"/>
            <a:ext cx="7886700" cy="828506"/>
          </a:xfrm>
        </p:spPr>
        <p:txBody>
          <a:bodyPr/>
          <a:lstStyle>
            <a:lvl1pPr>
              <a:defRPr b="1">
                <a:solidFill>
                  <a:srgbClr val="002060"/>
                </a:solidFill>
                <a:latin typeface="Aptos" panose="020B0004020202020204" pitchFamily="34" charset="0"/>
              </a:defRPr>
            </a:lvl1pPr>
          </a:lstStyle>
          <a:p>
            <a:r>
              <a:rPr lang="fr-FR"/>
              <a:t>Titre de la page</a:t>
            </a:r>
            <a:endParaRPr lang="en-US"/>
          </a:p>
        </p:txBody>
      </p:sp>
      <p:sp>
        <p:nvSpPr>
          <p:cNvPr id="4" name="Date Placeholder 3"/>
          <p:cNvSpPr>
            <a:spLocks noGrp="1"/>
          </p:cNvSpPr>
          <p:nvPr>
            <p:ph type="dt" sz="half" idx="10"/>
          </p:nvPr>
        </p:nvSpPr>
        <p:spPr/>
        <p:txBody>
          <a:bodyPr/>
          <a:lstStyle/>
          <a:p>
            <a:fld id="{2B8B315D-1A6B-4A62-AE3F-D0C0DFC1C7BF}" type="datetime1">
              <a:rPr lang="fr-FR" smtClean="0"/>
              <a:t>09/09/2026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a:xfrm>
            <a:off x="8705850" y="4767263"/>
            <a:ext cx="438150" cy="273844"/>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a:p>
        </p:txBody>
      </p:sp>
      <p:pic>
        <p:nvPicPr>
          <p:cNvPr id="13" name="Image 12">
            <a:extLst>
              <a:ext uri="{FF2B5EF4-FFF2-40B4-BE49-F238E27FC236}">
                <a16:creationId xmlns:a16="http://schemas.microsoft.com/office/drawing/2014/main" id="{DD5413C9-153C-4B3A-BB67-855BDDA5726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6806" y="4705351"/>
            <a:ext cx="361344" cy="371927"/>
          </a:xfrm>
          <a:prstGeom prst="rect">
            <a:avLst/>
          </a:prstGeom>
        </p:spPr>
      </p:pic>
      <p:pic>
        <p:nvPicPr>
          <p:cNvPr id="1030" name="Picture 6" descr="Microsoft Azure logo et symbole, sens, histoire, PNG, marque">
            <a:extLst>
              <a:ext uri="{FF2B5EF4-FFF2-40B4-BE49-F238E27FC236}">
                <a16:creationId xmlns:a16="http://schemas.microsoft.com/office/drawing/2014/main" id="{E6B51D14-5FF4-DDE0-80E1-7207DC9AD02E}"/>
              </a:ext>
            </a:extLst>
          </p:cNvPr>
          <p:cNvPicPr>
            <a:picLocks noChangeAspect="1" noChangeArrowheads="1"/>
          </p:cNvPicPr>
          <p:nvPr userDrawn="1"/>
        </p:nvPicPr>
        <p:blipFill rotWithShape="1">
          <a:blip r:embed="rId3">
            <a:lum bright="70000" contrast="-70000"/>
            <a:alphaModFix amt="20000"/>
            <a:extLst>
              <a:ext uri="{28A0092B-C50C-407E-A947-70E740481C1C}">
                <a14:useLocalDpi xmlns:a14="http://schemas.microsoft.com/office/drawing/2010/main" val="0"/>
              </a:ext>
            </a:extLst>
          </a:blip>
          <a:srcRect r="43381"/>
          <a:stretch/>
        </p:blipFill>
        <p:spPr bwMode="auto">
          <a:xfrm>
            <a:off x="5396346" y="770878"/>
            <a:ext cx="3747654" cy="3723191"/>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04453F37-F36B-0B72-15BC-A29C67BB40A2}"/>
              </a:ext>
            </a:extLst>
          </p:cNvPr>
          <p:cNvSpPr>
            <a:spLocks noGrp="1"/>
          </p:cNvSpPr>
          <p:nvPr>
            <p:ph idx="1"/>
          </p:nvPr>
        </p:nvSpPr>
        <p:spPr>
          <a:xfrm>
            <a:off x="628650" y="1097280"/>
            <a:ext cx="7886700" cy="3535443"/>
          </a:xfrm>
        </p:spPr>
        <p:txBody>
          <a:bodyPr/>
          <a:lstStyle>
            <a:lvl1pPr marL="171450" indent="-171450">
              <a:lnSpc>
                <a:spcPct val="100000"/>
              </a:lnSpc>
              <a:buFontTx/>
              <a:buBlip>
                <a:blip r:embed="rId4"/>
              </a:buBlip>
              <a:defRPr>
                <a:latin typeface="Aptos" panose="020B0004020202020204" pitchFamily="34" charset="0"/>
              </a:defRPr>
            </a:lvl1pPr>
            <a:lvl2pPr marL="514350" indent="-171450">
              <a:lnSpc>
                <a:spcPct val="100000"/>
              </a:lnSpc>
              <a:buFontTx/>
              <a:buBlip>
                <a:blip r:embed="rId5"/>
              </a:buBlip>
              <a:defRPr>
                <a:latin typeface="Aptos" panose="020B0004020202020204" pitchFamily="34" charset="0"/>
              </a:defRPr>
            </a:lvl2pPr>
            <a:lvl3pPr>
              <a:lnSpc>
                <a:spcPct val="100000"/>
              </a:lnSpc>
              <a:defRPr>
                <a:latin typeface="Aptos" panose="020B0004020202020204" pitchFamily="34" charset="0"/>
              </a:defRPr>
            </a:lvl3pPr>
            <a:lvl4pPr>
              <a:lnSpc>
                <a:spcPct val="100000"/>
              </a:lnSpc>
              <a:defRPr>
                <a:latin typeface="Aptos" panose="020B0004020202020204" pitchFamily="34" charset="0"/>
              </a:defRPr>
            </a:lvl4pPr>
            <a:lvl5pPr>
              <a:lnSpc>
                <a:spcPct val="100000"/>
              </a:lnSpc>
              <a:defRPr>
                <a:latin typeface="Aptos" panose="020B0004020202020204" pitchFamily="34" charset="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10" name="Text Placeholder 8">
            <a:extLst>
              <a:ext uri="{FF2B5EF4-FFF2-40B4-BE49-F238E27FC236}">
                <a16:creationId xmlns:a16="http://schemas.microsoft.com/office/drawing/2014/main" id="{8BA475B0-DEBC-D2B0-1283-4E4F0EF6D25A}"/>
              </a:ext>
            </a:extLst>
          </p:cNvPr>
          <p:cNvSpPr>
            <a:spLocks noGrp="1"/>
          </p:cNvSpPr>
          <p:nvPr>
            <p:ph type="body" sz="quarter" idx="13" hasCustomPrompt="1"/>
          </p:nvPr>
        </p:nvSpPr>
        <p:spPr>
          <a:xfrm>
            <a:off x="628650" y="629841"/>
            <a:ext cx="7982262" cy="333375"/>
          </a:xfrm>
        </p:spPr>
        <p:txBody>
          <a:bodyPr>
            <a:normAutofit fontScale="92500"/>
          </a:bodyPr>
          <a:lstStyle>
            <a:lvl1pPr marL="0" indent="0">
              <a:buNone/>
              <a:defRPr lang="fr-FR" sz="1350" b="1" kern="1200" dirty="0">
                <a:solidFill>
                  <a:schemeClr val="accent1">
                    <a:lumMod val="60000"/>
                    <a:lumOff val="40000"/>
                  </a:schemeClr>
                </a:solidFill>
                <a:latin typeface="+mn-lt"/>
                <a:ea typeface="+mn-ea"/>
                <a:cs typeface="+mn-cs"/>
              </a:defRPr>
            </a:lvl1pPr>
          </a:lstStyle>
          <a:p>
            <a:r>
              <a:rPr lang="fr-FR"/>
              <a:t>Sous-titre</a:t>
            </a:r>
          </a:p>
        </p:txBody>
      </p:sp>
    </p:spTree>
    <p:extLst>
      <p:ext uri="{BB962C8B-B14F-4D97-AF65-F5344CB8AC3E}">
        <p14:creationId xmlns:p14="http://schemas.microsoft.com/office/powerpoint/2010/main" val="212066698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Titre seul">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FC8BB39-B02C-47A0-B9F6-7E27D7FB182F}"/>
              </a:ext>
            </a:extLst>
          </p:cNvPr>
          <p:cNvSpPr/>
          <p:nvPr userDrawn="1"/>
        </p:nvSpPr>
        <p:spPr>
          <a:xfrm>
            <a:off x="0" y="0"/>
            <a:ext cx="9144000" cy="51435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solidFill>
                <a:schemeClr val="bg1"/>
              </a:solidFill>
            </a:endParaRPr>
          </a:p>
        </p:txBody>
      </p:sp>
      <p:sp>
        <p:nvSpPr>
          <p:cNvPr id="3" name="Rectangle : avec coins arrondis en diagonale 2">
            <a:extLst>
              <a:ext uri="{FF2B5EF4-FFF2-40B4-BE49-F238E27FC236}">
                <a16:creationId xmlns:a16="http://schemas.microsoft.com/office/drawing/2014/main" id="{DBF2BE83-D906-4FAC-9FDE-06ECAD7B513E}"/>
              </a:ext>
            </a:extLst>
          </p:cNvPr>
          <p:cNvSpPr/>
          <p:nvPr userDrawn="1"/>
        </p:nvSpPr>
        <p:spPr>
          <a:xfrm rot="5400000">
            <a:off x="8705850" y="4705350"/>
            <a:ext cx="438150" cy="43815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5" name="Date Placeholder 3">
            <a:extLst>
              <a:ext uri="{FF2B5EF4-FFF2-40B4-BE49-F238E27FC236}">
                <a16:creationId xmlns:a16="http://schemas.microsoft.com/office/drawing/2014/main" id="{25DC1F87-4CA1-4BBA-A56C-5F8D7DA5B2D5}"/>
              </a:ext>
            </a:extLst>
          </p:cNvPr>
          <p:cNvSpPr>
            <a:spLocks noGrp="1"/>
          </p:cNvSpPr>
          <p:nvPr>
            <p:ph type="dt" sz="half" idx="10"/>
          </p:nvPr>
        </p:nvSpPr>
        <p:spPr>
          <a:xfrm>
            <a:off x="628650" y="4767263"/>
            <a:ext cx="2057400" cy="273844"/>
          </a:xfrm>
        </p:spPr>
        <p:txBody>
          <a:bodyPr/>
          <a:lstStyle>
            <a:lvl1pPr>
              <a:defRPr>
                <a:solidFill>
                  <a:schemeClr val="bg1"/>
                </a:solidFill>
              </a:defRPr>
            </a:lvl1pPr>
          </a:lstStyle>
          <a:p>
            <a:fld id="{2B8B315D-1A6B-4A62-AE3F-D0C0DFC1C7BF}" type="datetime1">
              <a:rPr lang="fr-FR" smtClean="0"/>
              <a:pPr/>
              <a:t>09/09/2026</a:t>
            </a:fld>
            <a:endParaRPr lang="fr-FR"/>
          </a:p>
        </p:txBody>
      </p:sp>
      <p:sp>
        <p:nvSpPr>
          <p:cNvPr id="6" name="Footer Placeholder 4">
            <a:extLst>
              <a:ext uri="{FF2B5EF4-FFF2-40B4-BE49-F238E27FC236}">
                <a16:creationId xmlns:a16="http://schemas.microsoft.com/office/drawing/2014/main" id="{3AF17787-38FF-4AFF-87A8-8B05C2F597CF}"/>
              </a:ext>
            </a:extLst>
          </p:cNvPr>
          <p:cNvSpPr>
            <a:spLocks noGrp="1"/>
          </p:cNvSpPr>
          <p:nvPr>
            <p:ph type="ftr" sz="quarter" idx="11"/>
          </p:nvPr>
        </p:nvSpPr>
        <p:spPr>
          <a:xfrm>
            <a:off x="3028950" y="4767263"/>
            <a:ext cx="3086100" cy="273844"/>
          </a:xfrm>
        </p:spPr>
        <p:txBody>
          <a:bodyPr/>
          <a:lstStyle>
            <a:lvl1pPr>
              <a:defRPr>
                <a:solidFill>
                  <a:schemeClr val="bg1"/>
                </a:solidFill>
              </a:defRPr>
            </a:lvl1pPr>
          </a:lstStyle>
          <a:p>
            <a:endParaRPr lang="fr-FR"/>
          </a:p>
        </p:txBody>
      </p:sp>
      <p:sp>
        <p:nvSpPr>
          <p:cNvPr id="7" name="Slide Number Placeholder 5">
            <a:extLst>
              <a:ext uri="{FF2B5EF4-FFF2-40B4-BE49-F238E27FC236}">
                <a16:creationId xmlns:a16="http://schemas.microsoft.com/office/drawing/2014/main" id="{CD7CD565-2B81-4F10-A9AC-92D6AB21ABEA}"/>
              </a:ext>
            </a:extLst>
          </p:cNvPr>
          <p:cNvSpPr>
            <a:spLocks noGrp="1"/>
          </p:cNvSpPr>
          <p:nvPr>
            <p:ph type="sldNum" sz="quarter" idx="12"/>
          </p:nvPr>
        </p:nvSpPr>
        <p:spPr>
          <a:xfrm>
            <a:off x="8705850" y="4767263"/>
            <a:ext cx="438150" cy="273844"/>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a:p>
        </p:txBody>
      </p:sp>
      <p:pic>
        <p:nvPicPr>
          <p:cNvPr id="9" name="Image 8">
            <a:extLst>
              <a:ext uri="{FF2B5EF4-FFF2-40B4-BE49-F238E27FC236}">
                <a16:creationId xmlns:a16="http://schemas.microsoft.com/office/drawing/2014/main" id="{E50D7210-FAB3-46D0-B1DE-47ED72F3463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6806" y="4705286"/>
            <a:ext cx="361344" cy="372055"/>
          </a:xfrm>
          <a:prstGeom prst="rect">
            <a:avLst/>
          </a:prstGeom>
        </p:spPr>
      </p:pic>
      <p:sp>
        <p:nvSpPr>
          <p:cNvPr id="10" name="Title 1">
            <a:extLst>
              <a:ext uri="{FF2B5EF4-FFF2-40B4-BE49-F238E27FC236}">
                <a16:creationId xmlns:a16="http://schemas.microsoft.com/office/drawing/2014/main" id="{C28B5858-D4E9-4630-9E3D-815D40E59461}"/>
              </a:ext>
            </a:extLst>
          </p:cNvPr>
          <p:cNvSpPr>
            <a:spLocks noGrp="1"/>
          </p:cNvSpPr>
          <p:nvPr>
            <p:ph type="title" hasCustomPrompt="1"/>
          </p:nvPr>
        </p:nvSpPr>
        <p:spPr>
          <a:xfrm>
            <a:off x="628650" y="15556"/>
            <a:ext cx="7886700" cy="828506"/>
          </a:xfrm>
        </p:spPr>
        <p:txBody>
          <a:bodyPr/>
          <a:lstStyle>
            <a:lvl1pPr>
              <a:defRPr>
                <a:solidFill>
                  <a:schemeClr val="bg1"/>
                </a:solidFill>
              </a:defRPr>
            </a:lvl1pPr>
          </a:lstStyle>
          <a:p>
            <a:r>
              <a:rPr lang="fr-FR"/>
              <a:t>Titre de la page</a:t>
            </a:r>
            <a:endParaRPr lang="en-US"/>
          </a:p>
        </p:txBody>
      </p:sp>
    </p:spTree>
    <p:extLst>
      <p:ext uri="{BB962C8B-B14F-4D97-AF65-F5344CB8AC3E}">
        <p14:creationId xmlns:p14="http://schemas.microsoft.com/office/powerpoint/2010/main" val="59988569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Vide bleu">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FC8BB39-B02C-47A0-B9F6-7E27D7FB182F}"/>
              </a:ext>
            </a:extLst>
          </p:cNvPr>
          <p:cNvSpPr/>
          <p:nvPr userDrawn="1"/>
        </p:nvSpPr>
        <p:spPr>
          <a:xfrm>
            <a:off x="0" y="0"/>
            <a:ext cx="9144000" cy="51435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Tree>
    <p:extLst>
      <p:ext uri="{BB962C8B-B14F-4D97-AF65-F5344CB8AC3E}">
        <p14:creationId xmlns:p14="http://schemas.microsoft.com/office/powerpoint/2010/main" val="29109021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1_Contenu simple">
    <p:spTree>
      <p:nvGrpSpPr>
        <p:cNvPr id="1" name=""/>
        <p:cNvGrpSpPr/>
        <p:nvPr/>
      </p:nvGrpSpPr>
      <p:grpSpPr>
        <a:xfrm>
          <a:off x="0" y="0"/>
          <a:ext cx="0" cy="0"/>
          <a:chOff x="0" y="0"/>
          <a:chExt cx="0" cy="0"/>
        </a:xfrm>
      </p:grpSpPr>
      <p:pic>
        <p:nvPicPr>
          <p:cNvPr id="13" name="Picture 12" descr="A picture containing blur, highway&#10;&#10;Description automatically generated">
            <a:extLst>
              <a:ext uri="{FF2B5EF4-FFF2-40B4-BE49-F238E27FC236}">
                <a16:creationId xmlns:a16="http://schemas.microsoft.com/office/drawing/2014/main" id="{A679F780-8734-4BE5-89A7-A127EF43BC64}"/>
              </a:ext>
            </a:extLst>
          </p:cNvPr>
          <p:cNvPicPr>
            <a:picLocks noChangeAspect="1"/>
          </p:cNvPicPr>
          <p:nvPr userDrawn="1"/>
        </p:nvPicPr>
        <p:blipFill rotWithShape="1">
          <a:blip r:embed="rId2"/>
          <a:srcRect b="42707"/>
          <a:stretch/>
        </p:blipFill>
        <p:spPr>
          <a:xfrm rot="10800000">
            <a:off x="1371" y="0"/>
            <a:ext cx="9142629" cy="5143500"/>
          </a:xfrm>
          <a:prstGeom prst="rect">
            <a:avLst/>
          </a:prstGeom>
        </p:spPr>
      </p:pic>
      <p:sp>
        <p:nvSpPr>
          <p:cNvPr id="3" name="Rectangle : avec coins arrondis en diagonale 2">
            <a:extLst>
              <a:ext uri="{FF2B5EF4-FFF2-40B4-BE49-F238E27FC236}">
                <a16:creationId xmlns:a16="http://schemas.microsoft.com/office/drawing/2014/main" id="{DBF2BE83-D906-4FAC-9FDE-06ECAD7B513E}"/>
              </a:ext>
            </a:extLst>
          </p:cNvPr>
          <p:cNvSpPr/>
          <p:nvPr userDrawn="1"/>
        </p:nvSpPr>
        <p:spPr>
          <a:xfrm rot="5400000">
            <a:off x="8705850" y="4705350"/>
            <a:ext cx="438150" cy="43815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latin typeface="Aptos" panose="020B0004020202020204" pitchFamily="34" charset="0"/>
            </a:endParaRPr>
          </a:p>
        </p:txBody>
      </p:sp>
      <p:sp>
        <p:nvSpPr>
          <p:cNvPr id="5" name="Date Placeholder 3">
            <a:extLst>
              <a:ext uri="{FF2B5EF4-FFF2-40B4-BE49-F238E27FC236}">
                <a16:creationId xmlns:a16="http://schemas.microsoft.com/office/drawing/2014/main" id="{25DC1F87-4CA1-4BBA-A56C-5F8D7DA5B2D5}"/>
              </a:ext>
            </a:extLst>
          </p:cNvPr>
          <p:cNvSpPr>
            <a:spLocks noGrp="1"/>
          </p:cNvSpPr>
          <p:nvPr>
            <p:ph type="dt" sz="half" idx="10"/>
          </p:nvPr>
        </p:nvSpPr>
        <p:spPr>
          <a:xfrm>
            <a:off x="628650" y="4767263"/>
            <a:ext cx="2057400" cy="273844"/>
          </a:xfrm>
        </p:spPr>
        <p:txBody>
          <a:bodyPr/>
          <a:lstStyle>
            <a:lvl1pPr>
              <a:defRPr>
                <a:solidFill>
                  <a:schemeClr val="bg1"/>
                </a:solidFill>
                <a:latin typeface="Aptos" panose="020B0004020202020204" pitchFamily="34" charset="0"/>
              </a:defRPr>
            </a:lvl1pPr>
          </a:lstStyle>
          <a:p>
            <a:fld id="{2B8B315D-1A6B-4A62-AE3F-D0C0DFC1C7BF}" type="datetime1">
              <a:rPr lang="fr-FR" smtClean="0"/>
              <a:pPr/>
              <a:t>09/09/2026</a:t>
            </a:fld>
            <a:endParaRPr lang="fr-FR"/>
          </a:p>
        </p:txBody>
      </p:sp>
      <p:sp>
        <p:nvSpPr>
          <p:cNvPr id="6" name="Footer Placeholder 4">
            <a:extLst>
              <a:ext uri="{FF2B5EF4-FFF2-40B4-BE49-F238E27FC236}">
                <a16:creationId xmlns:a16="http://schemas.microsoft.com/office/drawing/2014/main" id="{3AF17787-38FF-4AFF-87A8-8B05C2F597CF}"/>
              </a:ext>
            </a:extLst>
          </p:cNvPr>
          <p:cNvSpPr>
            <a:spLocks noGrp="1"/>
          </p:cNvSpPr>
          <p:nvPr>
            <p:ph type="ftr" sz="quarter" idx="11"/>
          </p:nvPr>
        </p:nvSpPr>
        <p:spPr>
          <a:xfrm>
            <a:off x="3028950" y="4767263"/>
            <a:ext cx="3086100" cy="273844"/>
          </a:xfrm>
        </p:spPr>
        <p:txBody>
          <a:bodyPr/>
          <a:lstStyle>
            <a:lvl1pPr>
              <a:defRPr>
                <a:solidFill>
                  <a:schemeClr val="bg1"/>
                </a:solidFill>
                <a:latin typeface="Aptos" panose="020B0004020202020204" pitchFamily="34" charset="0"/>
              </a:defRPr>
            </a:lvl1pPr>
          </a:lstStyle>
          <a:p>
            <a:endParaRPr lang="fr-FR"/>
          </a:p>
        </p:txBody>
      </p:sp>
      <p:sp>
        <p:nvSpPr>
          <p:cNvPr id="7" name="Slide Number Placeholder 5">
            <a:extLst>
              <a:ext uri="{FF2B5EF4-FFF2-40B4-BE49-F238E27FC236}">
                <a16:creationId xmlns:a16="http://schemas.microsoft.com/office/drawing/2014/main" id="{CD7CD565-2B81-4F10-A9AC-92D6AB21ABEA}"/>
              </a:ext>
            </a:extLst>
          </p:cNvPr>
          <p:cNvSpPr>
            <a:spLocks noGrp="1"/>
          </p:cNvSpPr>
          <p:nvPr>
            <p:ph type="sldNum" sz="quarter" idx="12"/>
          </p:nvPr>
        </p:nvSpPr>
        <p:spPr>
          <a:xfrm>
            <a:off x="8705850" y="4767263"/>
            <a:ext cx="438150" cy="273844"/>
          </a:xfrm>
          <a:prstGeom prst="rect">
            <a:avLst/>
          </a:prstGeom>
        </p:spPr>
        <p:txBody>
          <a:bodyPr/>
          <a:lstStyle>
            <a:lvl1pPr algn="ctr">
              <a:defRPr>
                <a:solidFill>
                  <a:schemeClr val="bg1"/>
                </a:solidFill>
                <a:latin typeface="Aptos" panose="020B0004020202020204" pitchFamily="34" charset="0"/>
              </a:defRPr>
            </a:lvl1pPr>
          </a:lstStyle>
          <a:p>
            <a:fld id="{323DE39C-8A81-4508-8EC3-8C55B05C4E7E}" type="slidenum">
              <a:rPr lang="fr-FR" smtClean="0"/>
              <a:pPr/>
              <a:t>‹N°›</a:t>
            </a:fld>
            <a:endParaRPr lang="fr-FR"/>
          </a:p>
        </p:txBody>
      </p:sp>
      <p:pic>
        <p:nvPicPr>
          <p:cNvPr id="9" name="Image 8">
            <a:extLst>
              <a:ext uri="{FF2B5EF4-FFF2-40B4-BE49-F238E27FC236}">
                <a16:creationId xmlns:a16="http://schemas.microsoft.com/office/drawing/2014/main" id="{E50D7210-FAB3-46D0-B1DE-47ED72F3463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6806" y="4705286"/>
            <a:ext cx="361344" cy="372055"/>
          </a:xfrm>
          <a:prstGeom prst="rect">
            <a:avLst/>
          </a:prstGeom>
        </p:spPr>
      </p:pic>
      <p:sp>
        <p:nvSpPr>
          <p:cNvPr id="10" name="Title 1">
            <a:extLst>
              <a:ext uri="{FF2B5EF4-FFF2-40B4-BE49-F238E27FC236}">
                <a16:creationId xmlns:a16="http://schemas.microsoft.com/office/drawing/2014/main" id="{C28B5858-D4E9-4630-9E3D-815D40E59461}"/>
              </a:ext>
            </a:extLst>
          </p:cNvPr>
          <p:cNvSpPr>
            <a:spLocks noGrp="1"/>
          </p:cNvSpPr>
          <p:nvPr>
            <p:ph type="title" hasCustomPrompt="1"/>
          </p:nvPr>
        </p:nvSpPr>
        <p:spPr>
          <a:xfrm>
            <a:off x="628650" y="15556"/>
            <a:ext cx="7886700" cy="828506"/>
          </a:xfrm>
        </p:spPr>
        <p:txBody>
          <a:bodyPr/>
          <a:lstStyle>
            <a:lvl1pPr>
              <a:defRPr b="1">
                <a:solidFill>
                  <a:schemeClr val="bg1"/>
                </a:solidFill>
                <a:latin typeface="Aptos" panose="020B0004020202020204" pitchFamily="34" charset="0"/>
              </a:defRPr>
            </a:lvl1pPr>
          </a:lstStyle>
          <a:p>
            <a:r>
              <a:rPr lang="fr-FR"/>
              <a:t>Titre de la page</a:t>
            </a:r>
            <a:endParaRPr lang="en-US"/>
          </a:p>
        </p:txBody>
      </p:sp>
      <p:sp>
        <p:nvSpPr>
          <p:cNvPr id="4" name="Text Placeholder 8">
            <a:extLst>
              <a:ext uri="{FF2B5EF4-FFF2-40B4-BE49-F238E27FC236}">
                <a16:creationId xmlns:a16="http://schemas.microsoft.com/office/drawing/2014/main" id="{4CCF1BF1-15BF-1103-10C6-9F839C63FB54}"/>
              </a:ext>
            </a:extLst>
          </p:cNvPr>
          <p:cNvSpPr>
            <a:spLocks noGrp="1"/>
          </p:cNvSpPr>
          <p:nvPr>
            <p:ph type="body" sz="quarter" idx="13" hasCustomPrompt="1"/>
          </p:nvPr>
        </p:nvSpPr>
        <p:spPr>
          <a:xfrm>
            <a:off x="628650" y="629841"/>
            <a:ext cx="7982262" cy="333375"/>
          </a:xfrm>
        </p:spPr>
        <p:txBody>
          <a:bodyPr>
            <a:normAutofit fontScale="92500"/>
          </a:bodyPr>
          <a:lstStyle>
            <a:lvl1pPr marL="0" indent="0">
              <a:buNone/>
              <a:defRPr lang="fr-FR" sz="1350" b="1" kern="1200" dirty="0">
                <a:solidFill>
                  <a:schemeClr val="accent1">
                    <a:lumMod val="60000"/>
                    <a:lumOff val="40000"/>
                  </a:schemeClr>
                </a:solidFill>
                <a:latin typeface="Aptos" panose="020B0004020202020204" pitchFamily="34" charset="0"/>
                <a:ea typeface="+mn-ea"/>
                <a:cs typeface="+mn-cs"/>
              </a:defRPr>
            </a:lvl1pPr>
          </a:lstStyle>
          <a:p>
            <a:r>
              <a:rPr lang="fr-FR"/>
              <a:t>Sous-titre</a:t>
            </a:r>
          </a:p>
        </p:txBody>
      </p:sp>
      <p:sp>
        <p:nvSpPr>
          <p:cNvPr id="8" name="Content Placeholder 2">
            <a:extLst>
              <a:ext uri="{FF2B5EF4-FFF2-40B4-BE49-F238E27FC236}">
                <a16:creationId xmlns:a16="http://schemas.microsoft.com/office/drawing/2014/main" id="{4723B4DB-C26B-2425-0472-60AD87C2A93F}"/>
              </a:ext>
            </a:extLst>
          </p:cNvPr>
          <p:cNvSpPr>
            <a:spLocks noGrp="1"/>
          </p:cNvSpPr>
          <p:nvPr>
            <p:ph idx="1"/>
          </p:nvPr>
        </p:nvSpPr>
        <p:spPr>
          <a:xfrm>
            <a:off x="628650" y="1097280"/>
            <a:ext cx="7886700" cy="3535443"/>
          </a:xfrm>
        </p:spPr>
        <p:txBody>
          <a:bodyPr/>
          <a:lstStyle>
            <a:lvl1pPr marL="171450" indent="-171450">
              <a:lnSpc>
                <a:spcPct val="100000"/>
              </a:lnSpc>
              <a:buFontTx/>
              <a:buBlip>
                <a:blip r:embed="rId4"/>
              </a:buBlip>
              <a:defRPr>
                <a:solidFill>
                  <a:schemeClr val="bg1"/>
                </a:solidFill>
                <a:latin typeface="Aptos" panose="020B0004020202020204" pitchFamily="34" charset="0"/>
              </a:defRPr>
            </a:lvl1pPr>
            <a:lvl2pPr marL="514350" indent="-171450">
              <a:lnSpc>
                <a:spcPct val="100000"/>
              </a:lnSpc>
              <a:buFontTx/>
              <a:buBlip>
                <a:blip r:embed="rId5"/>
              </a:buBlip>
              <a:defRPr>
                <a:solidFill>
                  <a:schemeClr val="bg1"/>
                </a:solidFill>
                <a:latin typeface="Aptos" panose="020B0004020202020204" pitchFamily="34" charset="0"/>
              </a:defRPr>
            </a:lvl2pPr>
            <a:lvl3pPr>
              <a:lnSpc>
                <a:spcPct val="100000"/>
              </a:lnSpc>
              <a:defRPr>
                <a:solidFill>
                  <a:schemeClr val="bg1"/>
                </a:solidFill>
                <a:latin typeface="Aptos" panose="020B0004020202020204" pitchFamily="34" charset="0"/>
              </a:defRPr>
            </a:lvl3pPr>
            <a:lvl4pPr>
              <a:lnSpc>
                <a:spcPct val="100000"/>
              </a:lnSpc>
              <a:defRPr>
                <a:solidFill>
                  <a:schemeClr val="bg1"/>
                </a:solidFill>
                <a:latin typeface="Aptos" panose="020B0004020202020204" pitchFamily="34" charset="0"/>
              </a:defRPr>
            </a:lvl4pPr>
            <a:lvl5pPr>
              <a:lnSpc>
                <a:spcPct val="100000"/>
              </a:lnSpc>
              <a:defRPr>
                <a:solidFill>
                  <a:schemeClr val="bg1"/>
                </a:solidFill>
                <a:latin typeface="Aptos" panose="020B0004020202020204" pitchFamily="34" charset="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pic>
        <p:nvPicPr>
          <p:cNvPr id="11" name="Picture 6" descr="Microsoft Azure logo et symbole, sens, histoire, PNG, marque">
            <a:extLst>
              <a:ext uri="{FF2B5EF4-FFF2-40B4-BE49-F238E27FC236}">
                <a16:creationId xmlns:a16="http://schemas.microsoft.com/office/drawing/2014/main" id="{C639A48B-E3A1-BE68-12ED-A645527CF15D}"/>
              </a:ext>
            </a:extLst>
          </p:cNvPr>
          <p:cNvPicPr>
            <a:picLocks noChangeAspect="1" noChangeArrowheads="1"/>
          </p:cNvPicPr>
          <p:nvPr userDrawn="1"/>
        </p:nvPicPr>
        <p:blipFill rotWithShape="1">
          <a:blip r:embed="rId6" cstate="screen">
            <a:lum bright="70000" contrast="-70000"/>
            <a:alphaModFix amt="7000"/>
            <a:extLst>
              <a:ext uri="{BEBA8EAE-BF5A-486C-A8C5-ECC9F3942E4B}">
                <a14:imgProps xmlns:a14="http://schemas.microsoft.com/office/drawing/2010/main">
                  <a14:imgLayer r:embed="rId7">
                    <a14:imgEffect>
                      <a14:saturation sat="0"/>
                    </a14:imgEffect>
                  </a14:imgLayer>
                </a14:imgProps>
              </a:ext>
              <a:ext uri="{28A0092B-C50C-407E-A947-70E740481C1C}">
                <a14:useLocalDpi xmlns:a14="http://schemas.microsoft.com/office/drawing/2010/main"/>
              </a:ext>
            </a:extLst>
          </a:blip>
          <a:srcRect r="43381"/>
          <a:stretch/>
        </p:blipFill>
        <p:spPr bwMode="auto">
          <a:xfrm>
            <a:off x="5396346" y="770878"/>
            <a:ext cx="3747654" cy="3723191"/>
          </a:xfrm>
          <a:prstGeom prst="rect">
            <a:avLst/>
          </a:prstGeom>
          <a:noFill/>
          <a:extLst>
            <a:ext uri="{909E8E84-426E-40DD-AFC4-6F175D3DCCD1}">
              <a14:hiddenFill xmlns:a14="http://schemas.microsoft.com/office/drawing/2010/main">
                <a:solidFill>
                  <a:srgbClr val="FFFFFF"/>
                </a:solidFill>
              </a14:hiddenFill>
            </a:ext>
          </a:extLst>
        </p:spPr>
      </p:pic>
      <p:pic>
        <p:nvPicPr>
          <p:cNvPr id="12" name="Graphic 11">
            <a:extLst>
              <a:ext uri="{FF2B5EF4-FFF2-40B4-BE49-F238E27FC236}">
                <a16:creationId xmlns:a16="http://schemas.microsoft.com/office/drawing/2014/main" id="{CB56C589-5E22-4CCE-771E-FC5DF5160F0C}"/>
              </a:ext>
            </a:extLst>
          </p:cNvPr>
          <p:cNvPicPr>
            <a:picLocks noChangeAspect="1"/>
          </p:cNvPicPr>
          <p:nvPr userDrawn="1"/>
        </p:nvPicPr>
        <p:blipFill rotWithShape="1">
          <a:blip cstate="screen">
            <a:lum contrast="-70000"/>
            <a:alphaModFix amt="20000"/>
            <a:extLst>
              <a:ext uri="{28A0092B-C50C-407E-A947-70E740481C1C}">
                <a14:useLocalDpi xmlns:a14="http://schemas.microsoft.com/office/drawing/2010/main"/>
              </a:ext>
              <a:ext uri="{96DAC541-7B7A-43D3-8B79-37D633B846F1}">
                <asvg:svgBlip xmlns:asvg="http://schemas.microsoft.com/office/drawing/2016/SVG/main" r:embed="rId8"/>
              </a:ext>
            </a:extLst>
          </a:blip>
          <a:srcRect l="40277"/>
          <a:stretch/>
        </p:blipFill>
        <p:spPr>
          <a:xfrm>
            <a:off x="1" y="770878"/>
            <a:ext cx="2223611" cy="3723191"/>
          </a:xfrm>
          <a:prstGeom prst="rect">
            <a:avLst/>
          </a:prstGeom>
        </p:spPr>
      </p:pic>
    </p:spTree>
    <p:extLst>
      <p:ext uri="{BB962C8B-B14F-4D97-AF65-F5344CB8AC3E}">
        <p14:creationId xmlns:p14="http://schemas.microsoft.com/office/powerpoint/2010/main" val="117550441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Contenu si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FC8BB39-B02C-47A0-B9F6-7E27D7FB182F}"/>
              </a:ext>
            </a:extLst>
          </p:cNvPr>
          <p:cNvSpPr/>
          <p:nvPr userDrawn="1"/>
        </p:nvSpPr>
        <p:spPr>
          <a:xfrm>
            <a:off x="0" y="0"/>
            <a:ext cx="9144000" cy="51435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solidFill>
                <a:schemeClr val="bg1"/>
              </a:solidFill>
            </a:endParaRPr>
          </a:p>
        </p:txBody>
      </p:sp>
      <p:sp>
        <p:nvSpPr>
          <p:cNvPr id="3" name="Rectangle : avec coins arrondis en diagonale 2">
            <a:extLst>
              <a:ext uri="{FF2B5EF4-FFF2-40B4-BE49-F238E27FC236}">
                <a16:creationId xmlns:a16="http://schemas.microsoft.com/office/drawing/2014/main" id="{DBF2BE83-D906-4FAC-9FDE-06ECAD7B513E}"/>
              </a:ext>
            </a:extLst>
          </p:cNvPr>
          <p:cNvSpPr/>
          <p:nvPr userDrawn="1"/>
        </p:nvSpPr>
        <p:spPr>
          <a:xfrm rot="5400000">
            <a:off x="8705850" y="4705350"/>
            <a:ext cx="438150" cy="43815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5" name="Date Placeholder 3">
            <a:extLst>
              <a:ext uri="{FF2B5EF4-FFF2-40B4-BE49-F238E27FC236}">
                <a16:creationId xmlns:a16="http://schemas.microsoft.com/office/drawing/2014/main" id="{25DC1F87-4CA1-4BBA-A56C-5F8D7DA5B2D5}"/>
              </a:ext>
            </a:extLst>
          </p:cNvPr>
          <p:cNvSpPr>
            <a:spLocks noGrp="1"/>
          </p:cNvSpPr>
          <p:nvPr>
            <p:ph type="dt" sz="half" idx="10"/>
          </p:nvPr>
        </p:nvSpPr>
        <p:spPr>
          <a:xfrm>
            <a:off x="628650" y="4767263"/>
            <a:ext cx="2057400" cy="273844"/>
          </a:xfrm>
        </p:spPr>
        <p:txBody>
          <a:bodyPr/>
          <a:lstStyle>
            <a:lvl1pPr>
              <a:defRPr>
                <a:solidFill>
                  <a:schemeClr val="bg1"/>
                </a:solidFill>
              </a:defRPr>
            </a:lvl1pPr>
          </a:lstStyle>
          <a:p>
            <a:fld id="{2B8B315D-1A6B-4A62-AE3F-D0C0DFC1C7BF}" type="datetime1">
              <a:rPr lang="fr-FR" smtClean="0"/>
              <a:pPr/>
              <a:t>09/09/2026</a:t>
            </a:fld>
            <a:endParaRPr lang="fr-FR"/>
          </a:p>
        </p:txBody>
      </p:sp>
      <p:sp>
        <p:nvSpPr>
          <p:cNvPr id="6" name="Footer Placeholder 4">
            <a:extLst>
              <a:ext uri="{FF2B5EF4-FFF2-40B4-BE49-F238E27FC236}">
                <a16:creationId xmlns:a16="http://schemas.microsoft.com/office/drawing/2014/main" id="{3AF17787-38FF-4AFF-87A8-8B05C2F597CF}"/>
              </a:ext>
            </a:extLst>
          </p:cNvPr>
          <p:cNvSpPr>
            <a:spLocks noGrp="1"/>
          </p:cNvSpPr>
          <p:nvPr>
            <p:ph type="ftr" sz="quarter" idx="11"/>
          </p:nvPr>
        </p:nvSpPr>
        <p:spPr>
          <a:xfrm>
            <a:off x="3028950" y="4767263"/>
            <a:ext cx="3086100" cy="273844"/>
          </a:xfrm>
        </p:spPr>
        <p:txBody>
          <a:bodyPr/>
          <a:lstStyle>
            <a:lvl1pPr>
              <a:defRPr>
                <a:solidFill>
                  <a:schemeClr val="bg1"/>
                </a:solidFill>
              </a:defRPr>
            </a:lvl1pPr>
          </a:lstStyle>
          <a:p>
            <a:endParaRPr lang="fr-FR"/>
          </a:p>
        </p:txBody>
      </p:sp>
      <p:sp>
        <p:nvSpPr>
          <p:cNvPr id="7" name="Slide Number Placeholder 5">
            <a:extLst>
              <a:ext uri="{FF2B5EF4-FFF2-40B4-BE49-F238E27FC236}">
                <a16:creationId xmlns:a16="http://schemas.microsoft.com/office/drawing/2014/main" id="{CD7CD565-2B81-4F10-A9AC-92D6AB21ABEA}"/>
              </a:ext>
            </a:extLst>
          </p:cNvPr>
          <p:cNvSpPr>
            <a:spLocks noGrp="1"/>
          </p:cNvSpPr>
          <p:nvPr>
            <p:ph type="sldNum" sz="quarter" idx="12"/>
          </p:nvPr>
        </p:nvSpPr>
        <p:spPr>
          <a:xfrm>
            <a:off x="8705850" y="4767263"/>
            <a:ext cx="438150" cy="273844"/>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a:p>
        </p:txBody>
      </p:sp>
      <p:pic>
        <p:nvPicPr>
          <p:cNvPr id="9" name="Image 8">
            <a:extLst>
              <a:ext uri="{FF2B5EF4-FFF2-40B4-BE49-F238E27FC236}">
                <a16:creationId xmlns:a16="http://schemas.microsoft.com/office/drawing/2014/main" id="{E50D7210-FAB3-46D0-B1DE-47ED72F3463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6806" y="4705286"/>
            <a:ext cx="361344" cy="372055"/>
          </a:xfrm>
          <a:prstGeom prst="rect">
            <a:avLst/>
          </a:prstGeom>
        </p:spPr>
      </p:pic>
      <p:sp>
        <p:nvSpPr>
          <p:cNvPr id="10" name="Title 1">
            <a:extLst>
              <a:ext uri="{FF2B5EF4-FFF2-40B4-BE49-F238E27FC236}">
                <a16:creationId xmlns:a16="http://schemas.microsoft.com/office/drawing/2014/main" id="{C28B5858-D4E9-4630-9E3D-815D40E59461}"/>
              </a:ext>
            </a:extLst>
          </p:cNvPr>
          <p:cNvSpPr>
            <a:spLocks noGrp="1"/>
          </p:cNvSpPr>
          <p:nvPr>
            <p:ph type="title" hasCustomPrompt="1"/>
          </p:nvPr>
        </p:nvSpPr>
        <p:spPr>
          <a:xfrm>
            <a:off x="628650" y="15556"/>
            <a:ext cx="7886700" cy="828506"/>
          </a:xfrm>
        </p:spPr>
        <p:txBody>
          <a:bodyPr/>
          <a:lstStyle>
            <a:lvl1pPr>
              <a:defRPr>
                <a:solidFill>
                  <a:schemeClr val="bg1"/>
                </a:solidFill>
              </a:defRPr>
            </a:lvl1pPr>
          </a:lstStyle>
          <a:p>
            <a:r>
              <a:rPr lang="fr-FR"/>
              <a:t>Titre de la page</a:t>
            </a:r>
            <a:endParaRPr lang="en-US"/>
          </a:p>
        </p:txBody>
      </p:sp>
      <p:sp>
        <p:nvSpPr>
          <p:cNvPr id="11" name="Content Placeholder 2">
            <a:extLst>
              <a:ext uri="{FF2B5EF4-FFF2-40B4-BE49-F238E27FC236}">
                <a16:creationId xmlns:a16="http://schemas.microsoft.com/office/drawing/2014/main" id="{4CC91D36-B858-40DD-BEF2-4CB22C2A1F28}"/>
              </a:ext>
            </a:extLst>
          </p:cNvPr>
          <p:cNvSpPr>
            <a:spLocks noGrp="1"/>
          </p:cNvSpPr>
          <p:nvPr>
            <p:ph idx="1"/>
          </p:nvPr>
        </p:nvSpPr>
        <p:spPr>
          <a:xfrm>
            <a:off x="628650" y="1097280"/>
            <a:ext cx="7886700" cy="3545994"/>
          </a:xfrm>
        </p:spPr>
        <p:txBody>
          <a:bodyPr/>
          <a:lstStyle>
            <a:lvl1pPr marL="257175" indent="-257175">
              <a:buFont typeface="Arial" panose="020B0604020202020204" pitchFamily="34" charset="0"/>
              <a:buChar char="•"/>
              <a:defRPr>
                <a:solidFill>
                  <a:schemeClr val="bg1"/>
                </a:solidFill>
              </a:defRPr>
            </a:lvl1pPr>
            <a:lvl2pPr marL="557213" indent="-214313">
              <a:buFont typeface="Arial" panose="020B0604020202020204" pitchFamily="34" charset="0"/>
              <a:buChar cha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Tree>
    <p:extLst>
      <p:ext uri="{BB962C8B-B14F-4D97-AF65-F5344CB8AC3E}">
        <p14:creationId xmlns:p14="http://schemas.microsoft.com/office/powerpoint/2010/main" val="93046443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1_Titre seul - 1">
    <p:spTree>
      <p:nvGrpSpPr>
        <p:cNvPr id="1" name=""/>
        <p:cNvGrpSpPr/>
        <p:nvPr/>
      </p:nvGrpSpPr>
      <p:grpSpPr>
        <a:xfrm>
          <a:off x="0" y="0"/>
          <a:ext cx="0" cy="0"/>
          <a:chOff x="0" y="0"/>
          <a:chExt cx="0" cy="0"/>
        </a:xfrm>
      </p:grpSpPr>
      <p:sp>
        <p:nvSpPr>
          <p:cNvPr id="7" name="Rectangle : avec coins arrondis en diagonale 6">
            <a:extLst>
              <a:ext uri="{FF2B5EF4-FFF2-40B4-BE49-F238E27FC236}">
                <a16:creationId xmlns:a16="http://schemas.microsoft.com/office/drawing/2014/main" id="{EB2EF074-07F3-4B66-AD26-475FB124DBD9}"/>
              </a:ext>
            </a:extLst>
          </p:cNvPr>
          <p:cNvSpPr/>
          <p:nvPr userDrawn="1"/>
        </p:nvSpPr>
        <p:spPr>
          <a:xfrm rot="5400000">
            <a:off x="8705850" y="4705350"/>
            <a:ext cx="438150" cy="438150"/>
          </a:xfrm>
          <a:prstGeom prst="round2DiagRect">
            <a:avLst>
              <a:gd name="adj1" fmla="val 21015"/>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2" name="Title 1"/>
          <p:cNvSpPr>
            <a:spLocks noGrp="1"/>
          </p:cNvSpPr>
          <p:nvPr>
            <p:ph type="title" hasCustomPrompt="1"/>
          </p:nvPr>
        </p:nvSpPr>
        <p:spPr>
          <a:xfrm>
            <a:off x="628650" y="15556"/>
            <a:ext cx="7886700" cy="828506"/>
          </a:xfrm>
        </p:spPr>
        <p:txBody>
          <a:bodyPr/>
          <a:lstStyle>
            <a:lvl1pPr>
              <a:defRPr b="1">
                <a:solidFill>
                  <a:srgbClr val="002060"/>
                </a:solidFill>
                <a:latin typeface="Aptos" panose="020B0004020202020204" pitchFamily="34" charset="0"/>
              </a:defRPr>
            </a:lvl1pPr>
          </a:lstStyle>
          <a:p>
            <a:r>
              <a:rPr lang="fr-FR"/>
              <a:t>Titre de la page</a:t>
            </a:r>
            <a:endParaRPr lang="en-US"/>
          </a:p>
        </p:txBody>
      </p:sp>
      <p:sp>
        <p:nvSpPr>
          <p:cNvPr id="4" name="Date Placeholder 3"/>
          <p:cNvSpPr>
            <a:spLocks noGrp="1"/>
          </p:cNvSpPr>
          <p:nvPr>
            <p:ph type="dt" sz="half" idx="10"/>
          </p:nvPr>
        </p:nvSpPr>
        <p:spPr/>
        <p:txBody>
          <a:bodyPr/>
          <a:lstStyle/>
          <a:p>
            <a:fld id="{2B8B315D-1A6B-4A62-AE3F-D0C0DFC1C7BF}" type="datetime1">
              <a:rPr lang="fr-FR" smtClean="0"/>
              <a:t>09/09/2026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a:xfrm>
            <a:off x="8705850" y="4767263"/>
            <a:ext cx="438150" cy="273844"/>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a:p>
        </p:txBody>
      </p:sp>
      <p:pic>
        <p:nvPicPr>
          <p:cNvPr id="13" name="Image 12">
            <a:extLst>
              <a:ext uri="{FF2B5EF4-FFF2-40B4-BE49-F238E27FC236}">
                <a16:creationId xmlns:a16="http://schemas.microsoft.com/office/drawing/2014/main" id="{DD5413C9-153C-4B3A-BB67-855BDDA5726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6806" y="4705351"/>
            <a:ext cx="361344" cy="371927"/>
          </a:xfrm>
          <a:prstGeom prst="rect">
            <a:avLst/>
          </a:prstGeom>
        </p:spPr>
      </p:pic>
      <p:pic>
        <p:nvPicPr>
          <p:cNvPr id="1028" name="Picture 4" descr="Logo ChatGPT PNG transparents - StickPNG">
            <a:extLst>
              <a:ext uri="{FF2B5EF4-FFF2-40B4-BE49-F238E27FC236}">
                <a16:creationId xmlns:a16="http://schemas.microsoft.com/office/drawing/2014/main" id="{C8751ACF-B203-D4CC-3735-5B090E2D53CB}"/>
              </a:ext>
            </a:extLst>
          </p:cNvPr>
          <p:cNvPicPr>
            <a:picLocks noChangeAspect="1" noChangeArrowheads="1"/>
          </p:cNvPicPr>
          <p:nvPr userDrawn="1"/>
        </p:nvPicPr>
        <p:blipFill>
          <a:blip r:embed="rId3">
            <a:lum bright="70000" contrast="-70000"/>
            <a:alphaModFix amt="20000"/>
            <a:extLst>
              <a:ext uri="{28A0092B-C50C-407E-A947-70E740481C1C}">
                <a14:useLocalDpi xmlns:a14="http://schemas.microsoft.com/office/drawing/2010/main" val="0"/>
              </a:ext>
            </a:extLst>
          </a:blip>
          <a:srcRect/>
          <a:stretch>
            <a:fillRect/>
          </a:stretch>
        </p:blipFill>
        <p:spPr bwMode="auto">
          <a:xfrm>
            <a:off x="-1996354" y="349330"/>
            <a:ext cx="4297940" cy="435602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Microsoft Azure logo et symbole, sens, histoire, PNG, marque">
            <a:extLst>
              <a:ext uri="{FF2B5EF4-FFF2-40B4-BE49-F238E27FC236}">
                <a16:creationId xmlns:a16="http://schemas.microsoft.com/office/drawing/2014/main" id="{E6B51D14-5FF4-DDE0-80E1-7207DC9AD02E}"/>
              </a:ext>
            </a:extLst>
          </p:cNvPr>
          <p:cNvPicPr>
            <a:picLocks noChangeAspect="1" noChangeArrowheads="1"/>
          </p:cNvPicPr>
          <p:nvPr userDrawn="1"/>
        </p:nvPicPr>
        <p:blipFill>
          <a:blip r:embed="rId4">
            <a:lum bright="70000" contrast="-70000"/>
            <a:alphaModFix amt="20000"/>
            <a:extLst>
              <a:ext uri="{28A0092B-C50C-407E-A947-70E740481C1C}">
                <a14:useLocalDpi xmlns:a14="http://schemas.microsoft.com/office/drawing/2010/main" val="0"/>
              </a:ext>
            </a:extLst>
          </a:blip>
          <a:srcRect/>
          <a:stretch>
            <a:fillRect/>
          </a:stretch>
        </p:blipFill>
        <p:spPr bwMode="auto">
          <a:xfrm>
            <a:off x="5396346" y="770878"/>
            <a:ext cx="6619008" cy="3723191"/>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04453F37-F36B-0B72-15BC-A29C67BB40A2}"/>
              </a:ext>
            </a:extLst>
          </p:cNvPr>
          <p:cNvSpPr>
            <a:spLocks noGrp="1"/>
          </p:cNvSpPr>
          <p:nvPr>
            <p:ph idx="1"/>
          </p:nvPr>
        </p:nvSpPr>
        <p:spPr>
          <a:xfrm>
            <a:off x="628650" y="1097280"/>
            <a:ext cx="7886700" cy="3535443"/>
          </a:xfrm>
        </p:spPr>
        <p:txBody>
          <a:bodyPr/>
          <a:lstStyle>
            <a:lvl1pPr marL="171450" indent="-171450">
              <a:lnSpc>
                <a:spcPct val="100000"/>
              </a:lnSpc>
              <a:buFontTx/>
              <a:buBlip>
                <a:blip r:embed="rId5"/>
              </a:buBlip>
              <a:defRPr>
                <a:latin typeface="Aptos" panose="020B0004020202020204" pitchFamily="34" charset="0"/>
              </a:defRPr>
            </a:lvl1pPr>
            <a:lvl2pPr marL="514350" indent="-171450">
              <a:lnSpc>
                <a:spcPct val="100000"/>
              </a:lnSpc>
              <a:buFontTx/>
              <a:buBlip>
                <a:blip r:embed="rId6"/>
              </a:buBlip>
              <a:defRPr>
                <a:latin typeface="Aptos" panose="020B0004020202020204" pitchFamily="34" charset="0"/>
              </a:defRPr>
            </a:lvl2pPr>
            <a:lvl3pPr>
              <a:lnSpc>
                <a:spcPct val="100000"/>
              </a:lnSpc>
              <a:defRPr>
                <a:latin typeface="Aptos" panose="020B0004020202020204" pitchFamily="34" charset="0"/>
              </a:defRPr>
            </a:lvl3pPr>
            <a:lvl4pPr>
              <a:lnSpc>
                <a:spcPct val="100000"/>
              </a:lnSpc>
              <a:defRPr>
                <a:latin typeface="Aptos" panose="020B0004020202020204" pitchFamily="34" charset="0"/>
              </a:defRPr>
            </a:lvl4pPr>
            <a:lvl5pPr>
              <a:lnSpc>
                <a:spcPct val="100000"/>
              </a:lnSpc>
              <a:defRPr>
                <a:latin typeface="Aptos" panose="020B0004020202020204" pitchFamily="34" charset="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10" name="Text Placeholder 8">
            <a:extLst>
              <a:ext uri="{FF2B5EF4-FFF2-40B4-BE49-F238E27FC236}">
                <a16:creationId xmlns:a16="http://schemas.microsoft.com/office/drawing/2014/main" id="{8BA475B0-DEBC-D2B0-1283-4E4F0EF6D25A}"/>
              </a:ext>
            </a:extLst>
          </p:cNvPr>
          <p:cNvSpPr>
            <a:spLocks noGrp="1"/>
          </p:cNvSpPr>
          <p:nvPr>
            <p:ph type="body" sz="quarter" idx="13" hasCustomPrompt="1"/>
          </p:nvPr>
        </p:nvSpPr>
        <p:spPr>
          <a:xfrm>
            <a:off x="628650" y="629841"/>
            <a:ext cx="7982262" cy="333375"/>
          </a:xfrm>
        </p:spPr>
        <p:txBody>
          <a:bodyPr>
            <a:normAutofit fontScale="92500"/>
          </a:bodyPr>
          <a:lstStyle>
            <a:lvl1pPr marL="0" indent="0">
              <a:buNone/>
              <a:defRPr lang="fr-FR" sz="1350" b="1" kern="1200" dirty="0">
                <a:solidFill>
                  <a:schemeClr val="accent1">
                    <a:lumMod val="60000"/>
                    <a:lumOff val="40000"/>
                  </a:schemeClr>
                </a:solidFill>
                <a:latin typeface="+mn-lt"/>
                <a:ea typeface="+mn-ea"/>
                <a:cs typeface="+mn-cs"/>
              </a:defRPr>
            </a:lvl1pPr>
          </a:lstStyle>
          <a:p>
            <a:r>
              <a:rPr lang="fr-FR"/>
              <a:t>Sous-titre</a:t>
            </a:r>
          </a:p>
        </p:txBody>
      </p:sp>
    </p:spTree>
    <p:extLst>
      <p:ext uri="{BB962C8B-B14F-4D97-AF65-F5344CB8AC3E}">
        <p14:creationId xmlns:p14="http://schemas.microsoft.com/office/powerpoint/2010/main" val="72624466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6C364DA-1AE8-11F1-A1F4-21005A57E7C2}"/>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9B789785-15CD-94B9-E272-DCFEDBB98202}"/>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0F0B1C0E-4577-767A-985C-D2E04862A975}"/>
              </a:ext>
            </a:extLst>
          </p:cNvPr>
          <p:cNvSpPr>
            <a:spLocks noGrp="1"/>
          </p:cNvSpPr>
          <p:nvPr>
            <p:ph type="dt" sz="half" idx="10"/>
          </p:nvPr>
        </p:nvSpPr>
        <p:spPr/>
        <p:txBody>
          <a:bodyPr/>
          <a:lstStyle/>
          <a:p>
            <a:fld id="{FD0FFA4A-A4EF-47E4-ADDE-032791EA1406}" type="datetimeFigureOut">
              <a:rPr lang="fr-FR" smtClean="0"/>
              <a:t>09/09/2026</a:t>
            </a:fld>
            <a:endParaRPr lang="fr-FR"/>
          </a:p>
        </p:txBody>
      </p:sp>
      <p:sp>
        <p:nvSpPr>
          <p:cNvPr id="5" name="Espace réservé du pied de page 4">
            <a:extLst>
              <a:ext uri="{FF2B5EF4-FFF2-40B4-BE49-F238E27FC236}">
                <a16:creationId xmlns:a16="http://schemas.microsoft.com/office/drawing/2014/main" id="{950C2214-3BE6-82C5-2DDB-AD589273A435}"/>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3F0E46E1-9A54-8F91-634F-08C246D3C555}"/>
              </a:ext>
            </a:extLst>
          </p:cNvPr>
          <p:cNvSpPr>
            <a:spLocks noGrp="1"/>
          </p:cNvSpPr>
          <p:nvPr>
            <p:ph type="sldNum" sz="quarter" idx="12"/>
          </p:nvPr>
        </p:nvSpPr>
        <p:spPr/>
        <p:txBody>
          <a:bodyPr/>
          <a:lstStyle/>
          <a:p>
            <a:fld id="{5CBD5C07-91DB-447C-9707-569DBBBD61E6}" type="slidenum">
              <a:rPr lang="fr-FR" smtClean="0"/>
              <a:t>‹N°›</a:t>
            </a:fld>
            <a:endParaRPr lang="fr-FR"/>
          </a:p>
        </p:txBody>
      </p:sp>
    </p:spTree>
    <p:extLst>
      <p:ext uri="{BB962C8B-B14F-4D97-AF65-F5344CB8AC3E}">
        <p14:creationId xmlns:p14="http://schemas.microsoft.com/office/powerpoint/2010/main" val="103273015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23ED5258-7685-1C52-78D7-4E596D76072F}"/>
              </a:ext>
            </a:extLst>
          </p:cNvPr>
          <p:cNvSpPr>
            <a:spLocks noGrp="1"/>
          </p:cNvSpPr>
          <p:nvPr>
            <p:ph type="dt" sz="half" idx="10"/>
          </p:nvPr>
        </p:nvSpPr>
        <p:spPr/>
        <p:txBody>
          <a:bodyPr/>
          <a:lstStyle/>
          <a:p>
            <a:fld id="{FD0FFA4A-A4EF-47E4-ADDE-032791EA1406}" type="datetimeFigureOut">
              <a:rPr lang="fr-FR" smtClean="0"/>
              <a:t>09/09/2026</a:t>
            </a:fld>
            <a:endParaRPr lang="fr-FR"/>
          </a:p>
        </p:txBody>
      </p:sp>
      <p:sp>
        <p:nvSpPr>
          <p:cNvPr id="3" name="Espace réservé du pied de page 2">
            <a:extLst>
              <a:ext uri="{FF2B5EF4-FFF2-40B4-BE49-F238E27FC236}">
                <a16:creationId xmlns:a16="http://schemas.microsoft.com/office/drawing/2014/main" id="{F2620749-2132-0568-9895-4D7915EEDBF7}"/>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B6CFC306-E607-F44D-7EC3-893BCE1568F2}"/>
              </a:ext>
            </a:extLst>
          </p:cNvPr>
          <p:cNvSpPr>
            <a:spLocks noGrp="1"/>
          </p:cNvSpPr>
          <p:nvPr>
            <p:ph type="sldNum" sz="quarter" idx="12"/>
          </p:nvPr>
        </p:nvSpPr>
        <p:spPr/>
        <p:txBody>
          <a:bodyPr/>
          <a:lstStyle/>
          <a:p>
            <a:fld id="{5CBD5C07-91DB-447C-9707-569DBBBD61E6}" type="slidenum">
              <a:rPr lang="fr-FR" smtClean="0"/>
              <a:t>‹N°›</a:t>
            </a:fld>
            <a:endParaRPr lang="fr-FR"/>
          </a:p>
        </p:txBody>
      </p:sp>
    </p:spTree>
    <p:extLst>
      <p:ext uri="{BB962C8B-B14F-4D97-AF65-F5344CB8AC3E}">
        <p14:creationId xmlns:p14="http://schemas.microsoft.com/office/powerpoint/2010/main" val="41935264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18" Type="http://schemas.openxmlformats.org/officeDocument/2006/relationships/slideLayout" Target="../slideLayouts/slideLayout30.xml"/><Relationship Id="rId26" Type="http://schemas.openxmlformats.org/officeDocument/2006/relationships/slideLayout" Target="../slideLayouts/slideLayout38.xml"/><Relationship Id="rId3" Type="http://schemas.openxmlformats.org/officeDocument/2006/relationships/slideLayout" Target="../slideLayouts/slideLayout15.xml"/><Relationship Id="rId21" Type="http://schemas.openxmlformats.org/officeDocument/2006/relationships/slideLayout" Target="../slideLayouts/slideLayout33.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slideLayout" Target="../slideLayouts/slideLayout29.xml"/><Relationship Id="rId25" Type="http://schemas.openxmlformats.org/officeDocument/2006/relationships/slideLayout" Target="../slideLayouts/slideLayout37.xml"/><Relationship Id="rId2" Type="http://schemas.openxmlformats.org/officeDocument/2006/relationships/slideLayout" Target="../slideLayouts/slideLayout14.xml"/><Relationship Id="rId16" Type="http://schemas.openxmlformats.org/officeDocument/2006/relationships/slideLayout" Target="../slideLayouts/slideLayout28.xml"/><Relationship Id="rId20" Type="http://schemas.openxmlformats.org/officeDocument/2006/relationships/slideLayout" Target="../slideLayouts/slideLayout32.xml"/><Relationship Id="rId29" Type="http://schemas.openxmlformats.org/officeDocument/2006/relationships/slideLayout" Target="../slideLayouts/slideLayout41.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24" Type="http://schemas.openxmlformats.org/officeDocument/2006/relationships/slideLayout" Target="../slideLayouts/slideLayout36.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23" Type="http://schemas.openxmlformats.org/officeDocument/2006/relationships/slideLayout" Target="../slideLayouts/slideLayout35.xml"/><Relationship Id="rId28" Type="http://schemas.openxmlformats.org/officeDocument/2006/relationships/slideLayout" Target="../slideLayouts/slideLayout40.xml"/><Relationship Id="rId10" Type="http://schemas.openxmlformats.org/officeDocument/2006/relationships/slideLayout" Target="../slideLayouts/slideLayout22.xml"/><Relationship Id="rId19" Type="http://schemas.openxmlformats.org/officeDocument/2006/relationships/slideLayout" Target="../slideLayouts/slideLayout31.xml"/><Relationship Id="rId31" Type="http://schemas.openxmlformats.org/officeDocument/2006/relationships/theme" Target="../theme/theme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 Id="rId22" Type="http://schemas.openxmlformats.org/officeDocument/2006/relationships/slideLayout" Target="../slideLayouts/slideLayout34.xml"/><Relationship Id="rId27" Type="http://schemas.openxmlformats.org/officeDocument/2006/relationships/slideLayout" Target="../slideLayouts/slideLayout39.xml"/><Relationship Id="rId30" Type="http://schemas.openxmlformats.org/officeDocument/2006/relationships/slideLayout" Target="../slideLayouts/slideLayout4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9805EA5-8E32-C174-89A4-1DE2A4BC39D3}"/>
              </a:ext>
            </a:extLst>
          </p:cNvPr>
          <p:cNvSpPr>
            <a:spLocks noGrp="1"/>
          </p:cNvSpPr>
          <p:nvPr>
            <p:ph type="title"/>
          </p:nvPr>
        </p:nvSpPr>
        <p:spPr>
          <a:xfrm>
            <a:off x="628650" y="274638"/>
            <a:ext cx="7886700" cy="993775"/>
          </a:xfrm>
          <a:prstGeom prst="rect">
            <a:avLst/>
          </a:prstGeom>
        </p:spPr>
        <p:txBody>
          <a:bodyPr vert="horz" lIns="91440" tIns="45720" rIns="91440" bIns="45720" rtlCol="0" anchor="ctr">
            <a:normAutofit/>
          </a:bodyPr>
          <a:lstStyle/>
          <a:p>
            <a:r>
              <a:rPr lang="en-US"/>
              <a:t>Click to edit Master title style</a:t>
            </a:r>
            <a:endParaRPr lang="fr-FR"/>
          </a:p>
        </p:txBody>
      </p:sp>
      <p:sp>
        <p:nvSpPr>
          <p:cNvPr id="3" name="Text Placeholder 2">
            <a:extLst>
              <a:ext uri="{FF2B5EF4-FFF2-40B4-BE49-F238E27FC236}">
                <a16:creationId xmlns:a16="http://schemas.microsoft.com/office/drawing/2014/main" id="{00C64E31-4AE5-05F5-851B-1FED3E8D5710}"/>
              </a:ext>
            </a:extLst>
          </p:cNvPr>
          <p:cNvSpPr>
            <a:spLocks noGrp="1"/>
          </p:cNvSpPr>
          <p:nvPr>
            <p:ph type="body" idx="1"/>
          </p:nvPr>
        </p:nvSpPr>
        <p:spPr>
          <a:xfrm>
            <a:off x="628650" y="1370013"/>
            <a:ext cx="7886700" cy="326231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a:extLst>
              <a:ext uri="{FF2B5EF4-FFF2-40B4-BE49-F238E27FC236}">
                <a16:creationId xmlns:a16="http://schemas.microsoft.com/office/drawing/2014/main" id="{75769446-DF5F-4A59-6D38-250B99E31C15}"/>
              </a:ext>
            </a:extLst>
          </p:cNvPr>
          <p:cNvSpPr>
            <a:spLocks noGrp="1"/>
          </p:cNvSpPr>
          <p:nvPr>
            <p:ph type="dt" sz="half" idx="2"/>
          </p:nvPr>
        </p:nvSpPr>
        <p:spPr>
          <a:xfrm>
            <a:off x="628650" y="4767263"/>
            <a:ext cx="2057400" cy="274637"/>
          </a:xfrm>
          <a:prstGeom prst="rect">
            <a:avLst/>
          </a:prstGeom>
        </p:spPr>
        <p:txBody>
          <a:bodyPr vert="horz" lIns="91440" tIns="45720" rIns="91440" bIns="45720" rtlCol="0" anchor="ctr"/>
          <a:lstStyle>
            <a:lvl1pPr algn="l">
              <a:defRPr sz="1200">
                <a:solidFill>
                  <a:schemeClr val="tx1">
                    <a:tint val="82000"/>
                  </a:schemeClr>
                </a:solidFill>
              </a:defRPr>
            </a:lvl1pPr>
          </a:lstStyle>
          <a:p>
            <a:endParaRPr lang="fr-FR"/>
          </a:p>
        </p:txBody>
      </p:sp>
      <p:sp>
        <p:nvSpPr>
          <p:cNvPr id="5" name="Footer Placeholder 4">
            <a:extLst>
              <a:ext uri="{FF2B5EF4-FFF2-40B4-BE49-F238E27FC236}">
                <a16:creationId xmlns:a16="http://schemas.microsoft.com/office/drawing/2014/main" id="{2CDB7415-9BAB-88B1-E22C-A2F53CF20231}"/>
              </a:ext>
            </a:extLst>
          </p:cNvPr>
          <p:cNvSpPr>
            <a:spLocks noGrp="1"/>
          </p:cNvSpPr>
          <p:nvPr>
            <p:ph type="ftr" sz="quarter" idx="3"/>
          </p:nvPr>
        </p:nvSpPr>
        <p:spPr>
          <a:xfrm>
            <a:off x="3028950" y="4767263"/>
            <a:ext cx="3086100" cy="274637"/>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Slide Number Placeholder 5">
            <a:extLst>
              <a:ext uri="{FF2B5EF4-FFF2-40B4-BE49-F238E27FC236}">
                <a16:creationId xmlns:a16="http://schemas.microsoft.com/office/drawing/2014/main" id="{4A00B53F-4EB4-FDD4-622A-0E5A6D35FB73}"/>
              </a:ext>
            </a:extLst>
          </p:cNvPr>
          <p:cNvSpPr>
            <a:spLocks noGrp="1"/>
          </p:cNvSpPr>
          <p:nvPr>
            <p:ph type="sldNum" sz="quarter" idx="4"/>
          </p:nvPr>
        </p:nvSpPr>
        <p:spPr>
          <a:xfrm>
            <a:off x="6457950" y="4767263"/>
            <a:ext cx="2057400" cy="274637"/>
          </a:xfrm>
          <a:prstGeom prst="rect">
            <a:avLst/>
          </a:prstGeom>
        </p:spPr>
        <p:txBody>
          <a:bodyPr vert="horz" lIns="91440" tIns="45720" rIns="91440" bIns="45720" rtlCol="0" anchor="ctr"/>
          <a:lstStyle>
            <a:lvl1pPr algn="r">
              <a:defRPr sz="1200">
                <a:solidFill>
                  <a:schemeClr val="tx1">
                    <a:tint val="82000"/>
                  </a:schemeClr>
                </a:solidFill>
              </a:defRPr>
            </a:lvl1pPr>
          </a:lstStyle>
          <a:p>
            <a:fld id="{58E94494-CE21-4E82-948B-6B5BB0295547}" type="slidenum">
              <a:rPr lang="fr-FR" smtClean="0"/>
              <a:t>‹N°›</a:t>
            </a:fld>
            <a:endParaRPr lang="fr-FR"/>
          </a:p>
        </p:txBody>
      </p:sp>
    </p:spTree>
    <p:extLst>
      <p:ext uri="{BB962C8B-B14F-4D97-AF65-F5344CB8AC3E}">
        <p14:creationId xmlns:p14="http://schemas.microsoft.com/office/powerpoint/2010/main" val="150286164"/>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fr-FR"/>
              <a:t>Modifiez le style du titre</a:t>
            </a:r>
            <a:endParaRPr lang="en-US"/>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247393FA-339C-4FA4-907B-FF47975436B3}" type="datetime1">
              <a:rPr lang="fr-FR" smtClean="0"/>
              <a:t>09/09/2026</a:t>
            </a:fld>
            <a:endParaRPr lang="fr-FR"/>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fr-FR"/>
          </a:p>
        </p:txBody>
      </p:sp>
      <p:sp>
        <p:nvSpPr>
          <p:cNvPr id="9" name="Slide Number Placeholder 5">
            <a:extLst>
              <a:ext uri="{FF2B5EF4-FFF2-40B4-BE49-F238E27FC236}">
                <a16:creationId xmlns:a16="http://schemas.microsoft.com/office/drawing/2014/main" id="{E880D31E-F10B-40F7-9219-B1CCD2124FC8}"/>
              </a:ext>
            </a:extLst>
          </p:cNvPr>
          <p:cNvSpPr>
            <a:spLocks noGrp="1"/>
          </p:cNvSpPr>
          <p:nvPr>
            <p:ph type="sldNum" sz="quarter" idx="4"/>
          </p:nvPr>
        </p:nvSpPr>
        <p:spPr>
          <a:xfrm>
            <a:off x="8705850" y="4767263"/>
            <a:ext cx="438150" cy="273844"/>
          </a:xfrm>
          <a:prstGeom prst="rect">
            <a:avLst/>
          </a:prstGeom>
        </p:spPr>
        <p:txBody>
          <a:bodyPr/>
          <a:lstStyle>
            <a:lvl1pPr algn="ctr">
              <a:defRPr>
                <a:solidFill>
                  <a:schemeClr val="bg1"/>
                </a:solidFill>
                <a:latin typeface="+mj-lt"/>
              </a:defRPr>
            </a:lvl1pPr>
          </a:lstStyle>
          <a:p>
            <a:fld id="{323DE39C-8A81-4508-8EC3-8C55B05C4E7E}" type="slidenum">
              <a:rPr lang="fr-FR" smtClean="0"/>
              <a:pPr/>
              <a:t>‹N°›</a:t>
            </a:fld>
            <a:endParaRPr lang="fr-FR"/>
          </a:p>
        </p:txBody>
      </p:sp>
    </p:spTree>
    <p:extLst>
      <p:ext uri="{BB962C8B-B14F-4D97-AF65-F5344CB8AC3E}">
        <p14:creationId xmlns:p14="http://schemas.microsoft.com/office/powerpoint/2010/main" val="1259094034"/>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 id="2147483677" r:id="rId14"/>
    <p:sldLayoutId id="2147483678" r:id="rId15"/>
    <p:sldLayoutId id="2147483679" r:id="rId16"/>
    <p:sldLayoutId id="2147483680" r:id="rId17"/>
    <p:sldLayoutId id="2147483681" r:id="rId18"/>
    <p:sldLayoutId id="2147483682" r:id="rId19"/>
    <p:sldLayoutId id="2147483683" r:id="rId20"/>
    <p:sldLayoutId id="2147483684" r:id="rId21"/>
    <p:sldLayoutId id="2147483685" r:id="rId22"/>
    <p:sldLayoutId id="2147483686" r:id="rId23"/>
    <p:sldLayoutId id="2147483687" r:id="rId24"/>
    <p:sldLayoutId id="2147483688" r:id="rId25"/>
    <p:sldLayoutId id="2147483689" r:id="rId26"/>
    <p:sldLayoutId id="2147483690" r:id="rId27"/>
    <p:sldLayoutId id="2147483691" r:id="rId28"/>
    <p:sldLayoutId id="2147483692" r:id="rId29"/>
    <p:sldLayoutId id="2147483693" r:id="rId30"/>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15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2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0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9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1.xml"/><Relationship Id="rId1" Type="http://schemas.openxmlformats.org/officeDocument/2006/relationships/slideLayout" Target="../slideLayouts/slideLayout12.xml"/><Relationship Id="rId5" Type="http://schemas.openxmlformats.org/officeDocument/2006/relationships/image" Target="../media/image21.png"/><Relationship Id="rId4" Type="http://schemas.openxmlformats.org/officeDocument/2006/relationships/hyperlink" Target="mailto:lgagliardi@expertime.com"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31.sv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31.sv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31.sv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8" Type="http://schemas.openxmlformats.org/officeDocument/2006/relationships/image" Target="../media/image36.svg"/><Relationship Id="rId3" Type="http://schemas.openxmlformats.org/officeDocument/2006/relationships/image" Target="../media/image5.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34.svg"/><Relationship Id="rId5" Type="http://schemas.openxmlformats.org/officeDocument/2006/relationships/image" Target="../media/image33.svg"/><Relationship Id="rId4" Type="http://schemas.openxmlformats.org/officeDocument/2006/relationships/image" Target="../media/image32.sv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35.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image" Target="../media/image38.emf"/></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39.jpg"/><Relationship Id="rId2" Type="http://schemas.openxmlformats.org/officeDocument/2006/relationships/notesSlide" Target="../notesSlides/notesSlide15.xml"/><Relationship Id="rId1" Type="http://schemas.openxmlformats.org/officeDocument/2006/relationships/slideLayout" Target="../slideLayouts/slideLayout12.xml"/><Relationship Id="rId5" Type="http://schemas.openxmlformats.org/officeDocument/2006/relationships/image" Target="../media/image41.png"/><Relationship Id="rId4" Type="http://schemas.openxmlformats.org/officeDocument/2006/relationships/image" Target="../media/image40.png"/></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12.xml"/><Relationship Id="rId5" Type="http://schemas.openxmlformats.org/officeDocument/2006/relationships/image" Target="../media/image43.png"/><Relationship Id="rId4" Type="http://schemas.openxmlformats.org/officeDocument/2006/relationships/image" Target="../media/image42.svg"/></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2.xml"/><Relationship Id="rId1" Type="http://schemas.openxmlformats.org/officeDocument/2006/relationships/slideLayout" Target="../slideLayouts/slideLayout12.xml"/><Relationship Id="rId5" Type="http://schemas.openxmlformats.org/officeDocument/2006/relationships/image" Target="../media/image45.png"/><Relationship Id="rId4" Type="http://schemas.openxmlformats.org/officeDocument/2006/relationships/image" Target="../media/image44.png"/></Relationships>
</file>

<file path=ppt/slides/_rels/slide23.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5.xml"/><Relationship Id="rId1" Type="http://schemas.openxmlformats.org/officeDocument/2006/relationships/slideLayout" Target="../slideLayouts/slideLayout12.xml"/><Relationship Id="rId4" Type="http://schemas.openxmlformats.org/officeDocument/2006/relationships/hyperlink" Target="https://learn.microsoft.com/en-us/fabric/fundamentals/data-agent-consumption" TargetMode="External"/></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47.jpg"/><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8.xml"/><Relationship Id="rId1" Type="http://schemas.openxmlformats.org/officeDocument/2006/relationships/slideLayout" Target="../slideLayouts/slideLayout12.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3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9.xml"/><Relationship Id="rId1" Type="http://schemas.openxmlformats.org/officeDocument/2006/relationships/slideLayout" Target="../slideLayouts/slideLayout12.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s>
</file>

<file path=ppt/slides/_rels/slide3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0.xml"/><Relationship Id="rId1" Type="http://schemas.openxmlformats.org/officeDocument/2006/relationships/slideLayout" Target="../slideLayouts/slideLayout12.xml"/><Relationship Id="rId5" Type="http://schemas.openxmlformats.org/officeDocument/2006/relationships/image" Target="../media/image54.png"/><Relationship Id="rId4" Type="http://schemas.openxmlformats.org/officeDocument/2006/relationships/image" Target="../media/image51.png"/></Relationships>
</file>

<file path=ppt/slides/_rels/slide3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1.xml"/><Relationship Id="rId1" Type="http://schemas.openxmlformats.org/officeDocument/2006/relationships/slideLayout" Target="../slideLayouts/slideLayout12.xml"/><Relationship Id="rId4" Type="http://schemas.openxmlformats.org/officeDocument/2006/relationships/image" Target="../media/image55.png"/></Relationships>
</file>

<file path=ppt/slides/_rels/slide3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2.xml"/><Relationship Id="rId1" Type="http://schemas.openxmlformats.org/officeDocument/2006/relationships/slideLayout" Target="../slideLayouts/slideLayout12.xml"/><Relationship Id="rId4" Type="http://schemas.openxmlformats.org/officeDocument/2006/relationships/image" Target="../media/image56.png"/></Relationships>
</file>

<file path=ppt/slides/_rels/slide3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3.xml"/><Relationship Id="rId1" Type="http://schemas.openxmlformats.org/officeDocument/2006/relationships/slideLayout" Target="../slideLayouts/slideLayout12.xml"/><Relationship Id="rId5" Type="http://schemas.openxmlformats.org/officeDocument/2006/relationships/image" Target="../media/image58.png"/><Relationship Id="rId4" Type="http://schemas.openxmlformats.org/officeDocument/2006/relationships/image" Target="../media/image57.png"/></Relationships>
</file>

<file path=ppt/slides/_rels/slide3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4.xml"/><Relationship Id="rId1" Type="http://schemas.openxmlformats.org/officeDocument/2006/relationships/slideLayout" Target="../slideLayouts/slideLayout12.xml"/><Relationship Id="rId5" Type="http://schemas.openxmlformats.org/officeDocument/2006/relationships/image" Target="../media/image60.png"/><Relationship Id="rId4" Type="http://schemas.openxmlformats.org/officeDocument/2006/relationships/image" Target="../media/image59.png"/></Relationships>
</file>

<file path=ppt/slides/_rels/slide3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7.xml"/><Relationship Id="rId1" Type="http://schemas.openxmlformats.org/officeDocument/2006/relationships/slideLayout" Target="../slideLayouts/slideLayout12.xml"/><Relationship Id="rId5" Type="http://schemas.openxmlformats.org/officeDocument/2006/relationships/image" Target="../media/image62.png"/><Relationship Id="rId4" Type="http://schemas.openxmlformats.org/officeDocument/2006/relationships/image" Target="../media/image61.png"/></Relationships>
</file>

<file path=ppt/slides/_rels/slide4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0.xml"/><Relationship Id="rId1" Type="http://schemas.openxmlformats.org/officeDocument/2006/relationships/slideLayout" Target="../slideLayouts/slideLayout12.xml"/><Relationship Id="rId4" Type="http://schemas.openxmlformats.org/officeDocument/2006/relationships/image" Target="../media/image63.png"/></Relationships>
</file>

<file path=ppt/slides/_rels/slide4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1.xml"/><Relationship Id="rId1" Type="http://schemas.openxmlformats.org/officeDocument/2006/relationships/slideLayout" Target="../slideLayouts/slideLayout12.xml"/><Relationship Id="rId5" Type="http://schemas.openxmlformats.org/officeDocument/2006/relationships/image" Target="../media/image65.png"/><Relationship Id="rId4" Type="http://schemas.openxmlformats.org/officeDocument/2006/relationships/image" Target="../media/image64.png"/></Relationships>
</file>

<file path=ppt/slides/_rels/slide4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2.xml"/><Relationship Id="rId1" Type="http://schemas.openxmlformats.org/officeDocument/2006/relationships/slideLayout" Target="../slideLayouts/slideLayout12.xml"/><Relationship Id="rId4" Type="http://schemas.openxmlformats.org/officeDocument/2006/relationships/image" Target="../media/image66.png"/></Relationships>
</file>

<file path=ppt/slides/_rels/slide4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3.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4.xml"/><Relationship Id="rId1" Type="http://schemas.openxmlformats.org/officeDocument/2006/relationships/slideLayout" Target="../slideLayouts/slideLayout12.xml"/><Relationship Id="rId4" Type="http://schemas.openxmlformats.org/officeDocument/2006/relationships/image" Target="../media/image67.png"/></Relationships>
</file>

<file path=ppt/slides/_rels/slide4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5.xml"/><Relationship Id="rId1" Type="http://schemas.openxmlformats.org/officeDocument/2006/relationships/slideLayout" Target="../slideLayouts/slideLayout12.xml"/><Relationship Id="rId5" Type="http://schemas.openxmlformats.org/officeDocument/2006/relationships/image" Target="../media/image69.png"/><Relationship Id="rId4" Type="http://schemas.openxmlformats.org/officeDocument/2006/relationships/image" Target="../media/image68.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notesSlide" Target="../notesSlides/notesSlide47.xml"/><Relationship Id="rId1" Type="http://schemas.openxmlformats.org/officeDocument/2006/relationships/slideLayout" Target="../slideLayouts/slideLayout35.xml"/><Relationship Id="rId4" Type="http://schemas.openxmlformats.org/officeDocument/2006/relationships/image" Target="../media/image71.png"/></Relationships>
</file>

<file path=ppt/slides/_rels/slide50.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34.xml"/></Relationships>
</file>

<file path=ppt/slides/_rels/slide51.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48.xml"/><Relationship Id="rId1" Type="http://schemas.openxmlformats.org/officeDocument/2006/relationships/slideLayout" Target="../slideLayouts/slideLayout35.xml"/><Relationship Id="rId5" Type="http://schemas.openxmlformats.org/officeDocument/2006/relationships/image" Target="../media/image75.png"/><Relationship Id="rId4" Type="http://schemas.openxmlformats.org/officeDocument/2006/relationships/image" Target="../media/image74.png"/></Relationships>
</file>

<file path=ppt/slides/_rels/slide52.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49.xml"/><Relationship Id="rId1" Type="http://schemas.openxmlformats.org/officeDocument/2006/relationships/slideLayout" Target="../slideLayouts/slideLayout35.xml"/></Relationships>
</file>

<file path=ppt/slides/_rels/slide53.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50.xml"/><Relationship Id="rId1" Type="http://schemas.openxmlformats.org/officeDocument/2006/relationships/slideLayout" Target="../slideLayouts/slideLayout35.xml"/><Relationship Id="rId4" Type="http://schemas.openxmlformats.org/officeDocument/2006/relationships/image" Target="../media/image78.png"/></Relationships>
</file>

<file path=ppt/slides/_rels/slide54.xml.rels><?xml version="1.0" encoding="UTF-8" standalone="yes"?>
<Relationships xmlns="http://schemas.openxmlformats.org/package/2006/relationships"><Relationship Id="rId8" Type="http://schemas.openxmlformats.org/officeDocument/2006/relationships/hyperlink" Target="https://learn.microsoft.com/fr-fr/fabric/data-science/data-agent-configuration-best-practices#6-use-leading-words-to-nudge-query-generation" TargetMode="External"/><Relationship Id="rId3" Type="http://schemas.openxmlformats.org/officeDocument/2006/relationships/hyperlink" Target="https://learn.microsoft.com/fr-fr/fabric/data-science/data-agent-configuration-best-practices#1-get-your-data-ai-ready" TargetMode="External"/><Relationship Id="rId7" Type="http://schemas.openxmlformats.org/officeDocument/2006/relationships/hyperlink" Target="https://learn.microsoft.com/fr-fr/fabric/data-science/data-agent-configuration-best-practices#5-define-business-terms-abbreviations-and-synonyms" TargetMode="External"/><Relationship Id="rId12" Type="http://schemas.openxmlformats.org/officeDocument/2006/relationships/hyperlink" Target="https://learn.microsoft.com/fr-fr/fabric/data-science/data-agent-configuration-best-practices#10-use-example-queries-to-express-complex-query-logic" TargetMode="External"/><Relationship Id="rId2" Type="http://schemas.openxmlformats.org/officeDocument/2006/relationships/notesSlide" Target="../notesSlides/notesSlide51.xml"/><Relationship Id="rId1" Type="http://schemas.openxmlformats.org/officeDocument/2006/relationships/slideLayout" Target="../slideLayouts/slideLayout35.xml"/><Relationship Id="rId6" Type="http://schemas.openxmlformats.org/officeDocument/2006/relationships/hyperlink" Target="https://learn.microsoft.com/fr-fr/fabric/data-science/data-agent-configuration-best-practices#4-be-specific-about-what-to-do-not-just-what-not-to-do" TargetMode="External"/><Relationship Id="rId11" Type="http://schemas.openxmlformats.org/officeDocument/2006/relationships/hyperlink" Target="https://learn.microsoft.com/fr-fr/fabric/data-science/data-agent-configuration-best-practices#9-provide-detailed-data-source-instructions" TargetMode="External"/><Relationship Id="rId5" Type="http://schemas.openxmlformats.org/officeDocument/2006/relationships/hyperlink" Target="https://learn.microsoft.com/fr-fr/fabric/data-science/data-agent-configuration-best-practices#3-minimize-the-data-source-scope" TargetMode="External"/><Relationship Id="rId10" Type="http://schemas.openxmlformats.org/officeDocument/2006/relationships/hyperlink" Target="https://learn.microsoft.com/fr-fr/fabric/data-science/data-agent-configuration-best-practices#8-write-detailed-data-agent-instructions" TargetMode="External"/><Relationship Id="rId4" Type="http://schemas.openxmlformats.org/officeDocument/2006/relationships/hyperlink" Target="https://learn.microsoft.com/fr-fr/fabric/data-science/data-agent-configuration-best-practices#2-create-specialized-agents-for-specific-domains" TargetMode="External"/><Relationship Id="rId9" Type="http://schemas.openxmlformats.org/officeDocument/2006/relationships/hyperlink" Target="https://learn.microsoft.com/fr-fr/fabric/data-science/data-agent-configuration-best-practices#7-write-clear-focused-instructions-avoid-unnecessary-detail" TargetMode="External"/></Relationships>
</file>

<file path=ppt/slides/_rels/slide55.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52.xml"/><Relationship Id="rId1" Type="http://schemas.openxmlformats.org/officeDocument/2006/relationships/slideLayout" Target="../slideLayouts/slideLayout35.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3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2240"/>
        </a:solidFill>
        <a:effectLst/>
      </p:bgPr>
    </p:bg>
    <p:spTree>
      <p:nvGrpSpPr>
        <p:cNvPr id="1" name=""/>
        <p:cNvGrpSpPr/>
        <p:nvPr/>
      </p:nvGrpSpPr>
      <p:grpSpPr>
        <a:xfrm>
          <a:off x="0" y="0"/>
          <a:ext cx="0" cy="0"/>
          <a:chOff x="0" y="0"/>
          <a:chExt cx="0" cy="0"/>
        </a:xfrm>
      </p:grpSpPr>
      <p:pic>
        <p:nvPicPr>
          <p:cNvPr id="2" name="Image 0"/>
          <p:cNvPicPr>
            <a:picLocks noChangeAspect="1"/>
          </p:cNvPicPr>
          <p:nvPr/>
        </p:nvPicPr>
        <p:blipFill>
          <a:blip r:embed="rId3"/>
          <a:srcRect t="7813" b="7813"/>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E2240">
              <a:alpha val="62000"/>
            </a:srgbClr>
          </a:solidFill>
          <a:ln/>
        </p:spPr>
        <p:txBody>
          <a:bodyPr/>
          <a:lstStyle/>
          <a:p>
            <a:endParaRPr lang="fr-FR" noProof="0"/>
          </a:p>
        </p:txBody>
      </p:sp>
      <p:sp>
        <p:nvSpPr>
          <p:cNvPr id="4" name="Shape 1"/>
          <p:cNvSpPr/>
          <p:nvPr/>
        </p:nvSpPr>
        <p:spPr>
          <a:xfrm>
            <a:off x="0" y="0"/>
            <a:ext cx="5852160" cy="5143500"/>
          </a:xfrm>
          <a:prstGeom prst="rect">
            <a:avLst/>
          </a:prstGeom>
          <a:solidFill>
            <a:srgbClr val="0E2240">
              <a:alpha val="82000"/>
            </a:srgbClr>
          </a:solidFill>
          <a:ln/>
        </p:spPr>
        <p:txBody>
          <a:bodyPr/>
          <a:lstStyle/>
          <a:p>
            <a:endParaRPr lang="fr-FR" noProof="0"/>
          </a:p>
        </p:txBody>
      </p:sp>
      <p:sp>
        <p:nvSpPr>
          <p:cNvPr id="5" name="Shape 2"/>
          <p:cNvSpPr/>
          <p:nvPr/>
        </p:nvSpPr>
        <p:spPr>
          <a:xfrm>
            <a:off x="640080" y="566928"/>
            <a:ext cx="146304" cy="457200"/>
          </a:xfrm>
          <a:prstGeom prst="rect">
            <a:avLst/>
          </a:prstGeom>
          <a:solidFill>
            <a:srgbClr val="F26522"/>
          </a:solidFill>
          <a:ln/>
        </p:spPr>
        <p:txBody>
          <a:bodyPr/>
          <a:lstStyle/>
          <a:p>
            <a:endParaRPr lang="fr-FR" noProof="0"/>
          </a:p>
        </p:txBody>
      </p:sp>
      <p:sp>
        <p:nvSpPr>
          <p:cNvPr id="7" name="Text 4"/>
          <p:cNvSpPr/>
          <p:nvPr/>
        </p:nvSpPr>
        <p:spPr>
          <a:xfrm>
            <a:off x="603504" y="1600200"/>
            <a:ext cx="4628514" cy="1554480"/>
          </a:xfrm>
          <a:prstGeom prst="rect">
            <a:avLst/>
          </a:prstGeom>
          <a:noFill/>
          <a:ln/>
        </p:spPr>
        <p:txBody>
          <a:bodyPr wrap="square" rtlCol="0" anchor="ctr"/>
          <a:lstStyle/>
          <a:p>
            <a:pPr marL="0" indent="0">
              <a:lnSpc>
                <a:spcPts val="4600"/>
              </a:lnSpc>
              <a:buNone/>
            </a:pPr>
            <a:r>
              <a:rPr lang="fr-FR" sz="4600" b="1" noProof="0" dirty="0">
                <a:solidFill>
                  <a:srgbClr val="FFFFFF"/>
                </a:solidFill>
                <a:latin typeface="Trebuchet MS" pitchFamily="34" charset="0"/>
                <a:ea typeface="Trebuchet MS" pitchFamily="34" charset="-122"/>
                <a:cs typeface="Trebuchet MS" pitchFamily="34" charset="-120"/>
              </a:rPr>
              <a:t>Microsoft </a:t>
            </a:r>
            <a:r>
              <a:rPr lang="fr-FR" sz="4600" b="1" noProof="0" dirty="0" err="1">
                <a:solidFill>
                  <a:srgbClr val="FFFFFF"/>
                </a:solidFill>
                <a:latin typeface="Trebuchet MS" pitchFamily="34" charset="0"/>
                <a:ea typeface="Trebuchet MS" pitchFamily="34" charset="-122"/>
                <a:cs typeface="Trebuchet MS" pitchFamily="34" charset="-120"/>
              </a:rPr>
              <a:t>Fabric</a:t>
            </a:r>
            <a:endParaRPr lang="fr-FR" sz="4600" noProof="0" dirty="0"/>
          </a:p>
          <a:p>
            <a:pPr marL="0" indent="0">
              <a:lnSpc>
                <a:spcPts val="4600"/>
              </a:lnSpc>
              <a:buNone/>
            </a:pPr>
            <a:r>
              <a:rPr lang="fr-FR" sz="4600" b="1" noProof="0" dirty="0">
                <a:solidFill>
                  <a:srgbClr val="FFFFFF"/>
                </a:solidFill>
                <a:latin typeface="Trebuchet MS" pitchFamily="34" charset="0"/>
                <a:ea typeface="Trebuchet MS" pitchFamily="34" charset="-122"/>
                <a:cs typeface="Trebuchet MS" pitchFamily="34" charset="-120"/>
              </a:rPr>
              <a:t>Data Agent</a:t>
            </a:r>
            <a:endParaRPr lang="fr-FR" sz="4600" noProof="0" dirty="0"/>
          </a:p>
        </p:txBody>
      </p:sp>
      <p:sp>
        <p:nvSpPr>
          <p:cNvPr id="8" name="Text 5"/>
          <p:cNvSpPr/>
          <p:nvPr/>
        </p:nvSpPr>
        <p:spPr>
          <a:xfrm>
            <a:off x="640080" y="3154680"/>
            <a:ext cx="7863840" cy="457200"/>
          </a:xfrm>
          <a:prstGeom prst="rect">
            <a:avLst/>
          </a:prstGeom>
          <a:noFill/>
          <a:ln/>
        </p:spPr>
        <p:txBody>
          <a:bodyPr wrap="square" rtlCol="0" anchor="ctr"/>
          <a:lstStyle/>
          <a:p>
            <a:pPr marL="0" indent="0">
              <a:buNone/>
            </a:pPr>
            <a:r>
              <a:rPr lang="fr-FR" sz="1800" noProof="0">
                <a:solidFill>
                  <a:srgbClr val="DCE6F4"/>
                </a:solidFill>
                <a:latin typeface="Calibri" pitchFamily="34" charset="0"/>
                <a:ea typeface="Calibri" pitchFamily="34" charset="-122"/>
                <a:cs typeface="Calibri" pitchFamily="34" charset="-120"/>
              </a:rPr>
              <a:t>La donnée en dialogue pour mieux décider</a:t>
            </a:r>
            <a:endParaRPr lang="fr-FR" sz="1800" noProof="0"/>
          </a:p>
        </p:txBody>
      </p:sp>
      <p:sp>
        <p:nvSpPr>
          <p:cNvPr id="9" name="Shape 6"/>
          <p:cNvSpPr/>
          <p:nvPr/>
        </p:nvSpPr>
        <p:spPr>
          <a:xfrm>
            <a:off x="658368" y="3675888"/>
            <a:ext cx="2103120" cy="45720"/>
          </a:xfrm>
          <a:prstGeom prst="rect">
            <a:avLst/>
          </a:prstGeom>
          <a:solidFill>
            <a:srgbClr val="F26522"/>
          </a:solidFill>
          <a:ln/>
        </p:spPr>
        <p:txBody>
          <a:bodyPr/>
          <a:lstStyle/>
          <a:p>
            <a:endParaRPr lang="fr-FR" noProof="0"/>
          </a:p>
        </p:txBody>
      </p:sp>
      <p:sp>
        <p:nvSpPr>
          <p:cNvPr id="10" name="Text 7"/>
          <p:cNvSpPr/>
          <p:nvPr/>
        </p:nvSpPr>
        <p:spPr>
          <a:xfrm>
            <a:off x="640080" y="3886200"/>
            <a:ext cx="8046720" cy="640080"/>
          </a:xfrm>
          <a:prstGeom prst="rect">
            <a:avLst/>
          </a:prstGeom>
          <a:noFill/>
          <a:ln/>
        </p:spPr>
        <p:txBody>
          <a:bodyPr wrap="square" rtlCol="0" anchor="ctr"/>
          <a:lstStyle/>
          <a:p>
            <a:pPr marL="0" indent="0">
              <a:lnSpc>
                <a:spcPts val="1800"/>
              </a:lnSpc>
              <a:buNone/>
            </a:pPr>
            <a:r>
              <a:rPr lang="fr-FR" sz="1300" noProof="0">
                <a:solidFill>
                  <a:srgbClr val="AEC2DC"/>
                </a:solidFill>
                <a:latin typeface="Calibri" pitchFamily="34" charset="0"/>
                <a:ea typeface="Calibri" pitchFamily="34" charset="-122"/>
                <a:cs typeface="Calibri" pitchFamily="34" charset="-120"/>
              </a:rPr>
              <a:t>Laurent GAGLIARDI – AI &amp; GenAI Consultant</a:t>
            </a:r>
          </a:p>
          <a:p>
            <a:pPr marL="0" indent="0">
              <a:lnSpc>
                <a:spcPts val="1800"/>
              </a:lnSpc>
              <a:buNone/>
            </a:pPr>
            <a:r>
              <a:rPr lang="fr-FR" sz="1300" noProof="0">
                <a:solidFill>
                  <a:srgbClr val="AEC2DC"/>
                </a:solidFill>
                <a:latin typeface="Calibri" pitchFamily="34" charset="0"/>
                <a:ea typeface="Calibri" pitchFamily="34" charset="-122"/>
                <a:cs typeface="Calibri" pitchFamily="34" charset="-120"/>
                <a:hlinkClick r:id="rId4"/>
              </a:rPr>
              <a:t>lgagliardi@expertime.com</a:t>
            </a:r>
            <a:endParaRPr lang="fr-FR" sz="1300" noProof="0">
              <a:solidFill>
                <a:srgbClr val="AEC2DC"/>
              </a:solidFill>
              <a:latin typeface="Calibri" pitchFamily="34" charset="0"/>
              <a:ea typeface="Calibri" pitchFamily="34" charset="-122"/>
              <a:cs typeface="Calibri" pitchFamily="34" charset="-120"/>
            </a:endParaRPr>
          </a:p>
        </p:txBody>
      </p:sp>
      <p:pic>
        <p:nvPicPr>
          <p:cNvPr id="12" name="Image 11">
            <a:extLst>
              <a:ext uri="{FF2B5EF4-FFF2-40B4-BE49-F238E27FC236}">
                <a16:creationId xmlns:a16="http://schemas.microsoft.com/office/drawing/2014/main" id="{BC9A894C-9233-4540-1502-26B155DEF26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91590" y="609337"/>
            <a:ext cx="2375476" cy="62226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457200" y="384048"/>
            <a:ext cx="146304" cy="146304"/>
          </a:xfrm>
          <a:prstGeom prst="rect">
            <a:avLst/>
          </a:prstGeom>
          <a:solidFill>
            <a:srgbClr val="F26522"/>
          </a:solidFill>
          <a:ln/>
        </p:spPr>
        <p:txBody>
          <a:bodyPr/>
          <a:lstStyle/>
          <a:p>
            <a:endParaRPr lang="fr-FR" noProof="0"/>
          </a:p>
        </p:txBody>
      </p:sp>
      <p:sp>
        <p:nvSpPr>
          <p:cNvPr id="3" name="Text 1"/>
          <p:cNvSpPr/>
          <p:nvPr/>
        </p:nvSpPr>
        <p:spPr>
          <a:xfrm>
            <a:off x="713232" y="347472"/>
            <a:ext cx="7955280" cy="237744"/>
          </a:xfrm>
          <a:prstGeom prst="rect">
            <a:avLst/>
          </a:prstGeom>
          <a:noFill/>
          <a:ln/>
        </p:spPr>
        <p:txBody>
          <a:bodyPr wrap="square" rtlCol="0" anchor="ctr"/>
          <a:lstStyle/>
          <a:p>
            <a:pPr marL="0" indent="0">
              <a:buNone/>
            </a:pPr>
            <a:r>
              <a:rPr lang="fr-FR" sz="1100" b="1" kern="0" spc="200" noProof="0">
                <a:solidFill>
                  <a:srgbClr val="F26522"/>
                </a:solidFill>
                <a:latin typeface="Calibri" pitchFamily="34" charset="0"/>
                <a:ea typeface="Calibri" pitchFamily="34" charset="-122"/>
                <a:cs typeface="Calibri" pitchFamily="34" charset="-120"/>
              </a:rPr>
              <a:t>SOMMAIRE</a:t>
            </a:r>
            <a:endParaRPr lang="fr-FR" sz="1100" noProof="0"/>
          </a:p>
        </p:txBody>
      </p:sp>
      <p:sp>
        <p:nvSpPr>
          <p:cNvPr id="4" name="Text 2"/>
          <p:cNvSpPr/>
          <p:nvPr/>
        </p:nvSpPr>
        <p:spPr>
          <a:xfrm>
            <a:off x="438912" y="566928"/>
            <a:ext cx="8266176" cy="566928"/>
          </a:xfrm>
          <a:prstGeom prst="rect">
            <a:avLst/>
          </a:prstGeom>
          <a:noFill/>
          <a:ln/>
        </p:spPr>
        <p:txBody>
          <a:bodyPr wrap="square" rtlCol="0" anchor="ctr"/>
          <a:lstStyle/>
          <a:p>
            <a:pPr marL="0" indent="0">
              <a:buNone/>
            </a:pPr>
            <a:r>
              <a:rPr lang="fr-FR" sz="2600" b="1" noProof="0">
                <a:solidFill>
                  <a:srgbClr val="16273D"/>
                </a:solidFill>
                <a:latin typeface="Trebuchet MS" pitchFamily="34" charset="0"/>
                <a:ea typeface="Trebuchet MS" pitchFamily="34" charset="-122"/>
                <a:cs typeface="Trebuchet MS" pitchFamily="34" charset="-120"/>
              </a:rPr>
              <a:t>Ce que nous allons couvrir </a:t>
            </a:r>
            <a:endParaRPr lang="fr-FR" sz="2600" noProof="0"/>
          </a:p>
        </p:txBody>
      </p:sp>
      <p:sp>
        <p:nvSpPr>
          <p:cNvPr id="5" name="Shape 3"/>
          <p:cNvSpPr/>
          <p:nvPr/>
        </p:nvSpPr>
        <p:spPr>
          <a:xfrm>
            <a:off x="457200" y="1207216"/>
            <a:ext cx="3977640" cy="713232"/>
          </a:xfrm>
          <a:prstGeom prst="rect">
            <a:avLst/>
          </a:prstGeom>
          <a:solidFill>
            <a:srgbClr val="FFFFFF"/>
          </a:solidFill>
          <a:ln w="12700">
            <a:solidFill>
              <a:srgbClr val="DCE4EE"/>
            </a:solidFill>
            <a:prstDash val="solid"/>
          </a:ln>
          <a:effectLst>
            <a:outerShdw blurRad="88900" dist="38100" dir="5400000" algn="bl" rotWithShape="0">
              <a:srgbClr val="0E2240">
                <a:alpha val="10000"/>
              </a:srgbClr>
            </a:outerShdw>
          </a:effectLst>
        </p:spPr>
        <p:txBody>
          <a:bodyPr/>
          <a:lstStyle/>
          <a:p>
            <a:endParaRPr lang="fr-FR" noProof="0"/>
          </a:p>
        </p:txBody>
      </p:sp>
      <p:sp>
        <p:nvSpPr>
          <p:cNvPr id="6" name="Shape 4"/>
          <p:cNvSpPr/>
          <p:nvPr/>
        </p:nvSpPr>
        <p:spPr>
          <a:xfrm>
            <a:off x="457200" y="1207216"/>
            <a:ext cx="64008" cy="713232"/>
          </a:xfrm>
          <a:prstGeom prst="rect">
            <a:avLst/>
          </a:prstGeom>
          <a:solidFill>
            <a:srgbClr val="F26522"/>
          </a:solidFill>
          <a:ln/>
        </p:spPr>
        <p:txBody>
          <a:bodyPr/>
          <a:lstStyle/>
          <a:p>
            <a:endParaRPr lang="fr-FR" noProof="0"/>
          </a:p>
        </p:txBody>
      </p:sp>
      <p:sp>
        <p:nvSpPr>
          <p:cNvPr id="7" name="Text 5"/>
          <p:cNvSpPr/>
          <p:nvPr/>
        </p:nvSpPr>
        <p:spPr>
          <a:xfrm>
            <a:off x="640080" y="1207216"/>
            <a:ext cx="640080" cy="713232"/>
          </a:xfrm>
          <a:prstGeom prst="rect">
            <a:avLst/>
          </a:prstGeom>
          <a:noFill/>
          <a:ln/>
        </p:spPr>
        <p:txBody>
          <a:bodyPr wrap="square" rtlCol="0" anchor="ctr"/>
          <a:lstStyle/>
          <a:p>
            <a:pPr marL="0" indent="0" algn="l">
              <a:buNone/>
            </a:pPr>
            <a:r>
              <a:rPr lang="fr-FR" sz="2400" b="1" noProof="0">
                <a:solidFill>
                  <a:srgbClr val="1C4E80"/>
                </a:solidFill>
                <a:latin typeface="Trebuchet MS" pitchFamily="34" charset="0"/>
                <a:ea typeface="Trebuchet MS" pitchFamily="34" charset="-122"/>
                <a:cs typeface="Trebuchet MS" pitchFamily="34" charset="-120"/>
              </a:rPr>
              <a:t>01</a:t>
            </a:r>
            <a:endParaRPr lang="fr-FR" sz="2400" noProof="0"/>
          </a:p>
        </p:txBody>
      </p:sp>
      <p:sp>
        <p:nvSpPr>
          <p:cNvPr id="8" name="Text 6"/>
          <p:cNvSpPr/>
          <p:nvPr/>
        </p:nvSpPr>
        <p:spPr>
          <a:xfrm>
            <a:off x="1298448" y="1298656"/>
            <a:ext cx="3017520" cy="292608"/>
          </a:xfrm>
          <a:prstGeom prst="rect">
            <a:avLst/>
          </a:prstGeom>
          <a:noFill/>
          <a:ln/>
        </p:spPr>
        <p:txBody>
          <a:bodyPr wrap="square" rtlCol="0" anchor="ctr"/>
          <a:lstStyle/>
          <a:p>
            <a:pPr marL="0" indent="0">
              <a:buNone/>
            </a:pPr>
            <a:r>
              <a:rPr lang="fr-FR" sz="1350" b="1" noProof="0">
                <a:solidFill>
                  <a:srgbClr val="16273D"/>
                </a:solidFill>
                <a:latin typeface="Trebuchet MS" pitchFamily="34" charset="0"/>
                <a:ea typeface="Trebuchet MS" pitchFamily="34" charset="-122"/>
                <a:cs typeface="Trebuchet MS" pitchFamily="34" charset="-120"/>
              </a:rPr>
              <a:t>Rôle &amp; Fonctionnement</a:t>
            </a:r>
            <a:endParaRPr lang="fr-FR" sz="1350" noProof="0"/>
          </a:p>
        </p:txBody>
      </p:sp>
      <p:sp>
        <p:nvSpPr>
          <p:cNvPr id="9" name="Text 7"/>
          <p:cNvSpPr/>
          <p:nvPr/>
        </p:nvSpPr>
        <p:spPr>
          <a:xfrm>
            <a:off x="1298448" y="1572976"/>
            <a:ext cx="3017520" cy="292608"/>
          </a:xfrm>
          <a:prstGeom prst="rect">
            <a:avLst/>
          </a:prstGeom>
          <a:noFill/>
          <a:ln/>
        </p:spPr>
        <p:txBody>
          <a:bodyPr wrap="square" rtlCol="0" anchor="ctr"/>
          <a:lstStyle/>
          <a:p>
            <a:pPr marL="0" indent="0">
              <a:buNone/>
            </a:pPr>
            <a:r>
              <a:rPr lang="fr-FR" sz="1000" noProof="0">
                <a:solidFill>
                  <a:srgbClr val="5C6B7F"/>
                </a:solidFill>
                <a:latin typeface="Calibri" pitchFamily="34" charset="0"/>
                <a:ea typeface="Calibri" pitchFamily="34" charset="-122"/>
                <a:cs typeface="Calibri" pitchFamily="34" charset="-120"/>
              </a:rPr>
              <a:t>Apports et Fonctionnement du Data Agent</a:t>
            </a:r>
            <a:endParaRPr lang="fr-FR" sz="1000" noProof="0"/>
          </a:p>
        </p:txBody>
      </p:sp>
      <p:sp>
        <p:nvSpPr>
          <p:cNvPr id="10" name="Shape 8"/>
          <p:cNvSpPr/>
          <p:nvPr/>
        </p:nvSpPr>
        <p:spPr>
          <a:xfrm>
            <a:off x="4709160" y="1207216"/>
            <a:ext cx="3977640" cy="713232"/>
          </a:xfrm>
          <a:prstGeom prst="rect">
            <a:avLst/>
          </a:prstGeom>
          <a:solidFill>
            <a:srgbClr val="FFFFFF"/>
          </a:solidFill>
          <a:ln w="12700">
            <a:solidFill>
              <a:srgbClr val="DCE4EE"/>
            </a:solidFill>
            <a:prstDash val="solid"/>
          </a:ln>
          <a:effectLst>
            <a:outerShdw blurRad="88900" dist="38100" dir="5400000" algn="bl" rotWithShape="0">
              <a:srgbClr val="0E2240">
                <a:alpha val="10000"/>
              </a:srgbClr>
            </a:outerShdw>
          </a:effectLst>
        </p:spPr>
        <p:txBody>
          <a:bodyPr/>
          <a:lstStyle/>
          <a:p>
            <a:endParaRPr lang="fr-FR" noProof="0"/>
          </a:p>
        </p:txBody>
      </p:sp>
      <p:sp>
        <p:nvSpPr>
          <p:cNvPr id="11" name="Shape 9"/>
          <p:cNvSpPr/>
          <p:nvPr/>
        </p:nvSpPr>
        <p:spPr>
          <a:xfrm>
            <a:off x="4709160" y="1207216"/>
            <a:ext cx="64008" cy="713232"/>
          </a:xfrm>
          <a:prstGeom prst="rect">
            <a:avLst/>
          </a:prstGeom>
          <a:solidFill>
            <a:srgbClr val="F26522"/>
          </a:solidFill>
          <a:ln/>
        </p:spPr>
        <p:txBody>
          <a:bodyPr/>
          <a:lstStyle/>
          <a:p>
            <a:endParaRPr lang="fr-FR" noProof="0"/>
          </a:p>
        </p:txBody>
      </p:sp>
      <p:sp>
        <p:nvSpPr>
          <p:cNvPr id="12" name="Text 10"/>
          <p:cNvSpPr/>
          <p:nvPr/>
        </p:nvSpPr>
        <p:spPr>
          <a:xfrm>
            <a:off x="4892040" y="1207216"/>
            <a:ext cx="640080" cy="713232"/>
          </a:xfrm>
          <a:prstGeom prst="rect">
            <a:avLst/>
          </a:prstGeom>
          <a:noFill/>
          <a:ln/>
        </p:spPr>
        <p:txBody>
          <a:bodyPr wrap="square" rtlCol="0" anchor="ctr"/>
          <a:lstStyle/>
          <a:p>
            <a:pPr marL="0" indent="0" algn="l">
              <a:buNone/>
            </a:pPr>
            <a:r>
              <a:rPr lang="fr-FR" sz="2400" b="1" noProof="0">
                <a:solidFill>
                  <a:srgbClr val="1C4E80"/>
                </a:solidFill>
                <a:latin typeface="Trebuchet MS" pitchFamily="34" charset="0"/>
                <a:ea typeface="Trebuchet MS" pitchFamily="34" charset="-122"/>
                <a:cs typeface="Trebuchet MS" pitchFamily="34" charset="-120"/>
              </a:rPr>
              <a:t>02</a:t>
            </a:r>
            <a:endParaRPr lang="fr-FR" sz="2400" noProof="0"/>
          </a:p>
        </p:txBody>
      </p:sp>
      <p:sp>
        <p:nvSpPr>
          <p:cNvPr id="13" name="Text 11"/>
          <p:cNvSpPr/>
          <p:nvPr/>
        </p:nvSpPr>
        <p:spPr>
          <a:xfrm>
            <a:off x="5550408" y="1298656"/>
            <a:ext cx="3017520" cy="292608"/>
          </a:xfrm>
          <a:prstGeom prst="rect">
            <a:avLst/>
          </a:prstGeom>
          <a:noFill/>
          <a:ln/>
        </p:spPr>
        <p:txBody>
          <a:bodyPr wrap="square" rtlCol="0" anchor="ctr"/>
          <a:lstStyle/>
          <a:p>
            <a:pPr marL="0" indent="0">
              <a:buNone/>
            </a:pPr>
            <a:r>
              <a:rPr lang="fr-FR" sz="1350" b="1" noProof="0">
                <a:solidFill>
                  <a:srgbClr val="16273D"/>
                </a:solidFill>
                <a:latin typeface="Trebuchet MS" pitchFamily="34" charset="0"/>
                <a:ea typeface="Trebuchet MS" pitchFamily="34" charset="-122"/>
                <a:cs typeface="Trebuchet MS" pitchFamily="34" charset="-120"/>
              </a:rPr>
              <a:t>Sources de données</a:t>
            </a:r>
            <a:endParaRPr lang="fr-FR" sz="1350" noProof="0"/>
          </a:p>
        </p:txBody>
      </p:sp>
      <p:sp>
        <p:nvSpPr>
          <p:cNvPr id="14" name="Text 12"/>
          <p:cNvSpPr/>
          <p:nvPr/>
        </p:nvSpPr>
        <p:spPr>
          <a:xfrm>
            <a:off x="5550408" y="1572976"/>
            <a:ext cx="3017520" cy="292608"/>
          </a:xfrm>
          <a:prstGeom prst="rect">
            <a:avLst/>
          </a:prstGeom>
          <a:noFill/>
          <a:ln/>
        </p:spPr>
        <p:txBody>
          <a:bodyPr wrap="square" rtlCol="0" anchor="ctr"/>
          <a:lstStyle/>
          <a:p>
            <a:pPr marL="0" indent="0">
              <a:buNone/>
            </a:pPr>
            <a:r>
              <a:rPr lang="fr-FR" sz="1000" noProof="0">
                <a:solidFill>
                  <a:srgbClr val="5C6B7F"/>
                </a:solidFill>
                <a:latin typeface="Calibri" pitchFamily="34" charset="0"/>
                <a:ea typeface="Calibri" pitchFamily="34" charset="-122"/>
                <a:cs typeface="Calibri" pitchFamily="34" charset="-120"/>
              </a:rPr>
              <a:t>Tables, Modèles sémantiques, Ontologies</a:t>
            </a:r>
            <a:endParaRPr lang="fr-FR" sz="1000" noProof="0"/>
          </a:p>
        </p:txBody>
      </p:sp>
      <p:sp>
        <p:nvSpPr>
          <p:cNvPr id="15" name="Shape 13"/>
          <p:cNvSpPr/>
          <p:nvPr/>
        </p:nvSpPr>
        <p:spPr>
          <a:xfrm>
            <a:off x="457200" y="2121616"/>
            <a:ext cx="3977640" cy="713232"/>
          </a:xfrm>
          <a:prstGeom prst="rect">
            <a:avLst/>
          </a:prstGeom>
          <a:solidFill>
            <a:srgbClr val="FFFFFF"/>
          </a:solidFill>
          <a:ln w="12700">
            <a:solidFill>
              <a:srgbClr val="DCE4EE"/>
            </a:solidFill>
            <a:prstDash val="solid"/>
          </a:ln>
          <a:effectLst>
            <a:outerShdw blurRad="88900" dist="38100" dir="5400000" algn="bl" rotWithShape="0">
              <a:srgbClr val="0E2240">
                <a:alpha val="10000"/>
              </a:srgbClr>
            </a:outerShdw>
          </a:effectLst>
        </p:spPr>
        <p:txBody>
          <a:bodyPr/>
          <a:lstStyle/>
          <a:p>
            <a:endParaRPr lang="fr-FR" noProof="0"/>
          </a:p>
        </p:txBody>
      </p:sp>
      <p:sp>
        <p:nvSpPr>
          <p:cNvPr id="16" name="Shape 14"/>
          <p:cNvSpPr/>
          <p:nvPr/>
        </p:nvSpPr>
        <p:spPr>
          <a:xfrm>
            <a:off x="457200" y="2121616"/>
            <a:ext cx="64008" cy="713232"/>
          </a:xfrm>
          <a:prstGeom prst="rect">
            <a:avLst/>
          </a:prstGeom>
          <a:solidFill>
            <a:srgbClr val="F26522"/>
          </a:solidFill>
          <a:ln/>
        </p:spPr>
        <p:txBody>
          <a:bodyPr/>
          <a:lstStyle/>
          <a:p>
            <a:endParaRPr lang="fr-FR" noProof="0"/>
          </a:p>
        </p:txBody>
      </p:sp>
      <p:sp>
        <p:nvSpPr>
          <p:cNvPr id="17" name="Text 15"/>
          <p:cNvSpPr/>
          <p:nvPr/>
        </p:nvSpPr>
        <p:spPr>
          <a:xfrm>
            <a:off x="640080" y="2121616"/>
            <a:ext cx="640080" cy="713232"/>
          </a:xfrm>
          <a:prstGeom prst="rect">
            <a:avLst/>
          </a:prstGeom>
          <a:noFill/>
          <a:ln/>
        </p:spPr>
        <p:txBody>
          <a:bodyPr wrap="square" rtlCol="0" anchor="ctr"/>
          <a:lstStyle/>
          <a:p>
            <a:pPr marL="0" indent="0" algn="l">
              <a:buNone/>
            </a:pPr>
            <a:r>
              <a:rPr lang="fr-FR" sz="2400" b="1" noProof="0">
                <a:solidFill>
                  <a:srgbClr val="1C4E80"/>
                </a:solidFill>
                <a:latin typeface="Trebuchet MS" pitchFamily="34" charset="0"/>
                <a:ea typeface="Trebuchet MS" pitchFamily="34" charset="-122"/>
                <a:cs typeface="Trebuchet MS" pitchFamily="34" charset="-120"/>
              </a:rPr>
              <a:t>03</a:t>
            </a:r>
            <a:endParaRPr lang="fr-FR" sz="2400" noProof="0"/>
          </a:p>
        </p:txBody>
      </p:sp>
      <p:sp>
        <p:nvSpPr>
          <p:cNvPr id="18" name="Text 16"/>
          <p:cNvSpPr/>
          <p:nvPr/>
        </p:nvSpPr>
        <p:spPr>
          <a:xfrm>
            <a:off x="1298448" y="2213056"/>
            <a:ext cx="3017520" cy="292608"/>
          </a:xfrm>
          <a:prstGeom prst="rect">
            <a:avLst/>
          </a:prstGeom>
          <a:noFill/>
          <a:ln/>
        </p:spPr>
        <p:txBody>
          <a:bodyPr wrap="square" rtlCol="0" anchor="ctr"/>
          <a:lstStyle/>
          <a:p>
            <a:pPr marL="0" indent="0">
              <a:buNone/>
            </a:pPr>
            <a:r>
              <a:rPr lang="fr-FR" sz="1350" b="1" noProof="0">
                <a:solidFill>
                  <a:srgbClr val="16273D"/>
                </a:solidFill>
                <a:latin typeface="Trebuchet MS" pitchFamily="34" charset="0"/>
                <a:ea typeface="Trebuchet MS" pitchFamily="34" charset="-122"/>
                <a:cs typeface="Trebuchet MS" pitchFamily="34" charset="-120"/>
              </a:rPr>
              <a:t>Instructions &amp; Configuration</a:t>
            </a:r>
            <a:endParaRPr lang="fr-FR" sz="1350" noProof="0"/>
          </a:p>
        </p:txBody>
      </p:sp>
      <p:sp>
        <p:nvSpPr>
          <p:cNvPr id="19" name="Text 17"/>
          <p:cNvSpPr/>
          <p:nvPr/>
        </p:nvSpPr>
        <p:spPr>
          <a:xfrm>
            <a:off x="1298448" y="2487376"/>
            <a:ext cx="3017520" cy="292608"/>
          </a:xfrm>
          <a:prstGeom prst="rect">
            <a:avLst/>
          </a:prstGeom>
          <a:noFill/>
          <a:ln/>
        </p:spPr>
        <p:txBody>
          <a:bodyPr wrap="square" rtlCol="0" anchor="ctr"/>
          <a:lstStyle/>
          <a:p>
            <a:pPr marL="0" indent="0">
              <a:buNone/>
            </a:pPr>
            <a:r>
              <a:rPr lang="fr-FR" sz="1000" noProof="0">
                <a:solidFill>
                  <a:srgbClr val="5C6B7F"/>
                </a:solidFill>
                <a:latin typeface="Calibri" pitchFamily="34" charset="0"/>
                <a:ea typeface="Calibri" pitchFamily="34" charset="-122"/>
                <a:cs typeface="Calibri" pitchFamily="34" charset="-120"/>
              </a:rPr>
              <a:t>Instructions d'agent, sources et exemples de requêtes</a:t>
            </a:r>
            <a:endParaRPr lang="fr-FR" sz="1000" noProof="0"/>
          </a:p>
        </p:txBody>
      </p:sp>
      <p:sp>
        <p:nvSpPr>
          <p:cNvPr id="20" name="Shape 18"/>
          <p:cNvSpPr/>
          <p:nvPr/>
        </p:nvSpPr>
        <p:spPr>
          <a:xfrm>
            <a:off x="4709160" y="2121616"/>
            <a:ext cx="3977640" cy="713232"/>
          </a:xfrm>
          <a:prstGeom prst="rect">
            <a:avLst/>
          </a:prstGeom>
          <a:solidFill>
            <a:srgbClr val="FFFFFF"/>
          </a:solidFill>
          <a:ln w="12700">
            <a:solidFill>
              <a:srgbClr val="DCE4EE"/>
            </a:solidFill>
            <a:prstDash val="solid"/>
          </a:ln>
          <a:effectLst>
            <a:outerShdw blurRad="88900" dist="38100" dir="5400000" algn="bl" rotWithShape="0">
              <a:srgbClr val="0E2240">
                <a:alpha val="10000"/>
              </a:srgbClr>
            </a:outerShdw>
          </a:effectLst>
        </p:spPr>
        <p:txBody>
          <a:bodyPr/>
          <a:lstStyle/>
          <a:p>
            <a:endParaRPr lang="fr-FR" noProof="0"/>
          </a:p>
        </p:txBody>
      </p:sp>
      <p:sp>
        <p:nvSpPr>
          <p:cNvPr id="21" name="Shape 19"/>
          <p:cNvSpPr/>
          <p:nvPr/>
        </p:nvSpPr>
        <p:spPr>
          <a:xfrm>
            <a:off x="4709160" y="2121616"/>
            <a:ext cx="64008" cy="713232"/>
          </a:xfrm>
          <a:prstGeom prst="rect">
            <a:avLst/>
          </a:prstGeom>
          <a:solidFill>
            <a:srgbClr val="F26522"/>
          </a:solidFill>
          <a:ln/>
        </p:spPr>
        <p:txBody>
          <a:bodyPr/>
          <a:lstStyle/>
          <a:p>
            <a:endParaRPr lang="fr-FR" noProof="0"/>
          </a:p>
        </p:txBody>
      </p:sp>
      <p:sp>
        <p:nvSpPr>
          <p:cNvPr id="22" name="Text 20"/>
          <p:cNvSpPr/>
          <p:nvPr/>
        </p:nvSpPr>
        <p:spPr>
          <a:xfrm>
            <a:off x="4892040" y="2121616"/>
            <a:ext cx="640080" cy="713232"/>
          </a:xfrm>
          <a:prstGeom prst="rect">
            <a:avLst/>
          </a:prstGeom>
          <a:noFill/>
          <a:ln/>
        </p:spPr>
        <p:txBody>
          <a:bodyPr wrap="square" rtlCol="0" anchor="ctr"/>
          <a:lstStyle/>
          <a:p>
            <a:pPr marL="0" indent="0" algn="l">
              <a:buNone/>
            </a:pPr>
            <a:r>
              <a:rPr lang="fr-FR" sz="2400" b="1" noProof="0">
                <a:solidFill>
                  <a:srgbClr val="1C4E80"/>
                </a:solidFill>
                <a:latin typeface="Trebuchet MS" pitchFamily="34" charset="0"/>
                <a:ea typeface="Trebuchet MS" pitchFamily="34" charset="-122"/>
                <a:cs typeface="Trebuchet MS" pitchFamily="34" charset="-120"/>
              </a:rPr>
              <a:t>04</a:t>
            </a:r>
            <a:endParaRPr lang="fr-FR" sz="2400" noProof="0"/>
          </a:p>
        </p:txBody>
      </p:sp>
      <p:sp>
        <p:nvSpPr>
          <p:cNvPr id="23" name="Text 21"/>
          <p:cNvSpPr/>
          <p:nvPr/>
        </p:nvSpPr>
        <p:spPr>
          <a:xfrm>
            <a:off x="5550408" y="2213056"/>
            <a:ext cx="3017520" cy="292608"/>
          </a:xfrm>
          <a:prstGeom prst="rect">
            <a:avLst/>
          </a:prstGeom>
          <a:noFill/>
          <a:ln/>
        </p:spPr>
        <p:txBody>
          <a:bodyPr wrap="square" rtlCol="0" anchor="ctr"/>
          <a:lstStyle/>
          <a:p>
            <a:pPr marL="0" indent="0">
              <a:buNone/>
            </a:pPr>
            <a:r>
              <a:rPr lang="fr-FR" sz="1350" b="1" noProof="0">
                <a:solidFill>
                  <a:srgbClr val="16273D"/>
                </a:solidFill>
                <a:latin typeface="Trebuchet MS" pitchFamily="34" charset="0"/>
                <a:ea typeface="Trebuchet MS" pitchFamily="34" charset="-122"/>
                <a:cs typeface="Trebuchet MS" pitchFamily="34" charset="-120"/>
              </a:rPr>
              <a:t>Sécurité &amp; RBAC</a:t>
            </a:r>
            <a:endParaRPr lang="fr-FR" sz="1350" noProof="0"/>
          </a:p>
        </p:txBody>
      </p:sp>
      <p:sp>
        <p:nvSpPr>
          <p:cNvPr id="24" name="Text 22"/>
          <p:cNvSpPr/>
          <p:nvPr/>
        </p:nvSpPr>
        <p:spPr>
          <a:xfrm>
            <a:off x="5550408" y="2487376"/>
            <a:ext cx="3017520" cy="292608"/>
          </a:xfrm>
          <a:prstGeom prst="rect">
            <a:avLst/>
          </a:prstGeom>
          <a:noFill/>
          <a:ln/>
        </p:spPr>
        <p:txBody>
          <a:bodyPr wrap="square" rtlCol="0" anchor="ctr"/>
          <a:lstStyle/>
          <a:p>
            <a:pPr marL="0" indent="0">
              <a:buNone/>
            </a:pPr>
            <a:r>
              <a:rPr lang="fr-FR" sz="1000" noProof="0">
                <a:solidFill>
                  <a:srgbClr val="5C6B7F"/>
                </a:solidFill>
                <a:latin typeface="Calibri" pitchFamily="34" charset="0"/>
                <a:ea typeface="Calibri" pitchFamily="34" charset="-122"/>
                <a:cs typeface="Calibri" pitchFamily="34" charset="-120"/>
              </a:rPr>
              <a:t>Qui peut faire quoi, Rôles d'espace de travail</a:t>
            </a:r>
            <a:endParaRPr lang="fr-FR" sz="1000" noProof="0"/>
          </a:p>
        </p:txBody>
      </p:sp>
      <p:sp>
        <p:nvSpPr>
          <p:cNvPr id="25" name="Shape 23"/>
          <p:cNvSpPr/>
          <p:nvPr/>
        </p:nvSpPr>
        <p:spPr>
          <a:xfrm>
            <a:off x="457200" y="3036016"/>
            <a:ext cx="3977640" cy="713232"/>
          </a:xfrm>
          <a:prstGeom prst="rect">
            <a:avLst/>
          </a:prstGeom>
          <a:solidFill>
            <a:srgbClr val="FFFFFF"/>
          </a:solidFill>
          <a:ln w="12700">
            <a:solidFill>
              <a:srgbClr val="DCE4EE"/>
            </a:solidFill>
            <a:prstDash val="solid"/>
          </a:ln>
          <a:effectLst>
            <a:outerShdw blurRad="88900" dist="38100" dir="5400000" algn="bl" rotWithShape="0">
              <a:srgbClr val="0E2240">
                <a:alpha val="10000"/>
              </a:srgbClr>
            </a:outerShdw>
          </a:effectLst>
        </p:spPr>
        <p:txBody>
          <a:bodyPr/>
          <a:lstStyle/>
          <a:p>
            <a:endParaRPr lang="fr-FR" noProof="0"/>
          </a:p>
        </p:txBody>
      </p:sp>
      <p:sp>
        <p:nvSpPr>
          <p:cNvPr id="26" name="Shape 24"/>
          <p:cNvSpPr/>
          <p:nvPr/>
        </p:nvSpPr>
        <p:spPr>
          <a:xfrm>
            <a:off x="457200" y="3036016"/>
            <a:ext cx="64008" cy="713232"/>
          </a:xfrm>
          <a:prstGeom prst="rect">
            <a:avLst/>
          </a:prstGeom>
          <a:solidFill>
            <a:srgbClr val="F26522"/>
          </a:solidFill>
          <a:ln/>
        </p:spPr>
        <p:txBody>
          <a:bodyPr/>
          <a:lstStyle/>
          <a:p>
            <a:endParaRPr lang="fr-FR" noProof="0"/>
          </a:p>
        </p:txBody>
      </p:sp>
      <p:sp>
        <p:nvSpPr>
          <p:cNvPr id="27" name="Text 25"/>
          <p:cNvSpPr/>
          <p:nvPr/>
        </p:nvSpPr>
        <p:spPr>
          <a:xfrm>
            <a:off x="640080" y="3036016"/>
            <a:ext cx="640080" cy="713232"/>
          </a:xfrm>
          <a:prstGeom prst="rect">
            <a:avLst/>
          </a:prstGeom>
          <a:noFill/>
          <a:ln/>
        </p:spPr>
        <p:txBody>
          <a:bodyPr wrap="square" rtlCol="0" anchor="ctr"/>
          <a:lstStyle/>
          <a:p>
            <a:pPr marL="0" indent="0" algn="l">
              <a:buNone/>
            </a:pPr>
            <a:r>
              <a:rPr lang="fr-FR" sz="2400" b="1" noProof="0">
                <a:solidFill>
                  <a:srgbClr val="1C4E80"/>
                </a:solidFill>
                <a:latin typeface="Trebuchet MS" pitchFamily="34" charset="0"/>
                <a:ea typeface="Trebuchet MS" pitchFamily="34" charset="-122"/>
                <a:cs typeface="Trebuchet MS" pitchFamily="34" charset="-120"/>
              </a:rPr>
              <a:t>05</a:t>
            </a:r>
            <a:endParaRPr lang="fr-FR" sz="2400" noProof="0"/>
          </a:p>
        </p:txBody>
      </p:sp>
      <p:sp>
        <p:nvSpPr>
          <p:cNvPr id="28" name="Text 26"/>
          <p:cNvSpPr/>
          <p:nvPr/>
        </p:nvSpPr>
        <p:spPr>
          <a:xfrm>
            <a:off x="1298448" y="3127456"/>
            <a:ext cx="3017520" cy="292608"/>
          </a:xfrm>
          <a:prstGeom prst="rect">
            <a:avLst/>
          </a:prstGeom>
          <a:noFill/>
          <a:ln/>
        </p:spPr>
        <p:txBody>
          <a:bodyPr wrap="square" lIns="91440" tIns="45720" rIns="91440" bIns="45720" rtlCol="0" anchor="ctr"/>
          <a:lstStyle/>
          <a:p>
            <a:r>
              <a:rPr lang="fr-FR" sz="1350" b="1">
                <a:solidFill>
                  <a:srgbClr val="16273D"/>
                </a:solidFill>
                <a:latin typeface="Trebuchet MS"/>
              </a:rPr>
              <a:t>Publication</a:t>
            </a:r>
            <a:endParaRPr lang="fr-FR" sz="1350" noProof="0">
              <a:solidFill>
                <a:srgbClr val="000000"/>
              </a:solidFill>
              <a:latin typeface="Aptos"/>
            </a:endParaRPr>
          </a:p>
        </p:txBody>
      </p:sp>
      <p:sp>
        <p:nvSpPr>
          <p:cNvPr id="29" name="Text 27"/>
          <p:cNvSpPr/>
          <p:nvPr/>
        </p:nvSpPr>
        <p:spPr>
          <a:xfrm>
            <a:off x="1298448" y="3401776"/>
            <a:ext cx="3017520" cy="292608"/>
          </a:xfrm>
          <a:prstGeom prst="rect">
            <a:avLst/>
          </a:prstGeom>
          <a:noFill/>
          <a:ln/>
        </p:spPr>
        <p:txBody>
          <a:bodyPr wrap="square" rtlCol="0" anchor="ctr"/>
          <a:lstStyle/>
          <a:p>
            <a:pPr marL="0" indent="0">
              <a:buNone/>
            </a:pPr>
            <a:r>
              <a:rPr lang="fr-FR" sz="1000" noProof="0">
                <a:solidFill>
                  <a:srgbClr val="5C6B7F"/>
                </a:solidFill>
                <a:latin typeface="Calibri" pitchFamily="34" charset="0"/>
                <a:ea typeface="Calibri" pitchFamily="34" charset="-122"/>
                <a:cs typeface="Calibri" pitchFamily="34" charset="-120"/>
              </a:rPr>
              <a:t>Partage &amp; Version brouillon / publiées</a:t>
            </a:r>
            <a:endParaRPr lang="fr-FR" sz="1000" noProof="0"/>
          </a:p>
        </p:txBody>
      </p:sp>
      <p:sp>
        <p:nvSpPr>
          <p:cNvPr id="30" name="Shape 28"/>
          <p:cNvSpPr/>
          <p:nvPr/>
        </p:nvSpPr>
        <p:spPr>
          <a:xfrm>
            <a:off x="4709160" y="3036016"/>
            <a:ext cx="3977640" cy="713232"/>
          </a:xfrm>
          <a:prstGeom prst="rect">
            <a:avLst/>
          </a:prstGeom>
          <a:solidFill>
            <a:srgbClr val="FFFFFF"/>
          </a:solidFill>
          <a:ln w="12700">
            <a:solidFill>
              <a:srgbClr val="DCE4EE"/>
            </a:solidFill>
            <a:prstDash val="solid"/>
          </a:ln>
          <a:effectLst>
            <a:outerShdw blurRad="88900" dist="38100" dir="5400000" algn="bl" rotWithShape="0">
              <a:srgbClr val="0E2240">
                <a:alpha val="10000"/>
              </a:srgbClr>
            </a:outerShdw>
          </a:effectLst>
        </p:spPr>
        <p:txBody>
          <a:bodyPr/>
          <a:lstStyle/>
          <a:p>
            <a:endParaRPr lang="fr-FR" noProof="0"/>
          </a:p>
        </p:txBody>
      </p:sp>
      <p:sp>
        <p:nvSpPr>
          <p:cNvPr id="31" name="Shape 29"/>
          <p:cNvSpPr/>
          <p:nvPr/>
        </p:nvSpPr>
        <p:spPr>
          <a:xfrm>
            <a:off x="4709160" y="3036016"/>
            <a:ext cx="64008" cy="713232"/>
          </a:xfrm>
          <a:prstGeom prst="rect">
            <a:avLst/>
          </a:prstGeom>
          <a:solidFill>
            <a:srgbClr val="F26522"/>
          </a:solidFill>
          <a:ln/>
        </p:spPr>
        <p:txBody>
          <a:bodyPr/>
          <a:lstStyle/>
          <a:p>
            <a:endParaRPr lang="fr-FR" noProof="0"/>
          </a:p>
        </p:txBody>
      </p:sp>
      <p:sp>
        <p:nvSpPr>
          <p:cNvPr id="32" name="Text 30"/>
          <p:cNvSpPr/>
          <p:nvPr/>
        </p:nvSpPr>
        <p:spPr>
          <a:xfrm>
            <a:off x="4892040" y="3036016"/>
            <a:ext cx="640080" cy="713232"/>
          </a:xfrm>
          <a:prstGeom prst="rect">
            <a:avLst/>
          </a:prstGeom>
          <a:noFill/>
          <a:ln/>
        </p:spPr>
        <p:txBody>
          <a:bodyPr wrap="square" rtlCol="0" anchor="ctr"/>
          <a:lstStyle/>
          <a:p>
            <a:pPr marL="0" indent="0" algn="l">
              <a:buNone/>
            </a:pPr>
            <a:r>
              <a:rPr lang="fr-FR" sz="2400" b="1" noProof="0">
                <a:solidFill>
                  <a:srgbClr val="1C4E80"/>
                </a:solidFill>
                <a:latin typeface="Trebuchet MS" pitchFamily="34" charset="0"/>
                <a:ea typeface="Trebuchet MS" pitchFamily="34" charset="-122"/>
                <a:cs typeface="Trebuchet MS" pitchFamily="34" charset="-120"/>
              </a:rPr>
              <a:t>06</a:t>
            </a:r>
            <a:endParaRPr lang="fr-FR" sz="2400" noProof="0"/>
          </a:p>
        </p:txBody>
      </p:sp>
      <p:sp>
        <p:nvSpPr>
          <p:cNvPr id="33" name="Text 31"/>
          <p:cNvSpPr/>
          <p:nvPr/>
        </p:nvSpPr>
        <p:spPr>
          <a:xfrm>
            <a:off x="5550408" y="3127456"/>
            <a:ext cx="3017520" cy="292608"/>
          </a:xfrm>
          <a:prstGeom prst="rect">
            <a:avLst/>
          </a:prstGeom>
          <a:noFill/>
          <a:ln/>
        </p:spPr>
        <p:txBody>
          <a:bodyPr wrap="square" rtlCol="0" anchor="ctr"/>
          <a:lstStyle/>
          <a:p>
            <a:pPr marL="0" indent="0">
              <a:buNone/>
            </a:pPr>
            <a:r>
              <a:rPr lang="fr-FR" sz="1350" b="1" noProof="0">
                <a:solidFill>
                  <a:srgbClr val="16273D"/>
                </a:solidFill>
                <a:latin typeface="Trebuchet MS" pitchFamily="34" charset="0"/>
                <a:ea typeface="Trebuchet MS" pitchFamily="34" charset="-122"/>
                <a:cs typeface="Trebuchet MS" pitchFamily="34" charset="-120"/>
              </a:rPr>
              <a:t>Intégration API, Teams &amp; Copilot</a:t>
            </a:r>
            <a:endParaRPr lang="fr-FR" sz="1350" noProof="0"/>
          </a:p>
        </p:txBody>
      </p:sp>
      <p:sp>
        <p:nvSpPr>
          <p:cNvPr id="34" name="Text 32"/>
          <p:cNvSpPr/>
          <p:nvPr/>
        </p:nvSpPr>
        <p:spPr>
          <a:xfrm>
            <a:off x="5550408" y="3401776"/>
            <a:ext cx="3017520" cy="292608"/>
          </a:xfrm>
          <a:prstGeom prst="rect">
            <a:avLst/>
          </a:prstGeom>
          <a:noFill/>
          <a:ln/>
        </p:spPr>
        <p:txBody>
          <a:bodyPr wrap="square" rtlCol="0" anchor="ctr"/>
          <a:lstStyle/>
          <a:p>
            <a:pPr marL="0" indent="0">
              <a:buNone/>
            </a:pPr>
            <a:r>
              <a:rPr lang="fr-FR" sz="1000" noProof="0">
                <a:solidFill>
                  <a:srgbClr val="5C6B7F"/>
                </a:solidFill>
                <a:latin typeface="Calibri" pitchFamily="34" charset="0"/>
                <a:ea typeface="Calibri" pitchFamily="34" charset="-122"/>
                <a:cs typeface="Calibri" pitchFamily="34" charset="-120"/>
              </a:rPr>
              <a:t>Agent Store M365, Copilot Studio, Intégration custom</a:t>
            </a:r>
            <a:endParaRPr lang="fr-FR" sz="1000" noProof="0"/>
          </a:p>
        </p:txBody>
      </p:sp>
      <p:sp>
        <p:nvSpPr>
          <p:cNvPr id="35" name="Shape 33"/>
          <p:cNvSpPr/>
          <p:nvPr/>
        </p:nvSpPr>
        <p:spPr>
          <a:xfrm>
            <a:off x="457200" y="3950416"/>
            <a:ext cx="3977640" cy="713232"/>
          </a:xfrm>
          <a:prstGeom prst="rect">
            <a:avLst/>
          </a:prstGeom>
          <a:solidFill>
            <a:srgbClr val="FFFFFF"/>
          </a:solidFill>
          <a:ln w="12700">
            <a:solidFill>
              <a:srgbClr val="DCE4EE"/>
            </a:solidFill>
            <a:prstDash val="solid"/>
          </a:ln>
          <a:effectLst>
            <a:outerShdw blurRad="88900" dist="38100" dir="5400000" algn="bl" rotWithShape="0">
              <a:srgbClr val="0E2240">
                <a:alpha val="10000"/>
              </a:srgbClr>
            </a:outerShdw>
          </a:effectLst>
        </p:spPr>
        <p:txBody>
          <a:bodyPr/>
          <a:lstStyle/>
          <a:p>
            <a:endParaRPr lang="fr-FR" noProof="0"/>
          </a:p>
        </p:txBody>
      </p:sp>
      <p:sp>
        <p:nvSpPr>
          <p:cNvPr id="36" name="Shape 34"/>
          <p:cNvSpPr/>
          <p:nvPr/>
        </p:nvSpPr>
        <p:spPr>
          <a:xfrm>
            <a:off x="457200" y="3950416"/>
            <a:ext cx="64008" cy="713232"/>
          </a:xfrm>
          <a:prstGeom prst="rect">
            <a:avLst/>
          </a:prstGeom>
          <a:solidFill>
            <a:srgbClr val="F26522"/>
          </a:solidFill>
          <a:ln/>
        </p:spPr>
        <p:txBody>
          <a:bodyPr/>
          <a:lstStyle/>
          <a:p>
            <a:endParaRPr lang="fr-FR" noProof="0"/>
          </a:p>
        </p:txBody>
      </p:sp>
      <p:sp>
        <p:nvSpPr>
          <p:cNvPr id="37" name="Text 35"/>
          <p:cNvSpPr/>
          <p:nvPr/>
        </p:nvSpPr>
        <p:spPr>
          <a:xfrm>
            <a:off x="640080" y="3950416"/>
            <a:ext cx="640080" cy="713232"/>
          </a:xfrm>
          <a:prstGeom prst="rect">
            <a:avLst/>
          </a:prstGeom>
          <a:noFill/>
          <a:ln/>
        </p:spPr>
        <p:txBody>
          <a:bodyPr wrap="square" rtlCol="0" anchor="ctr"/>
          <a:lstStyle/>
          <a:p>
            <a:pPr marL="0" indent="0" algn="l">
              <a:buNone/>
            </a:pPr>
            <a:r>
              <a:rPr lang="fr-FR" sz="2400" b="1" noProof="0">
                <a:solidFill>
                  <a:srgbClr val="1C4E80"/>
                </a:solidFill>
                <a:latin typeface="Trebuchet MS" pitchFamily="34" charset="0"/>
                <a:ea typeface="Trebuchet MS" pitchFamily="34" charset="-122"/>
                <a:cs typeface="Trebuchet MS" pitchFamily="34" charset="-120"/>
              </a:rPr>
              <a:t>07</a:t>
            </a:r>
            <a:endParaRPr lang="fr-FR" sz="2400" noProof="0"/>
          </a:p>
        </p:txBody>
      </p:sp>
      <p:sp>
        <p:nvSpPr>
          <p:cNvPr id="38" name="Text 36"/>
          <p:cNvSpPr/>
          <p:nvPr/>
        </p:nvSpPr>
        <p:spPr>
          <a:xfrm>
            <a:off x="1298448" y="4041856"/>
            <a:ext cx="3017520" cy="292608"/>
          </a:xfrm>
          <a:prstGeom prst="rect">
            <a:avLst/>
          </a:prstGeom>
          <a:noFill/>
          <a:ln/>
        </p:spPr>
        <p:txBody>
          <a:bodyPr wrap="square" lIns="91440" tIns="45720" rIns="91440" bIns="45720" rtlCol="0" anchor="ctr"/>
          <a:lstStyle/>
          <a:p>
            <a:r>
              <a:rPr lang="fr-FR" sz="1350" b="1" noProof="0">
                <a:solidFill>
                  <a:srgbClr val="16273D"/>
                </a:solidFill>
                <a:latin typeface="Trebuchet MS"/>
                <a:ea typeface="Trebuchet MS" pitchFamily="34" charset="-122"/>
                <a:cs typeface="Trebuchet MS" pitchFamily="34" charset="-120"/>
              </a:rPr>
              <a:t>Licences </a:t>
            </a:r>
            <a:r>
              <a:rPr lang="fr-FR" sz="1350" b="1">
                <a:solidFill>
                  <a:srgbClr val="16273D"/>
                </a:solidFill>
                <a:latin typeface="Trebuchet MS"/>
                <a:ea typeface="Trebuchet MS" pitchFamily="34" charset="-122"/>
                <a:cs typeface="Trebuchet MS" pitchFamily="34" charset="-120"/>
              </a:rPr>
              <a:t>&amp; Consommation</a:t>
            </a:r>
            <a:endParaRPr lang="fr-FR" sz="1350" noProof="0">
              <a:latin typeface="Aptos" panose="02110004020202020204"/>
            </a:endParaRPr>
          </a:p>
        </p:txBody>
      </p:sp>
      <p:sp>
        <p:nvSpPr>
          <p:cNvPr id="39" name="Text 37"/>
          <p:cNvSpPr/>
          <p:nvPr/>
        </p:nvSpPr>
        <p:spPr>
          <a:xfrm>
            <a:off x="1298448" y="4316176"/>
            <a:ext cx="3017520" cy="292608"/>
          </a:xfrm>
          <a:prstGeom prst="rect">
            <a:avLst/>
          </a:prstGeom>
          <a:noFill/>
          <a:ln/>
        </p:spPr>
        <p:txBody>
          <a:bodyPr wrap="square" rtlCol="0" anchor="ctr"/>
          <a:lstStyle/>
          <a:p>
            <a:pPr marL="0" indent="0">
              <a:buNone/>
            </a:pPr>
            <a:r>
              <a:rPr lang="fr-FR" sz="1000" noProof="0">
                <a:solidFill>
                  <a:srgbClr val="5C6B7F"/>
                </a:solidFill>
                <a:latin typeface="Calibri" pitchFamily="34" charset="0"/>
                <a:ea typeface="Calibri" pitchFamily="34" charset="-122"/>
                <a:cs typeface="Calibri" pitchFamily="34" charset="-120"/>
              </a:rPr>
              <a:t>Capacité F2/F64, licences Copilot, coûts en CU</a:t>
            </a:r>
            <a:endParaRPr lang="fr-FR" sz="1000" noProof="0"/>
          </a:p>
        </p:txBody>
      </p:sp>
      <p:sp>
        <p:nvSpPr>
          <p:cNvPr id="40" name="Shape 38"/>
          <p:cNvSpPr/>
          <p:nvPr/>
        </p:nvSpPr>
        <p:spPr>
          <a:xfrm>
            <a:off x="4711420" y="3959560"/>
            <a:ext cx="3957092" cy="713232"/>
          </a:xfrm>
          <a:prstGeom prst="rect">
            <a:avLst/>
          </a:prstGeom>
          <a:solidFill>
            <a:srgbClr val="FFFFFF"/>
          </a:solidFill>
          <a:ln w="12700">
            <a:solidFill>
              <a:srgbClr val="DCE4EE"/>
            </a:solidFill>
            <a:prstDash val="solid"/>
          </a:ln>
          <a:effectLst>
            <a:outerShdw blurRad="88900" dist="38100" dir="5400000" algn="bl" rotWithShape="0">
              <a:srgbClr val="0E2240">
                <a:alpha val="10000"/>
              </a:srgbClr>
            </a:outerShdw>
          </a:effectLst>
        </p:spPr>
        <p:txBody>
          <a:bodyPr/>
          <a:lstStyle/>
          <a:p>
            <a:endParaRPr lang="fr-FR" noProof="0"/>
          </a:p>
        </p:txBody>
      </p:sp>
      <p:sp>
        <p:nvSpPr>
          <p:cNvPr id="41" name="Shape 39"/>
          <p:cNvSpPr/>
          <p:nvPr/>
        </p:nvSpPr>
        <p:spPr>
          <a:xfrm>
            <a:off x="4709160" y="3955553"/>
            <a:ext cx="64008" cy="713232"/>
          </a:xfrm>
          <a:prstGeom prst="rect">
            <a:avLst/>
          </a:prstGeom>
          <a:solidFill>
            <a:srgbClr val="F26522"/>
          </a:solidFill>
          <a:ln/>
        </p:spPr>
        <p:txBody>
          <a:bodyPr/>
          <a:lstStyle/>
          <a:p>
            <a:endParaRPr lang="fr-FR" noProof="0"/>
          </a:p>
        </p:txBody>
      </p:sp>
      <p:sp>
        <p:nvSpPr>
          <p:cNvPr id="42" name="Text 40"/>
          <p:cNvSpPr/>
          <p:nvPr/>
        </p:nvSpPr>
        <p:spPr>
          <a:xfrm>
            <a:off x="4892040" y="3950416"/>
            <a:ext cx="640080" cy="713232"/>
          </a:xfrm>
          <a:prstGeom prst="rect">
            <a:avLst/>
          </a:prstGeom>
          <a:noFill/>
          <a:ln/>
        </p:spPr>
        <p:txBody>
          <a:bodyPr wrap="square" rtlCol="0" anchor="ctr"/>
          <a:lstStyle/>
          <a:p>
            <a:pPr marL="0" indent="0" algn="l">
              <a:buNone/>
            </a:pPr>
            <a:r>
              <a:rPr lang="fr-FR" sz="2400" b="1" noProof="0">
                <a:solidFill>
                  <a:srgbClr val="1C4E80"/>
                </a:solidFill>
                <a:latin typeface="Trebuchet MS" pitchFamily="34" charset="0"/>
                <a:ea typeface="Trebuchet MS" pitchFamily="34" charset="-122"/>
                <a:cs typeface="Trebuchet MS" pitchFamily="34" charset="-120"/>
              </a:rPr>
              <a:t>08</a:t>
            </a:r>
            <a:endParaRPr lang="fr-FR" sz="2400" noProof="0"/>
          </a:p>
        </p:txBody>
      </p:sp>
      <p:sp>
        <p:nvSpPr>
          <p:cNvPr id="43" name="Text 41"/>
          <p:cNvSpPr/>
          <p:nvPr/>
        </p:nvSpPr>
        <p:spPr>
          <a:xfrm>
            <a:off x="5550408" y="4041856"/>
            <a:ext cx="3017520" cy="292608"/>
          </a:xfrm>
          <a:prstGeom prst="rect">
            <a:avLst/>
          </a:prstGeom>
          <a:noFill/>
          <a:ln/>
        </p:spPr>
        <p:txBody>
          <a:bodyPr wrap="square" rtlCol="0" anchor="ctr"/>
          <a:lstStyle/>
          <a:p>
            <a:pPr marL="0" indent="0">
              <a:buNone/>
            </a:pPr>
            <a:r>
              <a:rPr lang="fr-FR" sz="1350" b="1" noProof="0">
                <a:solidFill>
                  <a:srgbClr val="16273D"/>
                </a:solidFill>
                <a:latin typeface="Trebuchet MS" pitchFamily="34" charset="0"/>
                <a:ea typeface="Trebuchet MS" pitchFamily="34" charset="-122"/>
                <a:cs typeface="Trebuchet MS" pitchFamily="34" charset="-120"/>
              </a:rPr>
              <a:t>Démo - Fabrikam</a:t>
            </a:r>
            <a:endParaRPr lang="fr-FR" sz="1350" noProof="0"/>
          </a:p>
        </p:txBody>
      </p:sp>
      <p:sp>
        <p:nvSpPr>
          <p:cNvPr id="44" name="Text 42"/>
          <p:cNvSpPr/>
          <p:nvPr/>
        </p:nvSpPr>
        <p:spPr>
          <a:xfrm>
            <a:off x="5550408" y="4316176"/>
            <a:ext cx="3017520" cy="292608"/>
          </a:xfrm>
          <a:prstGeom prst="rect">
            <a:avLst/>
          </a:prstGeom>
          <a:noFill/>
          <a:ln/>
        </p:spPr>
        <p:txBody>
          <a:bodyPr wrap="square" rtlCol="0" anchor="ctr"/>
          <a:lstStyle/>
          <a:p>
            <a:pPr marL="0" indent="0">
              <a:buNone/>
            </a:pPr>
            <a:r>
              <a:rPr lang="fr-FR" sz="1000" noProof="0">
                <a:solidFill>
                  <a:srgbClr val="5C6B7F"/>
                </a:solidFill>
                <a:latin typeface="Calibri" pitchFamily="34" charset="0"/>
                <a:ea typeface="Calibri" pitchFamily="34" charset="-122"/>
                <a:cs typeface="Calibri" pitchFamily="34" charset="-120"/>
              </a:rPr>
              <a:t>Scénario de bout en bout, étape par étape</a:t>
            </a:r>
            <a:endParaRPr lang="fr-FR" sz="1000" noProof="0"/>
          </a:p>
        </p:txBody>
      </p:sp>
      <p:pic>
        <p:nvPicPr>
          <p:cNvPr id="48" name="Image 47">
            <a:extLst>
              <a:ext uri="{FF2B5EF4-FFF2-40B4-BE49-F238E27FC236}">
                <a16:creationId xmlns:a16="http://schemas.microsoft.com/office/drawing/2014/main" id="{FF87C5F9-D511-54B9-6654-6341A23C4252}"/>
              </a:ext>
            </a:extLst>
          </p:cNvPr>
          <p:cNvPicPr>
            <a:picLocks noChangeAspect="1"/>
          </p:cNvPicPr>
          <p:nvPr/>
        </p:nvPicPr>
        <p:blipFill>
          <a:blip r:embed="rId3"/>
          <a:stretch>
            <a:fillRect/>
          </a:stretch>
        </p:blipFill>
        <p:spPr>
          <a:xfrm>
            <a:off x="63322" y="4764044"/>
            <a:ext cx="315050" cy="324277"/>
          </a:xfrm>
          <a:prstGeom prst="rect">
            <a:avLst/>
          </a:prstGeom>
        </p:spPr>
      </p:pic>
      <p:sp>
        <p:nvSpPr>
          <p:cNvPr id="45" name="Slide Number Placeholder 44">
            <a:extLst>
              <a:ext uri="{FF2B5EF4-FFF2-40B4-BE49-F238E27FC236}">
                <a16:creationId xmlns:a16="http://schemas.microsoft.com/office/drawing/2014/main" id="{CAFAA221-6574-6B49-C3DD-55621AF4A852}"/>
              </a:ext>
            </a:extLst>
          </p:cNvPr>
          <p:cNvSpPr>
            <a:spLocks noGrp="1"/>
          </p:cNvSpPr>
          <p:nvPr>
            <p:ph type="sldNum" sz="quarter" idx="12"/>
          </p:nvPr>
        </p:nvSpPr>
        <p:spPr/>
        <p:txBody>
          <a:bodyPr/>
          <a:lstStyle/>
          <a:p>
            <a:r>
              <a:rPr lang="fr-FR" b="1">
                <a:solidFill>
                  <a:srgbClr val="F26522"/>
                </a:solidFill>
                <a:latin typeface="Calibri" pitchFamily="34" charset="0"/>
                <a:ea typeface="Calibri" pitchFamily="34" charset="-122"/>
                <a:cs typeface="Calibri" pitchFamily="34" charset="-120"/>
              </a:rPr>
              <a:t>Expertime</a:t>
            </a:r>
            <a:r>
              <a:rPr lang="fr-FR">
                <a:solidFill>
                  <a:srgbClr val="5C6B7F"/>
                </a:solidFill>
                <a:latin typeface="Calibri" pitchFamily="34" charset="0"/>
                <a:ea typeface="Calibri" pitchFamily="34" charset="-122"/>
                <a:cs typeface="Calibri" pitchFamily="34" charset="-120"/>
              </a:rPr>
              <a:t>   | </a:t>
            </a:r>
            <a:fld id="{58E94494-CE21-4E82-948B-6B5BB0295547}" type="slidenum">
              <a:rPr lang="fr-FR" smtClean="0"/>
              <a:pPr/>
              <a:t>2</a:t>
            </a:fld>
            <a:endParaRPr lang="fr-FR" sz="85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Transition 01">
    <p:bg>
      <p:bgPr>
        <a:solidFill>
          <a:srgbClr val="0E2240"/>
        </a:solidFill>
        <a:effectLst/>
      </p:bgPr>
    </p:bg>
    <p:spTree>
      <p:nvGrpSpPr>
        <p:cNvPr id="1" name=""/>
        <p:cNvGrpSpPr/>
        <p:nvPr/>
      </p:nvGrpSpPr>
      <p:grpSpPr>
        <a:xfrm>
          <a:off x="0" y="0"/>
          <a:ext cx="0" cy="0"/>
          <a:chOff x="0" y="0"/>
          <a:chExt cx="0" cy="0"/>
        </a:xfrm>
      </p:grpSpPr>
      <p:sp>
        <p:nvSpPr>
          <p:cNvPr id="2" name="Number 01"/>
          <p:cNvSpPr/>
          <p:nvPr/>
        </p:nvSpPr>
        <p:spPr>
          <a:xfrm>
            <a:off x="640080" y="1325880"/>
            <a:ext cx="3429000" cy="1645920"/>
          </a:xfrm>
          <a:prstGeom prst="rect">
            <a:avLst/>
          </a:prstGeom>
          <a:noFill/>
          <a:ln/>
        </p:spPr>
        <p:txBody>
          <a:bodyPr wrap="square" rtlCol="0" anchor="t"/>
          <a:lstStyle/>
          <a:p>
            <a:pPr marL="0" indent="0">
              <a:buNone/>
            </a:pPr>
            <a:r>
              <a:rPr lang="fr-FR" sz="11000" b="1" kern="0" noProof="0">
                <a:solidFill>
                  <a:srgbClr val="F26522"/>
                </a:solidFill>
                <a:latin typeface="Trebuchet MS" pitchFamily="34" charset="0"/>
                <a:ea typeface="Trebuchet MS" pitchFamily="34" charset="-122"/>
                <a:cs typeface="Trebuchet MS" pitchFamily="34" charset="-120"/>
              </a:rPr>
              <a:t>01</a:t>
            </a:r>
            <a:endParaRPr lang="fr-FR" sz="11000" noProof="0"/>
          </a:p>
        </p:txBody>
      </p:sp>
      <p:sp>
        <p:nvSpPr>
          <p:cNvPr id="3" name="Accent Bar"/>
          <p:cNvSpPr/>
          <p:nvPr/>
        </p:nvSpPr>
        <p:spPr>
          <a:xfrm>
            <a:off x="676656" y="3209544"/>
            <a:ext cx="2103120" cy="45720"/>
          </a:xfrm>
          <a:prstGeom prst="rect">
            <a:avLst/>
          </a:prstGeom>
          <a:solidFill>
            <a:srgbClr val="F26522"/>
          </a:solidFill>
          <a:ln/>
        </p:spPr>
        <p:txBody>
          <a:bodyPr/>
          <a:lstStyle/>
          <a:p>
            <a:endParaRPr lang="fr-FR" noProof="0"/>
          </a:p>
        </p:txBody>
      </p:sp>
      <p:sp>
        <p:nvSpPr>
          <p:cNvPr id="4" name="Section Title"/>
          <p:cNvSpPr/>
          <p:nvPr/>
        </p:nvSpPr>
        <p:spPr>
          <a:xfrm>
            <a:off x="640080" y="3429000"/>
            <a:ext cx="7559040" cy="1097280"/>
          </a:xfrm>
          <a:prstGeom prst="rect">
            <a:avLst/>
          </a:prstGeom>
          <a:noFill/>
          <a:ln/>
        </p:spPr>
        <p:txBody>
          <a:bodyPr wrap="square" rtlCol="0" anchor="t"/>
          <a:lstStyle/>
          <a:p>
            <a:pPr marL="0" indent="0">
              <a:lnSpc>
                <a:spcPts val="4200"/>
              </a:lnSpc>
              <a:buNone/>
            </a:pPr>
            <a:r>
              <a:rPr lang="fr-FR" sz="3600" b="1" noProof="0">
                <a:solidFill>
                  <a:srgbClr val="FFFFFF"/>
                </a:solidFill>
                <a:latin typeface="Trebuchet MS" pitchFamily="34" charset="0"/>
                <a:ea typeface="Trebuchet MS" pitchFamily="34" charset="-122"/>
                <a:cs typeface="Trebuchet MS" pitchFamily="34" charset="-120"/>
              </a:rPr>
              <a:t>Rôle et Fonctionnement </a:t>
            </a:r>
          </a:p>
          <a:p>
            <a:pPr marL="0" indent="0">
              <a:lnSpc>
                <a:spcPts val="4200"/>
              </a:lnSpc>
              <a:buNone/>
            </a:pPr>
            <a:r>
              <a:rPr lang="fr-FR" sz="3600" b="1" noProof="0">
                <a:solidFill>
                  <a:srgbClr val="FFFFFF"/>
                </a:solidFill>
                <a:latin typeface="Trebuchet MS" pitchFamily="34" charset="0"/>
                <a:ea typeface="Trebuchet MS" pitchFamily="34" charset="-122"/>
                <a:cs typeface="Trebuchet MS" pitchFamily="34" charset="-120"/>
              </a:rPr>
              <a:t>du Data Agent</a:t>
            </a:r>
            <a:endParaRPr lang="fr-FR" sz="3600" noProof="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457200" y="384048"/>
            <a:ext cx="146304" cy="146304"/>
          </a:xfrm>
          <a:prstGeom prst="rect">
            <a:avLst/>
          </a:prstGeom>
          <a:solidFill>
            <a:srgbClr val="F26522"/>
          </a:solidFill>
          <a:ln/>
        </p:spPr>
        <p:txBody>
          <a:bodyPr/>
          <a:lstStyle/>
          <a:p>
            <a:endParaRPr lang="fr-FR" noProof="0"/>
          </a:p>
        </p:txBody>
      </p:sp>
      <p:sp>
        <p:nvSpPr>
          <p:cNvPr id="3" name="Text 1"/>
          <p:cNvSpPr/>
          <p:nvPr/>
        </p:nvSpPr>
        <p:spPr>
          <a:xfrm>
            <a:off x="713232" y="347472"/>
            <a:ext cx="7955280" cy="237744"/>
          </a:xfrm>
          <a:prstGeom prst="rect">
            <a:avLst/>
          </a:prstGeom>
          <a:noFill/>
          <a:ln/>
        </p:spPr>
        <p:txBody>
          <a:bodyPr wrap="square" rtlCol="0" anchor="ctr"/>
          <a:lstStyle/>
          <a:p>
            <a:pPr marL="0" indent="0">
              <a:buNone/>
            </a:pPr>
            <a:r>
              <a:rPr lang="fr-FR" sz="1100" b="1" kern="0" spc="200" noProof="0">
                <a:solidFill>
                  <a:srgbClr val="F26522"/>
                </a:solidFill>
                <a:latin typeface="Calibri" pitchFamily="34" charset="0"/>
                <a:ea typeface="Calibri" pitchFamily="34" charset="-122"/>
                <a:cs typeface="Calibri" pitchFamily="34" charset="-120"/>
              </a:rPr>
              <a:t>DÉFINITION</a:t>
            </a:r>
            <a:endParaRPr lang="fr-FR" sz="1100" noProof="0"/>
          </a:p>
        </p:txBody>
      </p:sp>
      <p:sp>
        <p:nvSpPr>
          <p:cNvPr id="4" name="Text 2"/>
          <p:cNvSpPr/>
          <p:nvPr/>
        </p:nvSpPr>
        <p:spPr>
          <a:xfrm>
            <a:off x="438912" y="566928"/>
            <a:ext cx="8266176" cy="566928"/>
          </a:xfrm>
          <a:prstGeom prst="rect">
            <a:avLst/>
          </a:prstGeom>
          <a:noFill/>
          <a:ln/>
        </p:spPr>
        <p:txBody>
          <a:bodyPr wrap="square" rtlCol="0" anchor="ctr"/>
          <a:lstStyle/>
          <a:p>
            <a:pPr marL="0" indent="0">
              <a:buNone/>
            </a:pPr>
            <a:r>
              <a:rPr lang="fr-FR" sz="2600" b="1" noProof="0">
                <a:solidFill>
                  <a:srgbClr val="16273D"/>
                </a:solidFill>
                <a:latin typeface="Trebuchet MS" pitchFamily="34" charset="0"/>
                <a:ea typeface="Trebuchet MS" pitchFamily="34" charset="-122"/>
                <a:cs typeface="Trebuchet MS" pitchFamily="34" charset="-120"/>
              </a:rPr>
              <a:t>Qu'est-ce qu'un Fabric Data Agent ?</a:t>
            </a:r>
            <a:endParaRPr lang="fr-FR" sz="2600" noProof="0"/>
          </a:p>
        </p:txBody>
      </p:sp>
      <p:sp>
        <p:nvSpPr>
          <p:cNvPr id="5" name="Text 3"/>
          <p:cNvSpPr/>
          <p:nvPr/>
        </p:nvSpPr>
        <p:spPr>
          <a:xfrm>
            <a:off x="457200" y="1298448"/>
            <a:ext cx="8229600" cy="868680"/>
          </a:xfrm>
          <a:prstGeom prst="rect">
            <a:avLst/>
          </a:prstGeom>
          <a:noFill/>
          <a:ln/>
        </p:spPr>
        <p:txBody>
          <a:bodyPr wrap="square" rtlCol="0" anchor="t"/>
          <a:lstStyle/>
          <a:p>
            <a:pPr marL="0" indent="0" algn="just">
              <a:lnSpc>
                <a:spcPts val="2100"/>
              </a:lnSpc>
              <a:buNone/>
            </a:pPr>
            <a:r>
              <a:rPr lang="fr-FR" sz="1450" noProof="0">
                <a:solidFill>
                  <a:srgbClr val="33465E"/>
                </a:solidFill>
                <a:latin typeface="Calibri" pitchFamily="34" charset="0"/>
                <a:ea typeface="Calibri" pitchFamily="34" charset="-122"/>
                <a:cs typeface="Calibri" pitchFamily="34" charset="-120"/>
              </a:rPr>
              <a:t>Un </a:t>
            </a:r>
            <a:r>
              <a:rPr lang="fr-FR" sz="1450" b="1" noProof="0">
                <a:solidFill>
                  <a:srgbClr val="33465E"/>
                </a:solidFill>
                <a:latin typeface="Calibri" pitchFamily="34" charset="0"/>
                <a:ea typeface="Calibri" pitchFamily="34" charset="-122"/>
                <a:cs typeface="Calibri" pitchFamily="34" charset="-120"/>
              </a:rPr>
              <a:t>assistant conversationnel </a:t>
            </a:r>
            <a:r>
              <a:rPr lang="fr-FR" sz="1450" noProof="0">
                <a:solidFill>
                  <a:srgbClr val="33465E"/>
                </a:solidFill>
                <a:latin typeface="Calibri" pitchFamily="34" charset="0"/>
                <a:ea typeface="Calibri" pitchFamily="34" charset="-122"/>
                <a:cs typeface="Calibri" pitchFamily="34" charset="-120"/>
              </a:rPr>
              <a:t>intégré à Microsoft Fabric qui permet à un utilisateur de </a:t>
            </a:r>
            <a:r>
              <a:rPr lang="fr-FR" sz="1450" b="1" noProof="0">
                <a:solidFill>
                  <a:srgbClr val="33465E"/>
                </a:solidFill>
                <a:latin typeface="Calibri" pitchFamily="34" charset="0"/>
                <a:ea typeface="Calibri" pitchFamily="34" charset="-122"/>
                <a:cs typeface="Calibri" pitchFamily="34" charset="-120"/>
              </a:rPr>
              <a:t>poser des questions en langage naturel </a:t>
            </a:r>
            <a:r>
              <a:rPr lang="fr-FR" sz="1450" noProof="0">
                <a:solidFill>
                  <a:srgbClr val="33465E"/>
                </a:solidFill>
                <a:latin typeface="Calibri" pitchFamily="34" charset="0"/>
                <a:ea typeface="Calibri" pitchFamily="34" charset="-122"/>
                <a:cs typeface="Calibri" pitchFamily="34" charset="-120"/>
              </a:rPr>
              <a:t>et d’obtenir des </a:t>
            </a:r>
            <a:r>
              <a:rPr lang="fr-FR" sz="1450" b="1" noProof="0">
                <a:solidFill>
                  <a:srgbClr val="33465E"/>
                </a:solidFill>
                <a:latin typeface="Calibri" pitchFamily="34" charset="0"/>
                <a:ea typeface="Calibri" pitchFamily="34" charset="-122"/>
                <a:cs typeface="Calibri" pitchFamily="34" charset="-120"/>
              </a:rPr>
              <a:t>réponses basées sur les données </a:t>
            </a:r>
            <a:r>
              <a:rPr lang="fr-FR" sz="1450" noProof="0">
                <a:solidFill>
                  <a:srgbClr val="33465E"/>
                </a:solidFill>
                <a:latin typeface="Calibri" pitchFamily="34" charset="0"/>
                <a:ea typeface="Calibri" pitchFamily="34" charset="-122"/>
                <a:cs typeface="Calibri" pitchFamily="34" charset="-120"/>
              </a:rPr>
              <a:t>auxquelles l’agent a accès. </a:t>
            </a:r>
          </a:p>
          <a:p>
            <a:pPr marL="0" indent="0" algn="just">
              <a:lnSpc>
                <a:spcPts val="2100"/>
              </a:lnSpc>
              <a:buNone/>
            </a:pPr>
            <a:r>
              <a:rPr lang="fr-FR" sz="1450" noProof="0">
                <a:solidFill>
                  <a:srgbClr val="33465E"/>
                </a:solidFill>
                <a:latin typeface="Calibri" pitchFamily="34" charset="0"/>
                <a:ea typeface="Calibri" pitchFamily="34" charset="-122"/>
                <a:cs typeface="Calibri" pitchFamily="34" charset="-120"/>
              </a:rPr>
              <a:t>L’agent transforme une question en requête sur les données, puis en réponse compréhensible.</a:t>
            </a:r>
            <a:endParaRPr lang="fr-FR" sz="1450" noProof="0"/>
          </a:p>
        </p:txBody>
      </p:sp>
      <p:sp>
        <p:nvSpPr>
          <p:cNvPr id="6" name="Shape 4"/>
          <p:cNvSpPr/>
          <p:nvPr/>
        </p:nvSpPr>
        <p:spPr>
          <a:xfrm>
            <a:off x="457200" y="2702216"/>
            <a:ext cx="2679192" cy="1828800"/>
          </a:xfrm>
          <a:prstGeom prst="rect">
            <a:avLst/>
          </a:prstGeom>
          <a:solidFill>
            <a:srgbClr val="FFFFFF"/>
          </a:solidFill>
          <a:ln w="12700">
            <a:solidFill>
              <a:srgbClr val="DCE4EE"/>
            </a:solidFill>
            <a:prstDash val="solid"/>
          </a:ln>
          <a:effectLst>
            <a:outerShdw blurRad="88900" dist="38100" dir="5400000" algn="bl" rotWithShape="0">
              <a:srgbClr val="0E2240">
                <a:alpha val="10000"/>
              </a:srgbClr>
            </a:outerShdw>
          </a:effectLst>
        </p:spPr>
        <p:txBody>
          <a:bodyPr/>
          <a:lstStyle/>
          <a:p>
            <a:endParaRPr lang="fr-FR" noProof="0"/>
          </a:p>
        </p:txBody>
      </p:sp>
      <p:sp>
        <p:nvSpPr>
          <p:cNvPr id="7" name="Shape 5"/>
          <p:cNvSpPr/>
          <p:nvPr/>
        </p:nvSpPr>
        <p:spPr>
          <a:xfrm>
            <a:off x="457200" y="2631270"/>
            <a:ext cx="2679192" cy="82296"/>
          </a:xfrm>
          <a:prstGeom prst="rect">
            <a:avLst/>
          </a:prstGeom>
          <a:solidFill>
            <a:srgbClr val="F26522"/>
          </a:solidFill>
          <a:ln/>
        </p:spPr>
        <p:txBody>
          <a:bodyPr/>
          <a:lstStyle/>
          <a:p>
            <a:endParaRPr lang="fr-FR" noProof="0"/>
          </a:p>
        </p:txBody>
      </p:sp>
      <p:sp>
        <p:nvSpPr>
          <p:cNvPr id="8" name="Text 6"/>
          <p:cNvSpPr/>
          <p:nvPr/>
        </p:nvSpPr>
        <p:spPr>
          <a:xfrm>
            <a:off x="457200" y="2881311"/>
            <a:ext cx="2679191" cy="457200"/>
          </a:xfrm>
          <a:prstGeom prst="rect">
            <a:avLst/>
          </a:prstGeom>
          <a:noFill/>
          <a:ln/>
        </p:spPr>
        <p:txBody>
          <a:bodyPr wrap="square" rtlCol="0" anchor="t"/>
          <a:lstStyle/>
          <a:p>
            <a:pPr marL="0" indent="0" algn="ctr">
              <a:buNone/>
            </a:pPr>
            <a:r>
              <a:rPr lang="fr-FR" sz="1500" b="1" noProof="0">
                <a:solidFill>
                  <a:srgbClr val="1C4E80"/>
                </a:solidFill>
                <a:latin typeface="Trebuchet MS" pitchFamily="34" charset="0"/>
                <a:ea typeface="Trebuchet MS" pitchFamily="34" charset="-122"/>
                <a:cs typeface="Trebuchet MS" pitchFamily="34" charset="-120"/>
              </a:rPr>
              <a:t>Intelligence du dialogue</a:t>
            </a:r>
            <a:endParaRPr lang="fr-FR" sz="1500" noProof="0"/>
          </a:p>
        </p:txBody>
      </p:sp>
      <p:sp>
        <p:nvSpPr>
          <p:cNvPr id="9" name="Text 7"/>
          <p:cNvSpPr/>
          <p:nvPr/>
        </p:nvSpPr>
        <p:spPr>
          <a:xfrm>
            <a:off x="658368" y="3391689"/>
            <a:ext cx="2276856" cy="960120"/>
          </a:xfrm>
          <a:prstGeom prst="rect">
            <a:avLst/>
          </a:prstGeom>
          <a:noFill/>
          <a:ln/>
        </p:spPr>
        <p:txBody>
          <a:bodyPr wrap="square" rtlCol="0" anchor="t"/>
          <a:lstStyle/>
          <a:p>
            <a:pPr marL="0" indent="0" algn="just">
              <a:lnSpc>
                <a:spcPts val="1550"/>
              </a:lnSpc>
              <a:buNone/>
            </a:pPr>
            <a:r>
              <a:rPr lang="fr-FR" sz="1100" noProof="0">
                <a:solidFill>
                  <a:srgbClr val="3C4D63"/>
                </a:solidFill>
                <a:latin typeface="Calibri" pitchFamily="34" charset="0"/>
                <a:ea typeface="Calibri" pitchFamily="34" charset="-122"/>
                <a:cs typeface="Calibri" pitchFamily="34" charset="-120"/>
              </a:rPr>
              <a:t>S’appuie sur l’IA générative pour comprendre la question en langage naturel et formuler une réponse claire, fondée sur les données.</a:t>
            </a:r>
            <a:endParaRPr lang="fr-FR" sz="1100" noProof="0"/>
          </a:p>
        </p:txBody>
      </p:sp>
      <p:sp>
        <p:nvSpPr>
          <p:cNvPr id="10" name="Shape 8"/>
          <p:cNvSpPr/>
          <p:nvPr/>
        </p:nvSpPr>
        <p:spPr>
          <a:xfrm>
            <a:off x="3319272" y="2713566"/>
            <a:ext cx="2679192" cy="1828800"/>
          </a:xfrm>
          <a:prstGeom prst="rect">
            <a:avLst/>
          </a:prstGeom>
          <a:solidFill>
            <a:srgbClr val="FFFFFF"/>
          </a:solidFill>
          <a:ln w="12700">
            <a:solidFill>
              <a:srgbClr val="DCE4EE"/>
            </a:solidFill>
            <a:prstDash val="solid"/>
          </a:ln>
          <a:effectLst>
            <a:outerShdw blurRad="88900" dist="38100" dir="5400000" algn="bl" rotWithShape="0">
              <a:srgbClr val="0E2240">
                <a:alpha val="10000"/>
              </a:srgbClr>
            </a:outerShdw>
          </a:effectLst>
        </p:spPr>
        <p:txBody>
          <a:bodyPr/>
          <a:lstStyle/>
          <a:p>
            <a:endParaRPr lang="fr-FR" noProof="0"/>
          </a:p>
        </p:txBody>
      </p:sp>
      <p:sp>
        <p:nvSpPr>
          <p:cNvPr id="11" name="Shape 9"/>
          <p:cNvSpPr/>
          <p:nvPr/>
        </p:nvSpPr>
        <p:spPr>
          <a:xfrm>
            <a:off x="3319272" y="2631270"/>
            <a:ext cx="2679192" cy="82296"/>
          </a:xfrm>
          <a:prstGeom prst="rect">
            <a:avLst/>
          </a:prstGeom>
          <a:solidFill>
            <a:srgbClr val="F26522"/>
          </a:solidFill>
          <a:ln/>
        </p:spPr>
        <p:txBody>
          <a:bodyPr/>
          <a:lstStyle/>
          <a:p>
            <a:endParaRPr lang="fr-FR" noProof="0"/>
          </a:p>
        </p:txBody>
      </p:sp>
      <p:sp>
        <p:nvSpPr>
          <p:cNvPr id="12" name="Text 10"/>
          <p:cNvSpPr/>
          <p:nvPr/>
        </p:nvSpPr>
        <p:spPr>
          <a:xfrm>
            <a:off x="3319272" y="2881311"/>
            <a:ext cx="2679192" cy="457200"/>
          </a:xfrm>
          <a:prstGeom prst="rect">
            <a:avLst/>
          </a:prstGeom>
          <a:noFill/>
          <a:ln/>
        </p:spPr>
        <p:txBody>
          <a:bodyPr wrap="square" rtlCol="0" anchor="t"/>
          <a:lstStyle/>
          <a:p>
            <a:pPr marL="0" indent="0" algn="ctr">
              <a:buNone/>
            </a:pPr>
            <a:r>
              <a:rPr lang="fr-FR" sz="1500" b="1" noProof="0">
                <a:solidFill>
                  <a:srgbClr val="1C4E80"/>
                </a:solidFill>
                <a:latin typeface="Trebuchet MS" pitchFamily="34" charset="0"/>
                <a:ea typeface="Trebuchet MS" pitchFamily="34" charset="-122"/>
                <a:cs typeface="Trebuchet MS" pitchFamily="34" charset="-120"/>
              </a:rPr>
              <a:t>Accès maîtrisé et conforme</a:t>
            </a:r>
            <a:endParaRPr lang="fr-FR" sz="1500" noProof="0"/>
          </a:p>
        </p:txBody>
      </p:sp>
      <p:sp>
        <p:nvSpPr>
          <p:cNvPr id="13" name="Text 11"/>
          <p:cNvSpPr/>
          <p:nvPr/>
        </p:nvSpPr>
        <p:spPr>
          <a:xfrm>
            <a:off x="3520440" y="3391689"/>
            <a:ext cx="2276856" cy="960120"/>
          </a:xfrm>
          <a:prstGeom prst="rect">
            <a:avLst/>
          </a:prstGeom>
          <a:noFill/>
          <a:ln/>
        </p:spPr>
        <p:txBody>
          <a:bodyPr wrap="square" rtlCol="0" anchor="t"/>
          <a:lstStyle/>
          <a:p>
            <a:pPr marL="0" indent="0" algn="just">
              <a:lnSpc>
                <a:spcPts val="1550"/>
              </a:lnSpc>
              <a:buNone/>
            </a:pPr>
            <a:r>
              <a:rPr lang="fr-FR" sz="1100" noProof="0">
                <a:solidFill>
                  <a:srgbClr val="3C4D63"/>
                </a:solidFill>
                <a:latin typeface="Calibri" pitchFamily="34" charset="0"/>
                <a:ea typeface="Calibri" pitchFamily="34" charset="-122"/>
                <a:cs typeface="Calibri" pitchFamily="34" charset="-120"/>
              </a:rPr>
              <a:t>Respecte votre identité Entra ID et vos droits d’accès, sans jamais contourner les règles de sécurité et de gouvernance.</a:t>
            </a:r>
            <a:endParaRPr lang="fr-FR" sz="1100" noProof="0"/>
          </a:p>
        </p:txBody>
      </p:sp>
      <p:sp>
        <p:nvSpPr>
          <p:cNvPr id="14" name="Shape 12"/>
          <p:cNvSpPr/>
          <p:nvPr/>
        </p:nvSpPr>
        <p:spPr>
          <a:xfrm>
            <a:off x="6181344" y="2702216"/>
            <a:ext cx="2679192" cy="1828800"/>
          </a:xfrm>
          <a:prstGeom prst="rect">
            <a:avLst/>
          </a:prstGeom>
          <a:solidFill>
            <a:srgbClr val="FFFFFF"/>
          </a:solidFill>
          <a:ln w="12700">
            <a:solidFill>
              <a:srgbClr val="DCE4EE"/>
            </a:solidFill>
            <a:prstDash val="solid"/>
          </a:ln>
          <a:effectLst>
            <a:outerShdw blurRad="88900" dist="38100" dir="5400000" algn="bl" rotWithShape="0">
              <a:srgbClr val="0E2240">
                <a:alpha val="10000"/>
              </a:srgbClr>
            </a:outerShdw>
          </a:effectLst>
        </p:spPr>
        <p:txBody>
          <a:bodyPr/>
          <a:lstStyle/>
          <a:p>
            <a:endParaRPr lang="fr-FR" noProof="0"/>
          </a:p>
        </p:txBody>
      </p:sp>
      <p:sp>
        <p:nvSpPr>
          <p:cNvPr id="15" name="Shape 13"/>
          <p:cNvSpPr/>
          <p:nvPr/>
        </p:nvSpPr>
        <p:spPr>
          <a:xfrm>
            <a:off x="6181344" y="2631270"/>
            <a:ext cx="2679192" cy="82296"/>
          </a:xfrm>
          <a:prstGeom prst="rect">
            <a:avLst/>
          </a:prstGeom>
          <a:solidFill>
            <a:srgbClr val="F26522"/>
          </a:solidFill>
          <a:ln/>
        </p:spPr>
        <p:txBody>
          <a:bodyPr/>
          <a:lstStyle/>
          <a:p>
            <a:endParaRPr lang="fr-FR" noProof="0"/>
          </a:p>
        </p:txBody>
      </p:sp>
      <p:sp>
        <p:nvSpPr>
          <p:cNvPr id="16" name="Text 14"/>
          <p:cNvSpPr/>
          <p:nvPr/>
        </p:nvSpPr>
        <p:spPr>
          <a:xfrm>
            <a:off x="6181343" y="2881311"/>
            <a:ext cx="2679191" cy="457200"/>
          </a:xfrm>
          <a:prstGeom prst="rect">
            <a:avLst/>
          </a:prstGeom>
          <a:noFill/>
          <a:ln/>
        </p:spPr>
        <p:txBody>
          <a:bodyPr wrap="square" rtlCol="0" anchor="t"/>
          <a:lstStyle/>
          <a:p>
            <a:pPr marL="0" indent="0" algn="ctr">
              <a:buNone/>
            </a:pPr>
            <a:r>
              <a:rPr lang="fr-FR" sz="1500" b="1" noProof="0">
                <a:solidFill>
                  <a:srgbClr val="1C4E80"/>
                </a:solidFill>
                <a:latin typeface="Trebuchet MS" pitchFamily="34" charset="0"/>
                <a:ea typeface="Trebuchet MS" pitchFamily="34" charset="-122"/>
                <a:cs typeface="Trebuchet MS" pitchFamily="34" charset="-120"/>
              </a:rPr>
              <a:t>Adapté à votre métier</a:t>
            </a:r>
            <a:endParaRPr lang="fr-FR" sz="1500" noProof="0"/>
          </a:p>
        </p:txBody>
      </p:sp>
      <p:sp>
        <p:nvSpPr>
          <p:cNvPr id="17" name="Text 15"/>
          <p:cNvSpPr/>
          <p:nvPr/>
        </p:nvSpPr>
        <p:spPr>
          <a:xfrm>
            <a:off x="6382512" y="3391689"/>
            <a:ext cx="2276856" cy="960120"/>
          </a:xfrm>
          <a:prstGeom prst="rect">
            <a:avLst/>
          </a:prstGeom>
          <a:noFill/>
          <a:ln/>
        </p:spPr>
        <p:txBody>
          <a:bodyPr wrap="square" rtlCol="0" anchor="t"/>
          <a:lstStyle/>
          <a:p>
            <a:pPr marL="0" indent="0" algn="just">
              <a:lnSpc>
                <a:spcPts val="1550"/>
              </a:lnSpc>
              <a:buNone/>
            </a:pPr>
            <a:r>
              <a:rPr lang="fr-FR" sz="1100" noProof="0">
                <a:solidFill>
                  <a:srgbClr val="3C4D63"/>
                </a:solidFill>
                <a:latin typeface="Calibri" pitchFamily="34" charset="0"/>
                <a:ea typeface="Calibri" pitchFamily="34" charset="-122"/>
                <a:cs typeface="Calibri" pitchFamily="34" charset="-120"/>
              </a:rPr>
              <a:t>S’enrichit de vos instructions et de votre vocabulaire métier pour répondre dans votre langage.</a:t>
            </a:r>
            <a:endParaRPr lang="fr-FR" sz="1100" noProof="0"/>
          </a:p>
        </p:txBody>
      </p:sp>
      <p:pic>
        <p:nvPicPr>
          <p:cNvPr id="21" name="Image 20">
            <a:extLst>
              <a:ext uri="{FF2B5EF4-FFF2-40B4-BE49-F238E27FC236}">
                <a16:creationId xmlns:a16="http://schemas.microsoft.com/office/drawing/2014/main" id="{E9BB008D-0504-AFF0-F96F-95A633EA92B1}"/>
              </a:ext>
            </a:extLst>
          </p:cNvPr>
          <p:cNvPicPr>
            <a:picLocks noChangeAspect="1"/>
          </p:cNvPicPr>
          <p:nvPr/>
        </p:nvPicPr>
        <p:blipFill>
          <a:blip r:embed="rId3"/>
          <a:stretch>
            <a:fillRect/>
          </a:stretch>
        </p:blipFill>
        <p:spPr>
          <a:xfrm>
            <a:off x="63322" y="4764044"/>
            <a:ext cx="315050" cy="324277"/>
          </a:xfrm>
          <a:prstGeom prst="rect">
            <a:avLst/>
          </a:prstGeom>
        </p:spPr>
      </p:pic>
      <p:pic>
        <p:nvPicPr>
          <p:cNvPr id="20" name="Graphic 19">
            <a:extLst>
              <a:ext uri="{FF2B5EF4-FFF2-40B4-BE49-F238E27FC236}">
                <a16:creationId xmlns:a16="http://schemas.microsoft.com/office/drawing/2014/main" id="{6CC53DEC-27FF-A9A5-338C-187C63BDE43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066631" y="623889"/>
            <a:ext cx="453006" cy="453006"/>
          </a:xfrm>
          <a:prstGeom prst="rect">
            <a:avLst/>
          </a:prstGeom>
        </p:spPr>
      </p:pic>
      <p:sp>
        <p:nvSpPr>
          <p:cNvPr id="18" name="Slide Number Placeholder 17">
            <a:extLst>
              <a:ext uri="{FF2B5EF4-FFF2-40B4-BE49-F238E27FC236}">
                <a16:creationId xmlns:a16="http://schemas.microsoft.com/office/drawing/2014/main" id="{51B29EE9-FC3D-220E-061C-C1B30D0A8DDF}"/>
              </a:ext>
            </a:extLst>
          </p:cNvPr>
          <p:cNvSpPr>
            <a:spLocks noGrp="1"/>
          </p:cNvSpPr>
          <p:nvPr>
            <p:ph type="sldNum" sz="quarter" idx="12"/>
          </p:nvPr>
        </p:nvSpPr>
        <p:spPr/>
        <p:txBody>
          <a:bodyPr/>
          <a:lstStyle/>
          <a:p>
            <a:r>
              <a:rPr lang="fr-FR" b="1">
                <a:solidFill>
                  <a:srgbClr val="F26522"/>
                </a:solidFill>
                <a:latin typeface="Calibri" pitchFamily="34" charset="0"/>
                <a:ea typeface="Calibri" pitchFamily="34" charset="-122"/>
                <a:cs typeface="Calibri" pitchFamily="34" charset="-120"/>
              </a:rPr>
              <a:t>Expertime</a:t>
            </a:r>
            <a:r>
              <a:rPr lang="fr-FR">
                <a:solidFill>
                  <a:srgbClr val="5C6B7F"/>
                </a:solidFill>
                <a:latin typeface="Calibri" pitchFamily="34" charset="0"/>
                <a:ea typeface="Calibri" pitchFamily="34" charset="-122"/>
                <a:cs typeface="Calibri" pitchFamily="34" charset="-120"/>
              </a:rPr>
              <a:t>   | </a:t>
            </a:r>
            <a:fld id="{58E94494-CE21-4E82-948B-6B5BB0295547}" type="slidenum">
              <a:rPr lang="fr-FR" smtClean="0"/>
              <a:pPr/>
              <a:t>4</a:t>
            </a:fld>
            <a:endParaRPr lang="fr-FR" sz="85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457200" y="384048"/>
            <a:ext cx="146304" cy="146304"/>
          </a:xfrm>
          <a:prstGeom prst="rect">
            <a:avLst/>
          </a:prstGeom>
          <a:solidFill>
            <a:srgbClr val="F26522"/>
          </a:solidFill>
          <a:ln/>
        </p:spPr>
        <p:txBody>
          <a:bodyPr/>
          <a:lstStyle/>
          <a:p>
            <a:endParaRPr lang="fr-FR" noProof="0"/>
          </a:p>
        </p:txBody>
      </p:sp>
      <p:sp>
        <p:nvSpPr>
          <p:cNvPr id="3" name="Text 1"/>
          <p:cNvSpPr/>
          <p:nvPr/>
        </p:nvSpPr>
        <p:spPr>
          <a:xfrm>
            <a:off x="713232" y="347472"/>
            <a:ext cx="7955280" cy="237744"/>
          </a:xfrm>
          <a:prstGeom prst="rect">
            <a:avLst/>
          </a:prstGeom>
          <a:noFill/>
          <a:ln/>
        </p:spPr>
        <p:txBody>
          <a:bodyPr wrap="square" rtlCol="0" anchor="ctr"/>
          <a:lstStyle/>
          <a:p>
            <a:pPr marL="0" indent="0">
              <a:buNone/>
            </a:pPr>
            <a:r>
              <a:rPr lang="fr-FR" sz="1100" b="1" kern="0" spc="200" noProof="0">
                <a:solidFill>
                  <a:srgbClr val="F26522"/>
                </a:solidFill>
                <a:latin typeface="Calibri" pitchFamily="34" charset="0"/>
                <a:ea typeface="Calibri" pitchFamily="34" charset="-122"/>
                <a:cs typeface="Calibri" pitchFamily="34" charset="-120"/>
              </a:rPr>
              <a:t>RÔLE</a:t>
            </a:r>
            <a:endParaRPr lang="fr-FR" sz="1100" noProof="0"/>
          </a:p>
        </p:txBody>
      </p:sp>
      <p:sp>
        <p:nvSpPr>
          <p:cNvPr id="4" name="Text 2"/>
          <p:cNvSpPr/>
          <p:nvPr/>
        </p:nvSpPr>
        <p:spPr>
          <a:xfrm>
            <a:off x="438912" y="566928"/>
            <a:ext cx="8266176" cy="566928"/>
          </a:xfrm>
          <a:prstGeom prst="rect">
            <a:avLst/>
          </a:prstGeom>
          <a:noFill/>
          <a:ln/>
        </p:spPr>
        <p:txBody>
          <a:bodyPr wrap="square" rtlCol="0" anchor="ctr"/>
          <a:lstStyle/>
          <a:p>
            <a:pPr marL="0" indent="0">
              <a:buNone/>
            </a:pPr>
            <a:r>
              <a:rPr lang="fr-FR" sz="2600" b="1" noProof="0">
                <a:solidFill>
                  <a:srgbClr val="16273D"/>
                </a:solidFill>
                <a:latin typeface="Trebuchet MS" pitchFamily="34" charset="0"/>
                <a:ea typeface="Trebuchet MS" pitchFamily="34" charset="-122"/>
                <a:cs typeface="Trebuchet MS" pitchFamily="34" charset="-120"/>
              </a:rPr>
              <a:t>Pourquoi déployer des Data Agents ?</a:t>
            </a:r>
            <a:endParaRPr lang="fr-FR" sz="2600" noProof="0"/>
          </a:p>
        </p:txBody>
      </p:sp>
      <p:sp>
        <p:nvSpPr>
          <p:cNvPr id="5" name="Shape 3"/>
          <p:cNvSpPr/>
          <p:nvPr/>
        </p:nvSpPr>
        <p:spPr>
          <a:xfrm>
            <a:off x="457200" y="1453896"/>
            <a:ext cx="310896" cy="310896"/>
          </a:xfrm>
          <a:prstGeom prst="ellipse">
            <a:avLst/>
          </a:prstGeom>
          <a:solidFill>
            <a:srgbClr val="EAF0F8"/>
          </a:solidFill>
          <a:ln w="15875">
            <a:solidFill>
              <a:srgbClr val="F26522"/>
            </a:solidFill>
            <a:prstDash val="solid"/>
          </a:ln>
        </p:spPr>
        <p:txBody>
          <a:bodyPr/>
          <a:lstStyle/>
          <a:p>
            <a:endParaRPr lang="fr-FR" noProof="0"/>
          </a:p>
        </p:txBody>
      </p:sp>
      <p:sp>
        <p:nvSpPr>
          <p:cNvPr id="6" name="Text 4"/>
          <p:cNvSpPr/>
          <p:nvPr/>
        </p:nvSpPr>
        <p:spPr>
          <a:xfrm>
            <a:off x="457200" y="1453896"/>
            <a:ext cx="310896" cy="310896"/>
          </a:xfrm>
          <a:prstGeom prst="rect">
            <a:avLst/>
          </a:prstGeom>
          <a:noFill/>
          <a:ln/>
        </p:spPr>
        <p:txBody>
          <a:bodyPr wrap="square" rtlCol="0" anchor="ctr"/>
          <a:lstStyle/>
          <a:p>
            <a:pPr marL="0" indent="0" algn="ctr">
              <a:buNone/>
            </a:pPr>
            <a:r>
              <a:rPr lang="fr-FR" sz="1400" b="1" noProof="0">
                <a:solidFill>
                  <a:srgbClr val="F26522"/>
                </a:solidFill>
                <a:latin typeface="Calibri" pitchFamily="34" charset="0"/>
                <a:ea typeface="Calibri" pitchFamily="34" charset="-122"/>
                <a:cs typeface="Calibri" pitchFamily="34" charset="-120"/>
              </a:rPr>
              <a:t>✓</a:t>
            </a:r>
            <a:endParaRPr lang="fr-FR" sz="1400" noProof="0"/>
          </a:p>
        </p:txBody>
      </p:sp>
      <p:sp>
        <p:nvSpPr>
          <p:cNvPr id="7" name="Text 5"/>
          <p:cNvSpPr/>
          <p:nvPr/>
        </p:nvSpPr>
        <p:spPr>
          <a:xfrm>
            <a:off x="914400" y="1380744"/>
            <a:ext cx="3840480" cy="292608"/>
          </a:xfrm>
          <a:prstGeom prst="rect">
            <a:avLst/>
          </a:prstGeom>
          <a:noFill/>
          <a:ln/>
        </p:spPr>
        <p:txBody>
          <a:bodyPr wrap="square" rtlCol="0" anchor="ctr"/>
          <a:lstStyle/>
          <a:p>
            <a:pPr marL="0" indent="0">
              <a:buNone/>
            </a:pPr>
            <a:r>
              <a:rPr lang="fr-FR" sz="1450" b="1" noProof="0">
                <a:solidFill>
                  <a:schemeClr val="accent2"/>
                </a:solidFill>
                <a:latin typeface="Trebuchet MS" pitchFamily="34" charset="0"/>
                <a:ea typeface="Trebuchet MS" pitchFamily="34" charset="-122"/>
                <a:cs typeface="Trebuchet MS" pitchFamily="34" charset="-120"/>
              </a:rPr>
              <a:t>Démocratiser</a:t>
            </a:r>
            <a:r>
              <a:rPr lang="fr-FR" sz="1450" b="1" noProof="0">
                <a:solidFill>
                  <a:srgbClr val="16273D"/>
                </a:solidFill>
                <a:latin typeface="Trebuchet MS" pitchFamily="34" charset="0"/>
                <a:ea typeface="Trebuchet MS" pitchFamily="34" charset="-122"/>
                <a:cs typeface="Trebuchet MS" pitchFamily="34" charset="-120"/>
              </a:rPr>
              <a:t> la donnée</a:t>
            </a:r>
            <a:endParaRPr lang="fr-FR" sz="1450" noProof="0"/>
          </a:p>
        </p:txBody>
      </p:sp>
      <p:sp>
        <p:nvSpPr>
          <p:cNvPr id="8" name="Text 6"/>
          <p:cNvSpPr/>
          <p:nvPr/>
        </p:nvSpPr>
        <p:spPr>
          <a:xfrm>
            <a:off x="914400" y="1673352"/>
            <a:ext cx="3840480" cy="548640"/>
          </a:xfrm>
          <a:prstGeom prst="rect">
            <a:avLst/>
          </a:prstGeom>
          <a:noFill/>
          <a:ln/>
        </p:spPr>
        <p:txBody>
          <a:bodyPr wrap="square" rtlCol="0" anchor="t"/>
          <a:lstStyle/>
          <a:p>
            <a:pPr marL="0" indent="0">
              <a:lnSpc>
                <a:spcPts val="1450"/>
              </a:lnSpc>
              <a:buNone/>
            </a:pPr>
            <a:r>
              <a:rPr lang="fr-FR" sz="1150" noProof="0">
                <a:solidFill>
                  <a:srgbClr val="5C6B7F"/>
                </a:solidFill>
                <a:latin typeface="Calibri" pitchFamily="34" charset="0"/>
                <a:ea typeface="Calibri" pitchFamily="34" charset="-122"/>
                <a:cs typeface="Calibri" pitchFamily="34" charset="-120"/>
              </a:rPr>
              <a:t>Les métiers interrogent la donnée sans connaître sa structure et sans savoir écrire des requêtes.</a:t>
            </a:r>
            <a:endParaRPr lang="fr-FR" sz="1150" noProof="0"/>
          </a:p>
        </p:txBody>
      </p:sp>
      <p:sp>
        <p:nvSpPr>
          <p:cNvPr id="9" name="Shape 7"/>
          <p:cNvSpPr/>
          <p:nvPr/>
        </p:nvSpPr>
        <p:spPr>
          <a:xfrm>
            <a:off x="457200" y="2478024"/>
            <a:ext cx="310896" cy="310896"/>
          </a:xfrm>
          <a:prstGeom prst="ellipse">
            <a:avLst/>
          </a:prstGeom>
          <a:solidFill>
            <a:srgbClr val="EAF0F8"/>
          </a:solidFill>
          <a:ln w="15875">
            <a:solidFill>
              <a:srgbClr val="F26522"/>
            </a:solidFill>
            <a:prstDash val="solid"/>
          </a:ln>
        </p:spPr>
        <p:txBody>
          <a:bodyPr/>
          <a:lstStyle/>
          <a:p>
            <a:endParaRPr lang="fr-FR" noProof="0"/>
          </a:p>
        </p:txBody>
      </p:sp>
      <p:sp>
        <p:nvSpPr>
          <p:cNvPr id="10" name="Text 8"/>
          <p:cNvSpPr/>
          <p:nvPr/>
        </p:nvSpPr>
        <p:spPr>
          <a:xfrm>
            <a:off x="457200" y="2478024"/>
            <a:ext cx="310896" cy="310896"/>
          </a:xfrm>
          <a:prstGeom prst="rect">
            <a:avLst/>
          </a:prstGeom>
          <a:noFill/>
          <a:ln/>
        </p:spPr>
        <p:txBody>
          <a:bodyPr wrap="square" rtlCol="0" anchor="ctr"/>
          <a:lstStyle/>
          <a:p>
            <a:pPr marL="0" indent="0" algn="ctr">
              <a:buNone/>
            </a:pPr>
            <a:r>
              <a:rPr lang="fr-FR" sz="1400" b="1" noProof="0">
                <a:solidFill>
                  <a:srgbClr val="F26522"/>
                </a:solidFill>
                <a:latin typeface="Calibri" pitchFamily="34" charset="0"/>
                <a:ea typeface="Calibri" pitchFamily="34" charset="-122"/>
                <a:cs typeface="Calibri" pitchFamily="34" charset="-120"/>
              </a:rPr>
              <a:t>✓</a:t>
            </a:r>
            <a:endParaRPr lang="fr-FR" sz="1400" noProof="0"/>
          </a:p>
        </p:txBody>
      </p:sp>
      <p:sp>
        <p:nvSpPr>
          <p:cNvPr id="11" name="Text 9"/>
          <p:cNvSpPr/>
          <p:nvPr/>
        </p:nvSpPr>
        <p:spPr>
          <a:xfrm>
            <a:off x="914400" y="2404872"/>
            <a:ext cx="3840480" cy="292608"/>
          </a:xfrm>
          <a:prstGeom prst="rect">
            <a:avLst/>
          </a:prstGeom>
          <a:noFill/>
          <a:ln/>
        </p:spPr>
        <p:txBody>
          <a:bodyPr wrap="square" rtlCol="0" anchor="ctr"/>
          <a:lstStyle/>
          <a:p>
            <a:pPr marL="0" indent="0">
              <a:buNone/>
            </a:pPr>
            <a:r>
              <a:rPr lang="fr-FR" sz="1450" b="1" noProof="0">
                <a:solidFill>
                  <a:schemeClr val="accent2"/>
                </a:solidFill>
                <a:latin typeface="Trebuchet MS" pitchFamily="34" charset="0"/>
                <a:ea typeface="Trebuchet MS" pitchFamily="34" charset="-122"/>
                <a:cs typeface="Trebuchet MS" pitchFamily="34" charset="-120"/>
              </a:rPr>
              <a:t>Accélérer</a:t>
            </a:r>
            <a:r>
              <a:rPr lang="fr-FR" sz="1450" b="1" noProof="0">
                <a:solidFill>
                  <a:srgbClr val="16273D"/>
                </a:solidFill>
                <a:latin typeface="Trebuchet MS" pitchFamily="34" charset="0"/>
                <a:ea typeface="Trebuchet MS" pitchFamily="34" charset="-122"/>
                <a:cs typeface="Trebuchet MS" pitchFamily="34" charset="-120"/>
              </a:rPr>
              <a:t> la décision</a:t>
            </a:r>
            <a:endParaRPr lang="fr-FR" sz="1450" noProof="0"/>
          </a:p>
        </p:txBody>
      </p:sp>
      <p:sp>
        <p:nvSpPr>
          <p:cNvPr id="12" name="Text 10"/>
          <p:cNvSpPr/>
          <p:nvPr/>
        </p:nvSpPr>
        <p:spPr>
          <a:xfrm>
            <a:off x="914400" y="2697480"/>
            <a:ext cx="3840480" cy="548640"/>
          </a:xfrm>
          <a:prstGeom prst="rect">
            <a:avLst/>
          </a:prstGeom>
          <a:noFill/>
          <a:ln/>
        </p:spPr>
        <p:txBody>
          <a:bodyPr wrap="square" rtlCol="0" anchor="t"/>
          <a:lstStyle/>
          <a:p>
            <a:pPr marL="0" indent="0">
              <a:lnSpc>
                <a:spcPts val="1450"/>
              </a:lnSpc>
              <a:buNone/>
            </a:pPr>
            <a:r>
              <a:rPr lang="fr-FR" sz="1150" noProof="0">
                <a:solidFill>
                  <a:srgbClr val="5C6B7F"/>
                </a:solidFill>
                <a:latin typeface="Calibri" pitchFamily="34" charset="0"/>
                <a:ea typeface="Calibri" pitchFamily="34" charset="-122"/>
                <a:cs typeface="Calibri" pitchFamily="34" charset="-120"/>
              </a:rPr>
              <a:t>Des réponses instantanées en langage naturel, là où une analyse manuelle prenait des heures.</a:t>
            </a:r>
            <a:endParaRPr lang="fr-FR" sz="1150" noProof="0"/>
          </a:p>
        </p:txBody>
      </p:sp>
      <p:sp>
        <p:nvSpPr>
          <p:cNvPr id="13" name="Shape 11"/>
          <p:cNvSpPr/>
          <p:nvPr/>
        </p:nvSpPr>
        <p:spPr>
          <a:xfrm>
            <a:off x="457200" y="3502152"/>
            <a:ext cx="310896" cy="310896"/>
          </a:xfrm>
          <a:prstGeom prst="ellipse">
            <a:avLst/>
          </a:prstGeom>
          <a:solidFill>
            <a:srgbClr val="EAF0F8"/>
          </a:solidFill>
          <a:ln w="15875">
            <a:solidFill>
              <a:srgbClr val="F26522"/>
            </a:solidFill>
            <a:prstDash val="solid"/>
          </a:ln>
        </p:spPr>
        <p:txBody>
          <a:bodyPr/>
          <a:lstStyle/>
          <a:p>
            <a:endParaRPr lang="fr-FR" noProof="0"/>
          </a:p>
        </p:txBody>
      </p:sp>
      <p:sp>
        <p:nvSpPr>
          <p:cNvPr id="14" name="Text 12"/>
          <p:cNvSpPr/>
          <p:nvPr/>
        </p:nvSpPr>
        <p:spPr>
          <a:xfrm>
            <a:off x="457200" y="3502152"/>
            <a:ext cx="310896" cy="310896"/>
          </a:xfrm>
          <a:prstGeom prst="rect">
            <a:avLst/>
          </a:prstGeom>
          <a:noFill/>
          <a:ln/>
        </p:spPr>
        <p:txBody>
          <a:bodyPr wrap="square" rtlCol="0" anchor="ctr"/>
          <a:lstStyle/>
          <a:p>
            <a:pPr marL="0" indent="0" algn="ctr">
              <a:buNone/>
            </a:pPr>
            <a:r>
              <a:rPr lang="fr-FR" sz="1400" b="1" noProof="0">
                <a:solidFill>
                  <a:srgbClr val="F26522"/>
                </a:solidFill>
                <a:latin typeface="Calibri" pitchFamily="34" charset="0"/>
                <a:ea typeface="Calibri" pitchFamily="34" charset="-122"/>
                <a:cs typeface="Calibri" pitchFamily="34" charset="-120"/>
              </a:rPr>
              <a:t>✓</a:t>
            </a:r>
            <a:endParaRPr lang="fr-FR" sz="1400" noProof="0"/>
          </a:p>
        </p:txBody>
      </p:sp>
      <p:sp>
        <p:nvSpPr>
          <p:cNvPr id="15" name="Text 13"/>
          <p:cNvSpPr/>
          <p:nvPr/>
        </p:nvSpPr>
        <p:spPr>
          <a:xfrm>
            <a:off x="914400" y="3429000"/>
            <a:ext cx="3840480" cy="292608"/>
          </a:xfrm>
          <a:prstGeom prst="rect">
            <a:avLst/>
          </a:prstGeom>
          <a:noFill/>
          <a:ln/>
        </p:spPr>
        <p:txBody>
          <a:bodyPr wrap="square" rtlCol="0" anchor="ctr"/>
          <a:lstStyle/>
          <a:p>
            <a:pPr marL="0" indent="0">
              <a:buNone/>
            </a:pPr>
            <a:r>
              <a:rPr lang="fr-FR" sz="1450" b="1" noProof="0">
                <a:solidFill>
                  <a:schemeClr val="accent2"/>
                </a:solidFill>
                <a:latin typeface="Trebuchet MS" pitchFamily="34" charset="0"/>
                <a:ea typeface="Trebuchet MS" pitchFamily="34" charset="-122"/>
                <a:cs typeface="Trebuchet MS" pitchFamily="34" charset="-120"/>
              </a:rPr>
              <a:t>Préserver</a:t>
            </a:r>
            <a:r>
              <a:rPr lang="fr-FR" sz="1450" b="1" noProof="0">
                <a:solidFill>
                  <a:srgbClr val="16273D"/>
                </a:solidFill>
                <a:latin typeface="Trebuchet MS" pitchFamily="34" charset="0"/>
                <a:ea typeface="Trebuchet MS" pitchFamily="34" charset="-122"/>
                <a:cs typeface="Trebuchet MS" pitchFamily="34" charset="-120"/>
              </a:rPr>
              <a:t> la gouvernance</a:t>
            </a:r>
            <a:endParaRPr lang="fr-FR" sz="1450" noProof="0"/>
          </a:p>
        </p:txBody>
      </p:sp>
      <p:sp>
        <p:nvSpPr>
          <p:cNvPr id="16" name="Text 14"/>
          <p:cNvSpPr/>
          <p:nvPr/>
        </p:nvSpPr>
        <p:spPr>
          <a:xfrm>
            <a:off x="914400" y="3721608"/>
            <a:ext cx="3840480" cy="548640"/>
          </a:xfrm>
          <a:prstGeom prst="rect">
            <a:avLst/>
          </a:prstGeom>
          <a:noFill/>
          <a:ln/>
        </p:spPr>
        <p:txBody>
          <a:bodyPr wrap="square" rtlCol="0" anchor="t"/>
          <a:lstStyle/>
          <a:p>
            <a:pPr marL="0" indent="0">
              <a:lnSpc>
                <a:spcPts val="1450"/>
              </a:lnSpc>
              <a:buNone/>
            </a:pPr>
            <a:r>
              <a:rPr lang="fr-FR" sz="1150" noProof="0">
                <a:solidFill>
                  <a:srgbClr val="5C6B7F"/>
                </a:solidFill>
                <a:latin typeface="Calibri" pitchFamily="34" charset="0"/>
                <a:ea typeface="Calibri" pitchFamily="34" charset="-122"/>
                <a:cs typeface="Calibri" pitchFamily="34" charset="-120"/>
              </a:rPr>
              <a:t>Self-service analytique sans compromis sur la sécurité ni les politiques en place.</a:t>
            </a:r>
            <a:endParaRPr lang="fr-FR" sz="1150" noProof="0"/>
          </a:p>
        </p:txBody>
      </p:sp>
      <p:sp>
        <p:nvSpPr>
          <p:cNvPr id="17" name="Shape 15"/>
          <p:cNvSpPr/>
          <p:nvPr/>
        </p:nvSpPr>
        <p:spPr>
          <a:xfrm>
            <a:off x="5029200" y="1371600"/>
            <a:ext cx="3657600" cy="3154680"/>
          </a:xfrm>
          <a:prstGeom prst="rect">
            <a:avLst/>
          </a:prstGeom>
          <a:solidFill>
            <a:srgbClr val="0E2240"/>
          </a:solidFill>
          <a:ln/>
        </p:spPr>
        <p:txBody>
          <a:bodyPr/>
          <a:lstStyle/>
          <a:p>
            <a:endParaRPr lang="fr-FR" noProof="0"/>
          </a:p>
        </p:txBody>
      </p:sp>
      <p:sp>
        <p:nvSpPr>
          <p:cNvPr id="18" name="Shape 16"/>
          <p:cNvSpPr/>
          <p:nvPr/>
        </p:nvSpPr>
        <p:spPr>
          <a:xfrm>
            <a:off x="5029200" y="1371600"/>
            <a:ext cx="3657600" cy="82296"/>
          </a:xfrm>
          <a:prstGeom prst="rect">
            <a:avLst/>
          </a:prstGeom>
          <a:solidFill>
            <a:srgbClr val="F26522"/>
          </a:solidFill>
          <a:ln/>
        </p:spPr>
        <p:txBody>
          <a:bodyPr/>
          <a:lstStyle/>
          <a:p>
            <a:endParaRPr lang="fr-FR" noProof="0"/>
          </a:p>
        </p:txBody>
      </p:sp>
      <p:sp>
        <p:nvSpPr>
          <p:cNvPr id="19" name="Text 17"/>
          <p:cNvSpPr/>
          <p:nvPr/>
        </p:nvSpPr>
        <p:spPr>
          <a:xfrm>
            <a:off x="5303520" y="1627632"/>
            <a:ext cx="3108960" cy="274320"/>
          </a:xfrm>
          <a:prstGeom prst="rect">
            <a:avLst/>
          </a:prstGeom>
          <a:noFill/>
          <a:ln/>
        </p:spPr>
        <p:txBody>
          <a:bodyPr wrap="square" rtlCol="0" anchor="ctr"/>
          <a:lstStyle/>
          <a:p>
            <a:pPr marL="0" indent="0">
              <a:buNone/>
            </a:pPr>
            <a:r>
              <a:rPr lang="fr-FR" sz="1100" b="1" kern="0" spc="200" noProof="0">
                <a:solidFill>
                  <a:srgbClr val="9DB6D6"/>
                </a:solidFill>
                <a:latin typeface="Calibri" pitchFamily="34" charset="0"/>
                <a:ea typeface="Calibri" pitchFamily="34" charset="-122"/>
                <a:cs typeface="Calibri" pitchFamily="34" charset="-120"/>
              </a:rPr>
              <a:t>L'AGENT EN BREF</a:t>
            </a:r>
            <a:endParaRPr lang="fr-FR" sz="1100" noProof="0"/>
          </a:p>
        </p:txBody>
      </p:sp>
      <p:sp>
        <p:nvSpPr>
          <p:cNvPr id="20" name="Text 18"/>
          <p:cNvSpPr/>
          <p:nvPr/>
        </p:nvSpPr>
        <p:spPr>
          <a:xfrm>
            <a:off x="5303520" y="2057400"/>
            <a:ext cx="3108960" cy="310896"/>
          </a:xfrm>
          <a:prstGeom prst="rect">
            <a:avLst/>
          </a:prstGeom>
          <a:noFill/>
          <a:ln/>
        </p:spPr>
        <p:txBody>
          <a:bodyPr wrap="square" rtlCol="0" anchor="ctr"/>
          <a:lstStyle/>
          <a:p>
            <a:pPr marL="0" indent="0">
              <a:buNone/>
            </a:pPr>
            <a:r>
              <a:rPr lang="fr-FR" sz="1700" b="1" noProof="0">
                <a:solidFill>
                  <a:srgbClr val="FFFFFF"/>
                </a:solidFill>
                <a:latin typeface="Trebuchet MS" pitchFamily="34" charset="0"/>
                <a:ea typeface="Trebuchet MS" pitchFamily="34" charset="-122"/>
                <a:cs typeface="Trebuchet MS" pitchFamily="34" charset="-120"/>
              </a:rPr>
              <a:t>Langage naturel</a:t>
            </a:r>
            <a:endParaRPr lang="fr-FR" sz="1700" noProof="0"/>
          </a:p>
        </p:txBody>
      </p:sp>
      <p:sp>
        <p:nvSpPr>
          <p:cNvPr id="21" name="Text 19"/>
          <p:cNvSpPr/>
          <p:nvPr/>
        </p:nvSpPr>
        <p:spPr>
          <a:xfrm>
            <a:off x="5303520" y="2368296"/>
            <a:ext cx="3108960" cy="310896"/>
          </a:xfrm>
          <a:prstGeom prst="rect">
            <a:avLst/>
          </a:prstGeom>
          <a:noFill/>
          <a:ln/>
        </p:spPr>
        <p:txBody>
          <a:bodyPr wrap="square" rtlCol="0" anchor="t"/>
          <a:lstStyle/>
          <a:p>
            <a:pPr marL="0" indent="0">
              <a:buNone/>
            </a:pPr>
            <a:r>
              <a:rPr lang="fr-FR" sz="1050" noProof="0">
                <a:solidFill>
                  <a:srgbClr val="BBCEE6"/>
                </a:solidFill>
                <a:latin typeface="Calibri" pitchFamily="34" charset="0"/>
                <a:ea typeface="Calibri" pitchFamily="34" charset="-122"/>
                <a:cs typeface="Calibri" pitchFamily="34" charset="-120"/>
              </a:rPr>
              <a:t>Questions en clair, réponses fondées sur la donnée</a:t>
            </a:r>
            <a:endParaRPr lang="fr-FR" sz="1050" noProof="0"/>
          </a:p>
        </p:txBody>
      </p:sp>
      <p:sp>
        <p:nvSpPr>
          <p:cNvPr id="22" name="Shape 20"/>
          <p:cNvSpPr/>
          <p:nvPr/>
        </p:nvSpPr>
        <p:spPr>
          <a:xfrm>
            <a:off x="5303520" y="2807208"/>
            <a:ext cx="3108960" cy="0"/>
          </a:xfrm>
          <a:prstGeom prst="line">
            <a:avLst/>
          </a:prstGeom>
          <a:noFill/>
          <a:ln w="12700">
            <a:solidFill>
              <a:srgbClr val="24426E"/>
            </a:solidFill>
            <a:prstDash val="solid"/>
          </a:ln>
        </p:spPr>
        <p:txBody>
          <a:bodyPr/>
          <a:lstStyle/>
          <a:p>
            <a:endParaRPr lang="fr-FR" noProof="0"/>
          </a:p>
        </p:txBody>
      </p:sp>
      <p:sp>
        <p:nvSpPr>
          <p:cNvPr id="23" name="Text 21"/>
          <p:cNvSpPr/>
          <p:nvPr/>
        </p:nvSpPr>
        <p:spPr>
          <a:xfrm>
            <a:off x="5303520" y="2880360"/>
            <a:ext cx="3108960" cy="310896"/>
          </a:xfrm>
          <a:prstGeom prst="rect">
            <a:avLst/>
          </a:prstGeom>
          <a:noFill/>
          <a:ln/>
        </p:spPr>
        <p:txBody>
          <a:bodyPr wrap="square" rtlCol="0" anchor="ctr"/>
          <a:lstStyle/>
          <a:p>
            <a:r>
              <a:rPr lang="fr-FR" sz="1700" b="1" noProof="0">
                <a:solidFill>
                  <a:srgbClr val="FFFFFF"/>
                </a:solidFill>
                <a:latin typeface="Trebuchet MS" pitchFamily="34" charset="0"/>
                <a:ea typeface="Trebuchet MS" pitchFamily="34" charset="-122"/>
                <a:cs typeface="Trebuchet MS" pitchFamily="34" charset="-120"/>
              </a:rPr>
              <a:t>SQL · DAX · KQL</a:t>
            </a:r>
            <a:r>
              <a:rPr lang="fr-FR" sz="1700" b="1">
                <a:solidFill>
                  <a:srgbClr val="FFFFFF"/>
                </a:solidFill>
                <a:latin typeface="Trebuchet MS" pitchFamily="34" charset="0"/>
                <a:ea typeface="Trebuchet MS" pitchFamily="34" charset="-122"/>
                <a:cs typeface="Trebuchet MS" pitchFamily="34" charset="-120"/>
              </a:rPr>
              <a:t> · GQL </a:t>
            </a:r>
            <a:endParaRPr lang="fr-FR" sz="1700" noProof="0"/>
          </a:p>
        </p:txBody>
      </p:sp>
      <p:sp>
        <p:nvSpPr>
          <p:cNvPr id="24" name="Text 22"/>
          <p:cNvSpPr/>
          <p:nvPr/>
        </p:nvSpPr>
        <p:spPr>
          <a:xfrm>
            <a:off x="5303520" y="3191256"/>
            <a:ext cx="3108960" cy="310896"/>
          </a:xfrm>
          <a:prstGeom prst="rect">
            <a:avLst/>
          </a:prstGeom>
          <a:noFill/>
          <a:ln/>
        </p:spPr>
        <p:txBody>
          <a:bodyPr wrap="square" rtlCol="0" anchor="t"/>
          <a:lstStyle/>
          <a:p>
            <a:pPr marL="0" indent="0">
              <a:buNone/>
            </a:pPr>
            <a:r>
              <a:rPr lang="fr-FR" sz="1050" noProof="0">
                <a:solidFill>
                  <a:srgbClr val="BBCEE6"/>
                </a:solidFill>
                <a:latin typeface="Calibri" pitchFamily="34" charset="0"/>
                <a:ea typeface="Calibri" pitchFamily="34" charset="-122"/>
                <a:cs typeface="Calibri" pitchFamily="34" charset="-120"/>
              </a:rPr>
              <a:t>Requêtes générées et exécutées automatiquement</a:t>
            </a:r>
            <a:endParaRPr lang="fr-FR" sz="1050" noProof="0"/>
          </a:p>
        </p:txBody>
      </p:sp>
      <p:sp>
        <p:nvSpPr>
          <p:cNvPr id="25" name="Shape 23"/>
          <p:cNvSpPr/>
          <p:nvPr/>
        </p:nvSpPr>
        <p:spPr>
          <a:xfrm>
            <a:off x="5303520" y="3630168"/>
            <a:ext cx="3108960" cy="0"/>
          </a:xfrm>
          <a:prstGeom prst="line">
            <a:avLst/>
          </a:prstGeom>
          <a:noFill/>
          <a:ln w="12700">
            <a:solidFill>
              <a:srgbClr val="24426E"/>
            </a:solidFill>
            <a:prstDash val="solid"/>
          </a:ln>
        </p:spPr>
        <p:txBody>
          <a:bodyPr/>
          <a:lstStyle/>
          <a:p>
            <a:endParaRPr lang="fr-FR" noProof="0"/>
          </a:p>
        </p:txBody>
      </p:sp>
      <p:sp>
        <p:nvSpPr>
          <p:cNvPr id="26" name="Text 24"/>
          <p:cNvSpPr/>
          <p:nvPr/>
        </p:nvSpPr>
        <p:spPr>
          <a:xfrm>
            <a:off x="5303520" y="3703320"/>
            <a:ext cx="3108960" cy="310896"/>
          </a:xfrm>
          <a:prstGeom prst="rect">
            <a:avLst/>
          </a:prstGeom>
          <a:noFill/>
          <a:ln/>
        </p:spPr>
        <p:txBody>
          <a:bodyPr wrap="square" rtlCol="0" anchor="ctr"/>
          <a:lstStyle/>
          <a:p>
            <a:pPr marL="0" indent="0">
              <a:buNone/>
            </a:pPr>
            <a:r>
              <a:rPr lang="fr-FR" sz="1700" b="1" noProof="0">
                <a:solidFill>
                  <a:srgbClr val="FFFFFF"/>
                </a:solidFill>
                <a:latin typeface="Trebuchet MS" pitchFamily="34" charset="0"/>
                <a:ea typeface="Trebuchet MS" pitchFamily="34" charset="-122"/>
                <a:cs typeface="Trebuchet MS" pitchFamily="34" charset="-120"/>
              </a:rPr>
              <a:t>Lecture seule</a:t>
            </a:r>
            <a:endParaRPr lang="fr-FR" sz="1700" noProof="0"/>
          </a:p>
        </p:txBody>
      </p:sp>
      <p:sp>
        <p:nvSpPr>
          <p:cNvPr id="27" name="Text 25"/>
          <p:cNvSpPr/>
          <p:nvPr/>
        </p:nvSpPr>
        <p:spPr>
          <a:xfrm>
            <a:off x="5303520" y="4014216"/>
            <a:ext cx="3108960" cy="310896"/>
          </a:xfrm>
          <a:prstGeom prst="rect">
            <a:avLst/>
          </a:prstGeom>
          <a:noFill/>
          <a:ln/>
        </p:spPr>
        <p:txBody>
          <a:bodyPr wrap="square" rtlCol="0" anchor="t"/>
          <a:lstStyle/>
          <a:p>
            <a:pPr marL="0" indent="0">
              <a:buNone/>
            </a:pPr>
            <a:r>
              <a:rPr lang="fr-FR" sz="1050" noProof="0">
                <a:solidFill>
                  <a:srgbClr val="BBCEE6"/>
                </a:solidFill>
                <a:latin typeface="Calibri" pitchFamily="34" charset="0"/>
                <a:ea typeface="Calibri" pitchFamily="34" charset="-122"/>
                <a:cs typeface="Calibri" pitchFamily="34" charset="-120"/>
              </a:rPr>
              <a:t>Aucune écriture : l'agent interroge, il ne modifie pas</a:t>
            </a:r>
            <a:endParaRPr lang="fr-FR" sz="1050" noProof="0"/>
          </a:p>
        </p:txBody>
      </p:sp>
      <p:pic>
        <p:nvPicPr>
          <p:cNvPr id="31" name="Image 30">
            <a:extLst>
              <a:ext uri="{FF2B5EF4-FFF2-40B4-BE49-F238E27FC236}">
                <a16:creationId xmlns:a16="http://schemas.microsoft.com/office/drawing/2014/main" id="{1DAC09A3-284F-4BD6-14AF-E2E7ED9D8CF2}"/>
              </a:ext>
            </a:extLst>
          </p:cNvPr>
          <p:cNvPicPr>
            <a:picLocks noChangeAspect="1"/>
          </p:cNvPicPr>
          <p:nvPr/>
        </p:nvPicPr>
        <p:blipFill>
          <a:blip r:embed="rId3"/>
          <a:stretch>
            <a:fillRect/>
          </a:stretch>
        </p:blipFill>
        <p:spPr>
          <a:xfrm>
            <a:off x="63322" y="4764044"/>
            <a:ext cx="315050" cy="324277"/>
          </a:xfrm>
          <a:prstGeom prst="rect">
            <a:avLst/>
          </a:prstGeom>
        </p:spPr>
      </p:pic>
      <p:pic>
        <p:nvPicPr>
          <p:cNvPr id="28" name="Graphic 27">
            <a:extLst>
              <a:ext uri="{FF2B5EF4-FFF2-40B4-BE49-F238E27FC236}">
                <a16:creationId xmlns:a16="http://schemas.microsoft.com/office/drawing/2014/main" id="{54CD72C7-1708-5F88-FE80-2D4ABC1DCA3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245386" y="623889"/>
            <a:ext cx="453006" cy="453006"/>
          </a:xfrm>
          <a:prstGeom prst="rect">
            <a:avLst/>
          </a:prstGeom>
        </p:spPr>
      </p:pic>
      <p:sp>
        <p:nvSpPr>
          <p:cNvPr id="30" name="Slide Number Placeholder 29">
            <a:extLst>
              <a:ext uri="{FF2B5EF4-FFF2-40B4-BE49-F238E27FC236}">
                <a16:creationId xmlns:a16="http://schemas.microsoft.com/office/drawing/2014/main" id="{6E6E8D56-1BF2-2C91-3AF1-50C3C02287CB}"/>
              </a:ext>
            </a:extLst>
          </p:cNvPr>
          <p:cNvSpPr>
            <a:spLocks noGrp="1"/>
          </p:cNvSpPr>
          <p:nvPr>
            <p:ph type="sldNum" sz="quarter" idx="12"/>
          </p:nvPr>
        </p:nvSpPr>
        <p:spPr/>
        <p:txBody>
          <a:bodyPr/>
          <a:lstStyle/>
          <a:p>
            <a:r>
              <a:rPr lang="fr-FR" b="1">
                <a:solidFill>
                  <a:srgbClr val="F26522"/>
                </a:solidFill>
                <a:latin typeface="Calibri" pitchFamily="34" charset="0"/>
                <a:ea typeface="Calibri" pitchFamily="34" charset="-122"/>
                <a:cs typeface="Calibri" pitchFamily="34" charset="-120"/>
              </a:rPr>
              <a:t>Expertime</a:t>
            </a:r>
            <a:r>
              <a:rPr lang="fr-FR">
                <a:solidFill>
                  <a:srgbClr val="5C6B7F"/>
                </a:solidFill>
                <a:latin typeface="Calibri" pitchFamily="34" charset="0"/>
                <a:ea typeface="Calibri" pitchFamily="34" charset="-122"/>
                <a:cs typeface="Calibri" pitchFamily="34" charset="-120"/>
              </a:rPr>
              <a:t>   | </a:t>
            </a:r>
            <a:fld id="{58E94494-CE21-4E82-948B-6B5BB0295547}" type="slidenum">
              <a:rPr lang="fr-FR" smtClean="0"/>
              <a:pPr/>
              <a:t>5</a:t>
            </a:fld>
            <a:endParaRPr lang="fr-FR" sz="85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457200" y="384048"/>
            <a:ext cx="146304" cy="146304"/>
          </a:xfrm>
          <a:prstGeom prst="rect">
            <a:avLst/>
          </a:prstGeom>
          <a:solidFill>
            <a:srgbClr val="F26522"/>
          </a:solidFill>
          <a:ln/>
        </p:spPr>
        <p:txBody>
          <a:bodyPr/>
          <a:lstStyle/>
          <a:p>
            <a:endParaRPr lang="fr-FR" noProof="0"/>
          </a:p>
        </p:txBody>
      </p:sp>
      <p:sp>
        <p:nvSpPr>
          <p:cNvPr id="3" name="Text 1"/>
          <p:cNvSpPr/>
          <p:nvPr/>
        </p:nvSpPr>
        <p:spPr>
          <a:xfrm>
            <a:off x="713232" y="347472"/>
            <a:ext cx="7955280" cy="237744"/>
          </a:xfrm>
          <a:prstGeom prst="rect">
            <a:avLst/>
          </a:prstGeom>
          <a:noFill/>
          <a:ln/>
        </p:spPr>
        <p:txBody>
          <a:bodyPr wrap="square" rtlCol="0" anchor="ctr"/>
          <a:lstStyle/>
          <a:p>
            <a:pPr marL="0" indent="0">
              <a:buNone/>
            </a:pPr>
            <a:r>
              <a:rPr lang="fr-FR" sz="1100" b="1" kern="0" spc="200" noProof="0">
                <a:solidFill>
                  <a:srgbClr val="F26522"/>
                </a:solidFill>
                <a:latin typeface="Calibri" pitchFamily="34" charset="0"/>
                <a:ea typeface="Calibri" pitchFamily="34" charset="-122"/>
                <a:cs typeface="Calibri" pitchFamily="34" charset="-120"/>
              </a:rPr>
              <a:t>FONCTIONNEMENT</a:t>
            </a:r>
            <a:endParaRPr lang="fr-FR" sz="1100" noProof="0"/>
          </a:p>
        </p:txBody>
      </p:sp>
      <p:sp>
        <p:nvSpPr>
          <p:cNvPr id="4" name="Text 2"/>
          <p:cNvSpPr/>
          <p:nvPr/>
        </p:nvSpPr>
        <p:spPr>
          <a:xfrm>
            <a:off x="438912" y="566928"/>
            <a:ext cx="8266176" cy="566928"/>
          </a:xfrm>
          <a:prstGeom prst="rect">
            <a:avLst/>
          </a:prstGeom>
          <a:noFill/>
          <a:ln/>
        </p:spPr>
        <p:txBody>
          <a:bodyPr wrap="square" rtlCol="0" anchor="ctr"/>
          <a:lstStyle/>
          <a:p>
            <a:pPr marL="0" indent="0">
              <a:buNone/>
            </a:pPr>
            <a:r>
              <a:rPr lang="fr-FR" sz="2600" b="1" noProof="0">
                <a:solidFill>
                  <a:srgbClr val="16273D"/>
                </a:solidFill>
                <a:latin typeface="Trebuchet MS" pitchFamily="34" charset="0"/>
                <a:ea typeface="Trebuchet MS" pitchFamily="34" charset="-122"/>
                <a:cs typeface="Trebuchet MS" pitchFamily="34" charset="-120"/>
              </a:rPr>
              <a:t>Comment l'agent traite une question ?</a:t>
            </a:r>
            <a:endParaRPr lang="fr-FR" sz="2600" noProof="0"/>
          </a:p>
        </p:txBody>
      </p:sp>
      <p:sp>
        <p:nvSpPr>
          <p:cNvPr id="5" name="Shape 3"/>
          <p:cNvSpPr/>
          <p:nvPr/>
        </p:nvSpPr>
        <p:spPr>
          <a:xfrm>
            <a:off x="457200" y="1600200"/>
            <a:ext cx="1484986" cy="1965960"/>
          </a:xfrm>
          <a:prstGeom prst="rect">
            <a:avLst/>
          </a:prstGeom>
          <a:solidFill>
            <a:srgbClr val="FFFFFF"/>
          </a:solidFill>
          <a:ln w="12700">
            <a:solidFill>
              <a:srgbClr val="DCE4EE"/>
            </a:solidFill>
            <a:prstDash val="solid"/>
          </a:ln>
          <a:effectLst>
            <a:outerShdw blurRad="88900" dist="38100" dir="5400000" algn="bl" rotWithShape="0">
              <a:srgbClr val="0E2240">
                <a:alpha val="10000"/>
              </a:srgbClr>
            </a:outerShdw>
          </a:effectLst>
        </p:spPr>
        <p:txBody>
          <a:bodyPr/>
          <a:lstStyle/>
          <a:p>
            <a:endParaRPr lang="fr-FR" noProof="0"/>
          </a:p>
        </p:txBody>
      </p:sp>
      <p:sp>
        <p:nvSpPr>
          <p:cNvPr id="6" name="Shape 4"/>
          <p:cNvSpPr/>
          <p:nvPr/>
        </p:nvSpPr>
        <p:spPr>
          <a:xfrm>
            <a:off x="457200" y="1600200"/>
            <a:ext cx="1484986" cy="566928"/>
          </a:xfrm>
          <a:prstGeom prst="rect">
            <a:avLst/>
          </a:prstGeom>
          <a:solidFill>
            <a:srgbClr val="0E2240"/>
          </a:solidFill>
          <a:ln/>
        </p:spPr>
        <p:txBody>
          <a:bodyPr/>
          <a:lstStyle/>
          <a:p>
            <a:endParaRPr lang="fr-FR" noProof="0"/>
          </a:p>
        </p:txBody>
      </p:sp>
      <p:sp>
        <p:nvSpPr>
          <p:cNvPr id="7" name="Text 5"/>
          <p:cNvSpPr/>
          <p:nvPr/>
        </p:nvSpPr>
        <p:spPr>
          <a:xfrm>
            <a:off x="461772" y="1655709"/>
            <a:ext cx="502920" cy="457200"/>
          </a:xfrm>
          <a:prstGeom prst="rect">
            <a:avLst/>
          </a:prstGeom>
          <a:noFill/>
          <a:ln/>
        </p:spPr>
        <p:txBody>
          <a:bodyPr wrap="square" rtlCol="0" anchor="ctr"/>
          <a:lstStyle/>
          <a:p>
            <a:pPr marL="0" indent="0" algn="ctr">
              <a:buNone/>
            </a:pPr>
            <a:r>
              <a:rPr lang="fr-FR" sz="1800" b="1" noProof="0">
                <a:solidFill>
                  <a:srgbClr val="F26522"/>
                </a:solidFill>
                <a:latin typeface="Trebuchet MS" pitchFamily="34" charset="0"/>
                <a:ea typeface="Trebuchet MS" pitchFamily="34" charset="-122"/>
                <a:cs typeface="Trebuchet MS" pitchFamily="34" charset="-120"/>
              </a:rPr>
              <a:t>1</a:t>
            </a:r>
            <a:endParaRPr lang="fr-FR" sz="1800" noProof="0"/>
          </a:p>
        </p:txBody>
      </p:sp>
      <p:sp>
        <p:nvSpPr>
          <p:cNvPr id="8" name="Text 6"/>
          <p:cNvSpPr/>
          <p:nvPr/>
        </p:nvSpPr>
        <p:spPr>
          <a:xfrm>
            <a:off x="713232" y="1641348"/>
            <a:ext cx="1186433" cy="457200"/>
          </a:xfrm>
          <a:prstGeom prst="rect">
            <a:avLst/>
          </a:prstGeom>
          <a:noFill/>
          <a:ln/>
        </p:spPr>
        <p:txBody>
          <a:bodyPr wrap="square" rtlCol="0" anchor="ctr"/>
          <a:lstStyle/>
          <a:p>
            <a:pPr marL="0" indent="0" algn="ctr">
              <a:buNone/>
            </a:pPr>
            <a:r>
              <a:rPr lang="fr-FR" sz="1250" b="1" noProof="0">
                <a:solidFill>
                  <a:srgbClr val="FFFFFF"/>
                </a:solidFill>
                <a:latin typeface="Trebuchet MS" pitchFamily="34" charset="0"/>
                <a:ea typeface="Trebuchet MS" pitchFamily="34" charset="-122"/>
                <a:cs typeface="Trebuchet MS" pitchFamily="34" charset="-120"/>
              </a:rPr>
              <a:t>Question utilisateur</a:t>
            </a:r>
            <a:endParaRPr lang="fr-FR" sz="1250" noProof="0"/>
          </a:p>
        </p:txBody>
      </p:sp>
      <p:sp>
        <p:nvSpPr>
          <p:cNvPr id="9" name="Text 7"/>
          <p:cNvSpPr/>
          <p:nvPr/>
        </p:nvSpPr>
        <p:spPr>
          <a:xfrm>
            <a:off x="594360" y="2390739"/>
            <a:ext cx="1210666" cy="923544"/>
          </a:xfrm>
          <a:prstGeom prst="rect">
            <a:avLst/>
          </a:prstGeom>
          <a:noFill/>
          <a:ln/>
        </p:spPr>
        <p:txBody>
          <a:bodyPr wrap="square" rtlCol="0" anchor="ctr"/>
          <a:lstStyle/>
          <a:p>
            <a:pPr marL="0" indent="0" algn="ctr">
              <a:lnSpc>
                <a:spcPts val="1400"/>
              </a:lnSpc>
              <a:buNone/>
            </a:pPr>
            <a:r>
              <a:rPr lang="fr-FR" sz="1050" noProof="0">
                <a:solidFill>
                  <a:srgbClr val="3C4D63"/>
                </a:solidFill>
                <a:latin typeface="Calibri" pitchFamily="34" charset="0"/>
                <a:ea typeface="Calibri" pitchFamily="34" charset="-122"/>
                <a:cs typeface="Calibri" pitchFamily="34" charset="-120"/>
              </a:rPr>
              <a:t>L'utilisateur interroge l’agent en langage naturel.</a:t>
            </a:r>
            <a:endParaRPr lang="fr-FR" sz="1050" noProof="0"/>
          </a:p>
        </p:txBody>
      </p:sp>
      <p:sp>
        <p:nvSpPr>
          <p:cNvPr id="10" name="Shape 8"/>
          <p:cNvSpPr/>
          <p:nvPr/>
        </p:nvSpPr>
        <p:spPr>
          <a:xfrm>
            <a:off x="1960474" y="1764792"/>
            <a:ext cx="164592" cy="128016"/>
          </a:xfrm>
          <a:prstGeom prst="rect">
            <a:avLst/>
          </a:prstGeom>
          <a:solidFill>
            <a:srgbClr val="F26522"/>
          </a:solidFill>
          <a:ln/>
        </p:spPr>
        <p:txBody>
          <a:bodyPr/>
          <a:lstStyle/>
          <a:p>
            <a:endParaRPr lang="fr-FR" noProof="0"/>
          </a:p>
        </p:txBody>
      </p:sp>
      <p:sp>
        <p:nvSpPr>
          <p:cNvPr id="11" name="Shape 9"/>
          <p:cNvSpPr/>
          <p:nvPr/>
        </p:nvSpPr>
        <p:spPr>
          <a:xfrm>
            <a:off x="2143354" y="1600200"/>
            <a:ext cx="1484986" cy="1965960"/>
          </a:xfrm>
          <a:prstGeom prst="rect">
            <a:avLst/>
          </a:prstGeom>
          <a:solidFill>
            <a:srgbClr val="FFFFFF"/>
          </a:solidFill>
          <a:ln w="12700">
            <a:solidFill>
              <a:srgbClr val="DCE4EE"/>
            </a:solidFill>
            <a:prstDash val="solid"/>
          </a:ln>
          <a:effectLst>
            <a:outerShdw blurRad="88900" dist="38100" dir="5400000" algn="bl" rotWithShape="0">
              <a:srgbClr val="0E2240">
                <a:alpha val="10000"/>
              </a:srgbClr>
            </a:outerShdw>
          </a:effectLst>
        </p:spPr>
        <p:txBody>
          <a:bodyPr/>
          <a:lstStyle/>
          <a:p>
            <a:endParaRPr lang="fr-FR" noProof="0"/>
          </a:p>
        </p:txBody>
      </p:sp>
      <p:sp>
        <p:nvSpPr>
          <p:cNvPr id="12" name="Shape 10"/>
          <p:cNvSpPr/>
          <p:nvPr/>
        </p:nvSpPr>
        <p:spPr>
          <a:xfrm>
            <a:off x="2143354" y="1600200"/>
            <a:ext cx="1484986" cy="566928"/>
          </a:xfrm>
          <a:prstGeom prst="rect">
            <a:avLst/>
          </a:prstGeom>
          <a:solidFill>
            <a:srgbClr val="1C4E80"/>
          </a:solidFill>
          <a:ln/>
        </p:spPr>
        <p:txBody>
          <a:bodyPr/>
          <a:lstStyle/>
          <a:p>
            <a:endParaRPr lang="fr-FR" noProof="0"/>
          </a:p>
        </p:txBody>
      </p:sp>
      <p:sp>
        <p:nvSpPr>
          <p:cNvPr id="13" name="Text 11"/>
          <p:cNvSpPr/>
          <p:nvPr/>
        </p:nvSpPr>
        <p:spPr>
          <a:xfrm>
            <a:off x="2156613" y="1649726"/>
            <a:ext cx="502920" cy="457200"/>
          </a:xfrm>
          <a:prstGeom prst="rect">
            <a:avLst/>
          </a:prstGeom>
          <a:noFill/>
          <a:ln/>
        </p:spPr>
        <p:txBody>
          <a:bodyPr wrap="square" rtlCol="0" anchor="ctr"/>
          <a:lstStyle/>
          <a:p>
            <a:pPr marL="0" indent="0" algn="ctr">
              <a:buNone/>
            </a:pPr>
            <a:r>
              <a:rPr lang="fr-FR" sz="1800" b="1" noProof="0">
                <a:solidFill>
                  <a:srgbClr val="F26522"/>
                </a:solidFill>
                <a:latin typeface="Trebuchet MS" pitchFamily="34" charset="0"/>
                <a:ea typeface="Trebuchet MS" pitchFamily="34" charset="-122"/>
                <a:cs typeface="Trebuchet MS" pitchFamily="34" charset="-120"/>
              </a:rPr>
              <a:t>2</a:t>
            </a:r>
            <a:endParaRPr lang="fr-FR" sz="1800" noProof="0"/>
          </a:p>
        </p:txBody>
      </p:sp>
      <p:sp>
        <p:nvSpPr>
          <p:cNvPr id="14" name="Text 12"/>
          <p:cNvSpPr/>
          <p:nvPr/>
        </p:nvSpPr>
        <p:spPr>
          <a:xfrm>
            <a:off x="2432858" y="1641348"/>
            <a:ext cx="1134216" cy="457200"/>
          </a:xfrm>
          <a:prstGeom prst="rect">
            <a:avLst/>
          </a:prstGeom>
          <a:noFill/>
          <a:ln/>
        </p:spPr>
        <p:txBody>
          <a:bodyPr wrap="square" rtlCol="0" anchor="ctr"/>
          <a:lstStyle/>
          <a:p>
            <a:pPr marL="0" indent="0" algn="ctr">
              <a:buNone/>
            </a:pPr>
            <a:r>
              <a:rPr lang="fr-FR" sz="1250" b="1" noProof="0">
                <a:solidFill>
                  <a:srgbClr val="FFFFFF"/>
                </a:solidFill>
                <a:latin typeface="Trebuchet MS" pitchFamily="34" charset="0"/>
                <a:ea typeface="Trebuchet MS" pitchFamily="34" charset="-122"/>
                <a:cs typeface="Trebuchet MS" pitchFamily="34" charset="-120"/>
              </a:rPr>
              <a:t>Analyse de l’intention</a:t>
            </a:r>
            <a:endParaRPr lang="fr-FR" sz="1250" noProof="0"/>
          </a:p>
        </p:txBody>
      </p:sp>
      <p:sp>
        <p:nvSpPr>
          <p:cNvPr id="15" name="Text 13"/>
          <p:cNvSpPr/>
          <p:nvPr/>
        </p:nvSpPr>
        <p:spPr>
          <a:xfrm>
            <a:off x="2280514" y="2390739"/>
            <a:ext cx="1210666" cy="923544"/>
          </a:xfrm>
          <a:prstGeom prst="rect">
            <a:avLst/>
          </a:prstGeom>
          <a:noFill/>
          <a:ln/>
        </p:spPr>
        <p:txBody>
          <a:bodyPr wrap="square" rtlCol="0" anchor="ctr"/>
          <a:lstStyle/>
          <a:p>
            <a:pPr marL="0" indent="0">
              <a:lnSpc>
                <a:spcPts val="1400"/>
              </a:lnSpc>
              <a:buNone/>
            </a:pPr>
            <a:r>
              <a:rPr lang="fr-FR" sz="1050" noProof="0">
                <a:solidFill>
                  <a:srgbClr val="3C4D63"/>
                </a:solidFill>
                <a:latin typeface="Calibri" pitchFamily="34" charset="0"/>
                <a:ea typeface="Calibri" pitchFamily="34" charset="-122"/>
                <a:cs typeface="Calibri" pitchFamily="34" charset="-120"/>
              </a:rPr>
              <a:t>L’IA interprète le sens et le contexte de la question.</a:t>
            </a:r>
            <a:endParaRPr lang="fr-FR" sz="1050" noProof="0"/>
          </a:p>
        </p:txBody>
      </p:sp>
      <p:sp>
        <p:nvSpPr>
          <p:cNvPr id="16" name="Shape 14"/>
          <p:cNvSpPr/>
          <p:nvPr/>
        </p:nvSpPr>
        <p:spPr>
          <a:xfrm>
            <a:off x="3646627" y="1764792"/>
            <a:ext cx="164592" cy="128016"/>
          </a:xfrm>
          <a:prstGeom prst="rect">
            <a:avLst/>
          </a:prstGeom>
          <a:solidFill>
            <a:srgbClr val="F26522"/>
          </a:solidFill>
          <a:ln/>
        </p:spPr>
        <p:txBody>
          <a:bodyPr/>
          <a:lstStyle/>
          <a:p>
            <a:endParaRPr lang="fr-FR" noProof="0"/>
          </a:p>
        </p:txBody>
      </p:sp>
      <p:sp>
        <p:nvSpPr>
          <p:cNvPr id="17" name="Shape 15"/>
          <p:cNvSpPr/>
          <p:nvPr/>
        </p:nvSpPr>
        <p:spPr>
          <a:xfrm>
            <a:off x="3829507" y="1600200"/>
            <a:ext cx="1484986" cy="1965960"/>
          </a:xfrm>
          <a:prstGeom prst="rect">
            <a:avLst/>
          </a:prstGeom>
          <a:solidFill>
            <a:srgbClr val="FFFFFF"/>
          </a:solidFill>
          <a:ln w="12700">
            <a:solidFill>
              <a:srgbClr val="DCE4EE"/>
            </a:solidFill>
            <a:prstDash val="solid"/>
          </a:ln>
          <a:effectLst>
            <a:outerShdw blurRad="88900" dist="38100" dir="5400000" algn="bl" rotWithShape="0">
              <a:srgbClr val="0E2240">
                <a:alpha val="10000"/>
              </a:srgbClr>
            </a:outerShdw>
          </a:effectLst>
        </p:spPr>
        <p:txBody>
          <a:bodyPr/>
          <a:lstStyle/>
          <a:p>
            <a:endParaRPr lang="fr-FR" noProof="0"/>
          </a:p>
        </p:txBody>
      </p:sp>
      <p:sp>
        <p:nvSpPr>
          <p:cNvPr id="18" name="Shape 16"/>
          <p:cNvSpPr/>
          <p:nvPr/>
        </p:nvSpPr>
        <p:spPr>
          <a:xfrm>
            <a:off x="3829507" y="1600200"/>
            <a:ext cx="1484986" cy="566928"/>
          </a:xfrm>
          <a:prstGeom prst="rect">
            <a:avLst/>
          </a:prstGeom>
          <a:solidFill>
            <a:srgbClr val="0E2240"/>
          </a:solidFill>
          <a:ln/>
        </p:spPr>
        <p:txBody>
          <a:bodyPr/>
          <a:lstStyle/>
          <a:p>
            <a:endParaRPr lang="fr-FR" noProof="0"/>
          </a:p>
        </p:txBody>
      </p:sp>
      <p:sp>
        <p:nvSpPr>
          <p:cNvPr id="19" name="Text 17"/>
          <p:cNvSpPr/>
          <p:nvPr/>
        </p:nvSpPr>
        <p:spPr>
          <a:xfrm>
            <a:off x="3829506" y="1649726"/>
            <a:ext cx="502920" cy="457200"/>
          </a:xfrm>
          <a:prstGeom prst="rect">
            <a:avLst/>
          </a:prstGeom>
          <a:noFill/>
          <a:ln/>
        </p:spPr>
        <p:txBody>
          <a:bodyPr wrap="square" rtlCol="0" anchor="ctr"/>
          <a:lstStyle/>
          <a:p>
            <a:pPr marL="0" indent="0" algn="ctr">
              <a:buNone/>
            </a:pPr>
            <a:r>
              <a:rPr lang="fr-FR" sz="1800" b="1" noProof="0">
                <a:solidFill>
                  <a:srgbClr val="F26522"/>
                </a:solidFill>
                <a:latin typeface="Trebuchet MS" pitchFamily="34" charset="0"/>
                <a:ea typeface="Trebuchet MS" pitchFamily="34" charset="-122"/>
                <a:cs typeface="Trebuchet MS" pitchFamily="34" charset="-120"/>
              </a:rPr>
              <a:t>3</a:t>
            </a:r>
            <a:endParaRPr lang="fr-FR" sz="1800" noProof="0"/>
          </a:p>
        </p:txBody>
      </p:sp>
      <p:sp>
        <p:nvSpPr>
          <p:cNvPr id="20" name="Text 18"/>
          <p:cNvSpPr/>
          <p:nvPr/>
        </p:nvSpPr>
        <p:spPr>
          <a:xfrm>
            <a:off x="4114800" y="1643742"/>
            <a:ext cx="1138428" cy="457200"/>
          </a:xfrm>
          <a:prstGeom prst="rect">
            <a:avLst/>
          </a:prstGeom>
          <a:noFill/>
          <a:ln/>
        </p:spPr>
        <p:txBody>
          <a:bodyPr wrap="square" rtlCol="0" anchor="ctr"/>
          <a:lstStyle/>
          <a:p>
            <a:pPr marL="0" indent="0" algn="ctr">
              <a:buNone/>
            </a:pPr>
            <a:r>
              <a:rPr lang="fr-FR" sz="1250" b="1" noProof="0">
                <a:solidFill>
                  <a:srgbClr val="FFFFFF"/>
                </a:solidFill>
                <a:latin typeface="Trebuchet MS" pitchFamily="34" charset="0"/>
                <a:ea typeface="Trebuchet MS" pitchFamily="34" charset="-122"/>
                <a:cs typeface="Trebuchet MS" pitchFamily="34" charset="-120"/>
              </a:rPr>
              <a:t>Sélection de source</a:t>
            </a:r>
            <a:endParaRPr lang="fr-FR" sz="1250" noProof="0"/>
          </a:p>
        </p:txBody>
      </p:sp>
      <p:sp>
        <p:nvSpPr>
          <p:cNvPr id="21" name="Text 19"/>
          <p:cNvSpPr/>
          <p:nvPr/>
        </p:nvSpPr>
        <p:spPr>
          <a:xfrm>
            <a:off x="3966667" y="2390739"/>
            <a:ext cx="1210666" cy="923544"/>
          </a:xfrm>
          <a:prstGeom prst="rect">
            <a:avLst/>
          </a:prstGeom>
          <a:noFill/>
          <a:ln/>
        </p:spPr>
        <p:txBody>
          <a:bodyPr wrap="square" rtlCol="0" anchor="ctr"/>
          <a:lstStyle/>
          <a:p>
            <a:pPr marL="0" indent="0">
              <a:lnSpc>
                <a:spcPts val="1400"/>
              </a:lnSpc>
              <a:buNone/>
            </a:pPr>
            <a:r>
              <a:rPr lang="fr-FR" sz="1050" noProof="0">
                <a:solidFill>
                  <a:srgbClr val="3C4D63"/>
                </a:solidFill>
                <a:latin typeface="Calibri" pitchFamily="34" charset="0"/>
                <a:ea typeface="Calibri" pitchFamily="34" charset="-122"/>
                <a:cs typeface="Calibri" pitchFamily="34" charset="-120"/>
              </a:rPr>
              <a:t>L’agent identifie la donnée la plus pertinente dans le modèle sémantique.</a:t>
            </a:r>
            <a:endParaRPr lang="fr-FR" sz="1050" noProof="0"/>
          </a:p>
        </p:txBody>
      </p:sp>
      <p:sp>
        <p:nvSpPr>
          <p:cNvPr id="22" name="Shape 20"/>
          <p:cNvSpPr/>
          <p:nvPr/>
        </p:nvSpPr>
        <p:spPr>
          <a:xfrm>
            <a:off x="5332781" y="1764792"/>
            <a:ext cx="164592" cy="128016"/>
          </a:xfrm>
          <a:prstGeom prst="rect">
            <a:avLst/>
          </a:prstGeom>
          <a:solidFill>
            <a:srgbClr val="F26522"/>
          </a:solidFill>
          <a:ln/>
        </p:spPr>
        <p:txBody>
          <a:bodyPr/>
          <a:lstStyle/>
          <a:p>
            <a:endParaRPr lang="fr-FR" noProof="0"/>
          </a:p>
        </p:txBody>
      </p:sp>
      <p:sp>
        <p:nvSpPr>
          <p:cNvPr id="23" name="Shape 21"/>
          <p:cNvSpPr/>
          <p:nvPr/>
        </p:nvSpPr>
        <p:spPr>
          <a:xfrm>
            <a:off x="5515661" y="1600200"/>
            <a:ext cx="1484986" cy="1965960"/>
          </a:xfrm>
          <a:prstGeom prst="rect">
            <a:avLst/>
          </a:prstGeom>
          <a:solidFill>
            <a:srgbClr val="FFFFFF"/>
          </a:solidFill>
          <a:ln w="12700">
            <a:solidFill>
              <a:srgbClr val="DCE4EE"/>
            </a:solidFill>
            <a:prstDash val="solid"/>
          </a:ln>
          <a:effectLst>
            <a:outerShdw blurRad="88900" dist="38100" dir="5400000" algn="bl" rotWithShape="0">
              <a:srgbClr val="0E2240">
                <a:alpha val="10000"/>
              </a:srgbClr>
            </a:outerShdw>
          </a:effectLst>
        </p:spPr>
        <p:txBody>
          <a:bodyPr/>
          <a:lstStyle/>
          <a:p>
            <a:endParaRPr lang="fr-FR" noProof="0"/>
          </a:p>
        </p:txBody>
      </p:sp>
      <p:sp>
        <p:nvSpPr>
          <p:cNvPr id="24" name="Shape 22"/>
          <p:cNvSpPr/>
          <p:nvPr/>
        </p:nvSpPr>
        <p:spPr>
          <a:xfrm>
            <a:off x="5515661" y="1600200"/>
            <a:ext cx="1484986" cy="566928"/>
          </a:xfrm>
          <a:prstGeom prst="rect">
            <a:avLst/>
          </a:prstGeom>
          <a:solidFill>
            <a:srgbClr val="1C4E80"/>
          </a:solidFill>
          <a:ln/>
        </p:spPr>
        <p:txBody>
          <a:bodyPr/>
          <a:lstStyle/>
          <a:p>
            <a:endParaRPr lang="fr-FR" noProof="0"/>
          </a:p>
        </p:txBody>
      </p:sp>
      <p:sp>
        <p:nvSpPr>
          <p:cNvPr id="25" name="Text 23"/>
          <p:cNvSpPr/>
          <p:nvPr/>
        </p:nvSpPr>
        <p:spPr>
          <a:xfrm>
            <a:off x="5520233" y="1659636"/>
            <a:ext cx="502920" cy="457200"/>
          </a:xfrm>
          <a:prstGeom prst="rect">
            <a:avLst/>
          </a:prstGeom>
          <a:noFill/>
          <a:ln/>
        </p:spPr>
        <p:txBody>
          <a:bodyPr wrap="square" rtlCol="0" anchor="ctr"/>
          <a:lstStyle/>
          <a:p>
            <a:pPr marL="0" indent="0" algn="ctr">
              <a:buNone/>
            </a:pPr>
            <a:r>
              <a:rPr lang="fr-FR" sz="1800" b="1" noProof="0">
                <a:solidFill>
                  <a:srgbClr val="F26522"/>
                </a:solidFill>
                <a:latin typeface="Trebuchet MS" pitchFamily="34" charset="0"/>
                <a:ea typeface="Trebuchet MS" pitchFamily="34" charset="-122"/>
                <a:cs typeface="Trebuchet MS" pitchFamily="34" charset="-120"/>
              </a:rPr>
              <a:t>4</a:t>
            </a:r>
            <a:endParaRPr lang="fr-FR" sz="1800" noProof="0"/>
          </a:p>
        </p:txBody>
      </p:sp>
      <p:sp>
        <p:nvSpPr>
          <p:cNvPr id="26" name="Text 24"/>
          <p:cNvSpPr/>
          <p:nvPr/>
        </p:nvSpPr>
        <p:spPr>
          <a:xfrm>
            <a:off x="5796742" y="1638954"/>
            <a:ext cx="1142639" cy="457200"/>
          </a:xfrm>
          <a:prstGeom prst="rect">
            <a:avLst/>
          </a:prstGeom>
          <a:noFill/>
          <a:ln/>
        </p:spPr>
        <p:txBody>
          <a:bodyPr wrap="square" rtlCol="0" anchor="ctr"/>
          <a:lstStyle/>
          <a:p>
            <a:pPr marL="0" indent="0" algn="ctr">
              <a:buNone/>
            </a:pPr>
            <a:r>
              <a:rPr lang="fr-FR" sz="1250" b="1" noProof="0">
                <a:solidFill>
                  <a:srgbClr val="FFFFFF"/>
                </a:solidFill>
                <a:latin typeface="Trebuchet MS" pitchFamily="34" charset="0"/>
                <a:ea typeface="Trebuchet MS" pitchFamily="34" charset="-122"/>
                <a:cs typeface="Trebuchet MS" pitchFamily="34" charset="-120"/>
              </a:rPr>
              <a:t>Requêtage</a:t>
            </a:r>
            <a:endParaRPr lang="fr-FR" sz="1250" noProof="0"/>
          </a:p>
        </p:txBody>
      </p:sp>
      <p:sp>
        <p:nvSpPr>
          <p:cNvPr id="27" name="Text 25"/>
          <p:cNvSpPr/>
          <p:nvPr/>
        </p:nvSpPr>
        <p:spPr>
          <a:xfrm>
            <a:off x="5652821" y="2390739"/>
            <a:ext cx="1210666" cy="923544"/>
          </a:xfrm>
          <a:prstGeom prst="rect">
            <a:avLst/>
          </a:prstGeom>
          <a:noFill/>
          <a:ln/>
        </p:spPr>
        <p:txBody>
          <a:bodyPr wrap="square" rtlCol="0" anchor="ctr"/>
          <a:lstStyle/>
          <a:p>
            <a:pPr marL="0" indent="0">
              <a:lnSpc>
                <a:spcPts val="1400"/>
              </a:lnSpc>
              <a:buNone/>
            </a:pPr>
            <a:r>
              <a:rPr lang="fr-FR" sz="1050" noProof="0">
                <a:solidFill>
                  <a:srgbClr val="3C4D63"/>
                </a:solidFill>
                <a:latin typeface="Calibri" pitchFamily="34" charset="0"/>
                <a:ea typeface="Calibri" pitchFamily="34" charset="-122"/>
                <a:cs typeface="Calibri" pitchFamily="34" charset="-120"/>
              </a:rPr>
              <a:t>L’agent traduit la question en requête SQL, DAX, KQL ou même GQL selon la source.</a:t>
            </a:r>
            <a:endParaRPr lang="fr-FR" sz="1050" noProof="0"/>
          </a:p>
        </p:txBody>
      </p:sp>
      <p:sp>
        <p:nvSpPr>
          <p:cNvPr id="28" name="Shape 26"/>
          <p:cNvSpPr/>
          <p:nvPr/>
        </p:nvSpPr>
        <p:spPr>
          <a:xfrm>
            <a:off x="7018934" y="1764792"/>
            <a:ext cx="164592" cy="128016"/>
          </a:xfrm>
          <a:prstGeom prst="rect">
            <a:avLst/>
          </a:prstGeom>
          <a:solidFill>
            <a:srgbClr val="F26522"/>
          </a:solidFill>
          <a:ln/>
        </p:spPr>
        <p:txBody>
          <a:bodyPr/>
          <a:lstStyle/>
          <a:p>
            <a:endParaRPr lang="fr-FR" noProof="0"/>
          </a:p>
        </p:txBody>
      </p:sp>
      <p:sp>
        <p:nvSpPr>
          <p:cNvPr id="29" name="Shape 27"/>
          <p:cNvSpPr/>
          <p:nvPr/>
        </p:nvSpPr>
        <p:spPr>
          <a:xfrm>
            <a:off x="7201814" y="1600200"/>
            <a:ext cx="1484986" cy="1965960"/>
          </a:xfrm>
          <a:prstGeom prst="rect">
            <a:avLst/>
          </a:prstGeom>
          <a:solidFill>
            <a:srgbClr val="FFFFFF"/>
          </a:solidFill>
          <a:ln w="12700">
            <a:solidFill>
              <a:srgbClr val="DCE4EE"/>
            </a:solidFill>
            <a:prstDash val="solid"/>
          </a:ln>
          <a:effectLst>
            <a:outerShdw blurRad="88900" dist="38100" dir="5400000" algn="bl" rotWithShape="0">
              <a:srgbClr val="0E2240">
                <a:alpha val="10000"/>
              </a:srgbClr>
            </a:outerShdw>
          </a:effectLst>
        </p:spPr>
        <p:txBody>
          <a:bodyPr/>
          <a:lstStyle/>
          <a:p>
            <a:endParaRPr lang="fr-FR" noProof="0"/>
          </a:p>
        </p:txBody>
      </p:sp>
      <p:sp>
        <p:nvSpPr>
          <p:cNvPr id="30" name="Shape 28"/>
          <p:cNvSpPr/>
          <p:nvPr/>
        </p:nvSpPr>
        <p:spPr>
          <a:xfrm>
            <a:off x="7201814" y="1600200"/>
            <a:ext cx="1484986" cy="566928"/>
          </a:xfrm>
          <a:prstGeom prst="rect">
            <a:avLst/>
          </a:prstGeom>
          <a:solidFill>
            <a:srgbClr val="0E2240"/>
          </a:solidFill>
          <a:ln/>
        </p:spPr>
        <p:txBody>
          <a:bodyPr/>
          <a:lstStyle/>
          <a:p>
            <a:endParaRPr lang="fr-FR" noProof="0"/>
          </a:p>
        </p:txBody>
      </p:sp>
      <p:sp>
        <p:nvSpPr>
          <p:cNvPr id="31" name="Text 29"/>
          <p:cNvSpPr/>
          <p:nvPr/>
        </p:nvSpPr>
        <p:spPr>
          <a:xfrm>
            <a:off x="7201813" y="1649726"/>
            <a:ext cx="502920" cy="457200"/>
          </a:xfrm>
          <a:prstGeom prst="rect">
            <a:avLst/>
          </a:prstGeom>
          <a:noFill/>
          <a:ln/>
        </p:spPr>
        <p:txBody>
          <a:bodyPr wrap="square" rtlCol="0" anchor="ctr"/>
          <a:lstStyle/>
          <a:p>
            <a:pPr marL="0" indent="0" algn="ctr">
              <a:buNone/>
            </a:pPr>
            <a:r>
              <a:rPr lang="fr-FR" sz="1800" b="1" noProof="0">
                <a:solidFill>
                  <a:srgbClr val="F26522"/>
                </a:solidFill>
                <a:latin typeface="Trebuchet MS" pitchFamily="34" charset="0"/>
                <a:ea typeface="Trebuchet MS" pitchFamily="34" charset="-122"/>
                <a:cs typeface="Trebuchet MS" pitchFamily="34" charset="-120"/>
              </a:rPr>
              <a:t>5</a:t>
            </a:r>
            <a:endParaRPr lang="fr-FR" sz="1800" noProof="0"/>
          </a:p>
        </p:txBody>
      </p:sp>
      <p:sp>
        <p:nvSpPr>
          <p:cNvPr id="32" name="Text 30"/>
          <p:cNvSpPr/>
          <p:nvPr/>
        </p:nvSpPr>
        <p:spPr>
          <a:xfrm>
            <a:off x="7459287" y="1638954"/>
            <a:ext cx="1167431" cy="457200"/>
          </a:xfrm>
          <a:prstGeom prst="rect">
            <a:avLst/>
          </a:prstGeom>
          <a:noFill/>
          <a:ln/>
        </p:spPr>
        <p:txBody>
          <a:bodyPr wrap="square" rtlCol="0" anchor="ctr"/>
          <a:lstStyle/>
          <a:p>
            <a:pPr marL="0" indent="0" algn="ctr">
              <a:buNone/>
            </a:pPr>
            <a:r>
              <a:rPr lang="fr-FR" sz="1250" b="1" noProof="0">
                <a:solidFill>
                  <a:srgbClr val="FFFFFF"/>
                </a:solidFill>
                <a:latin typeface="Trebuchet MS" pitchFamily="34" charset="0"/>
                <a:ea typeface="Trebuchet MS" pitchFamily="34" charset="-122"/>
                <a:cs typeface="Trebuchet MS" pitchFamily="34" charset="-120"/>
              </a:rPr>
              <a:t>Réponse</a:t>
            </a:r>
            <a:endParaRPr lang="fr-FR" sz="1250" noProof="0"/>
          </a:p>
        </p:txBody>
      </p:sp>
      <p:sp>
        <p:nvSpPr>
          <p:cNvPr id="33" name="Text 31"/>
          <p:cNvSpPr/>
          <p:nvPr/>
        </p:nvSpPr>
        <p:spPr>
          <a:xfrm>
            <a:off x="7338974" y="2202318"/>
            <a:ext cx="1210666" cy="1322278"/>
          </a:xfrm>
          <a:prstGeom prst="rect">
            <a:avLst/>
          </a:prstGeom>
          <a:noFill/>
          <a:ln/>
        </p:spPr>
        <p:txBody>
          <a:bodyPr wrap="square" rtlCol="0" anchor="ctr"/>
          <a:lstStyle/>
          <a:p>
            <a:pPr marL="0" indent="0">
              <a:lnSpc>
                <a:spcPts val="1400"/>
              </a:lnSpc>
              <a:buNone/>
            </a:pPr>
            <a:r>
              <a:rPr lang="fr-FR" sz="1050" noProof="0">
                <a:solidFill>
                  <a:srgbClr val="3C4D63"/>
                </a:solidFill>
                <a:latin typeface="Calibri" pitchFamily="34" charset="0"/>
                <a:ea typeface="Calibri" pitchFamily="34" charset="-122"/>
                <a:cs typeface="Calibri" pitchFamily="34" charset="-120"/>
              </a:rPr>
              <a:t>La requête est exécutée sous vos droits Fabric, et la réponse est restituée de manière claire et sécurisée.</a:t>
            </a:r>
            <a:endParaRPr lang="fr-FR" sz="1050" noProof="0"/>
          </a:p>
        </p:txBody>
      </p:sp>
      <p:sp>
        <p:nvSpPr>
          <p:cNvPr id="34" name="Shape 32"/>
          <p:cNvSpPr/>
          <p:nvPr/>
        </p:nvSpPr>
        <p:spPr>
          <a:xfrm>
            <a:off x="457200" y="3886200"/>
            <a:ext cx="8229600" cy="603504"/>
          </a:xfrm>
          <a:prstGeom prst="rect">
            <a:avLst/>
          </a:prstGeom>
          <a:solidFill>
            <a:srgbClr val="EAF0F8"/>
          </a:solidFill>
          <a:ln/>
        </p:spPr>
        <p:txBody>
          <a:bodyPr/>
          <a:lstStyle/>
          <a:p>
            <a:endParaRPr lang="fr-FR" noProof="0"/>
          </a:p>
        </p:txBody>
      </p:sp>
      <p:sp>
        <p:nvSpPr>
          <p:cNvPr id="35" name="Shape 33"/>
          <p:cNvSpPr/>
          <p:nvPr/>
        </p:nvSpPr>
        <p:spPr>
          <a:xfrm>
            <a:off x="457200" y="3886200"/>
            <a:ext cx="82296" cy="603504"/>
          </a:xfrm>
          <a:prstGeom prst="rect">
            <a:avLst/>
          </a:prstGeom>
          <a:solidFill>
            <a:srgbClr val="F26522"/>
          </a:solidFill>
          <a:ln/>
        </p:spPr>
        <p:txBody>
          <a:bodyPr/>
          <a:lstStyle/>
          <a:p>
            <a:endParaRPr lang="fr-FR" noProof="0"/>
          </a:p>
        </p:txBody>
      </p:sp>
      <p:sp>
        <p:nvSpPr>
          <p:cNvPr id="36" name="Text 34"/>
          <p:cNvSpPr/>
          <p:nvPr/>
        </p:nvSpPr>
        <p:spPr>
          <a:xfrm>
            <a:off x="685800" y="3886200"/>
            <a:ext cx="7863840" cy="603504"/>
          </a:xfrm>
          <a:prstGeom prst="rect">
            <a:avLst/>
          </a:prstGeom>
          <a:noFill/>
          <a:ln/>
        </p:spPr>
        <p:txBody>
          <a:bodyPr wrap="square" rtlCol="0" anchor="ctr"/>
          <a:lstStyle/>
          <a:p>
            <a:pPr marL="0" indent="0">
              <a:lnSpc>
                <a:spcPts val="1350"/>
              </a:lnSpc>
              <a:buNone/>
            </a:pPr>
            <a:r>
              <a:rPr lang="fr-FR" sz="1100" b="1" noProof="0">
                <a:solidFill>
                  <a:srgbClr val="16273D"/>
                </a:solidFill>
                <a:latin typeface="Calibri" pitchFamily="34" charset="0"/>
                <a:ea typeface="Calibri" pitchFamily="34" charset="-122"/>
                <a:cs typeface="Calibri" pitchFamily="34" charset="-120"/>
              </a:rPr>
              <a:t>Aucune clé à fournir.  </a:t>
            </a:r>
            <a:r>
              <a:rPr lang="fr-FR" sz="1100" noProof="0">
                <a:solidFill>
                  <a:srgbClr val="3C4D63"/>
                </a:solidFill>
                <a:latin typeface="Calibri" pitchFamily="34" charset="0"/>
                <a:ea typeface="Calibri" pitchFamily="34" charset="-122"/>
                <a:cs typeface="Calibri" pitchFamily="34" charset="-120"/>
              </a:rPr>
              <a:t>Fabric gère l’authentification via Entra ID. Azure OpenAI est utilisé uniquement pour l’analyse conversationnelle.</a:t>
            </a:r>
            <a:endParaRPr lang="fr-FR" sz="1100" noProof="0"/>
          </a:p>
        </p:txBody>
      </p:sp>
      <p:pic>
        <p:nvPicPr>
          <p:cNvPr id="40" name="Image 39">
            <a:extLst>
              <a:ext uri="{FF2B5EF4-FFF2-40B4-BE49-F238E27FC236}">
                <a16:creationId xmlns:a16="http://schemas.microsoft.com/office/drawing/2014/main" id="{7CEB2924-5715-98A9-D1C2-3C05BEEB5F16}"/>
              </a:ext>
            </a:extLst>
          </p:cNvPr>
          <p:cNvPicPr>
            <a:picLocks noChangeAspect="1"/>
          </p:cNvPicPr>
          <p:nvPr/>
        </p:nvPicPr>
        <p:blipFill>
          <a:blip r:embed="rId3"/>
          <a:stretch>
            <a:fillRect/>
          </a:stretch>
        </p:blipFill>
        <p:spPr>
          <a:xfrm>
            <a:off x="63322" y="4764044"/>
            <a:ext cx="315050" cy="324277"/>
          </a:xfrm>
          <a:prstGeom prst="rect">
            <a:avLst/>
          </a:prstGeom>
        </p:spPr>
      </p:pic>
      <p:pic>
        <p:nvPicPr>
          <p:cNvPr id="37" name="Graphic 36">
            <a:extLst>
              <a:ext uri="{FF2B5EF4-FFF2-40B4-BE49-F238E27FC236}">
                <a16:creationId xmlns:a16="http://schemas.microsoft.com/office/drawing/2014/main" id="{63A71826-5D53-4759-4B89-8DDB673C3C8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486375" y="623889"/>
            <a:ext cx="453006" cy="453006"/>
          </a:xfrm>
          <a:prstGeom prst="rect">
            <a:avLst/>
          </a:prstGeom>
        </p:spPr>
      </p:pic>
      <p:sp>
        <p:nvSpPr>
          <p:cNvPr id="39" name="Slide Number Placeholder 38">
            <a:extLst>
              <a:ext uri="{FF2B5EF4-FFF2-40B4-BE49-F238E27FC236}">
                <a16:creationId xmlns:a16="http://schemas.microsoft.com/office/drawing/2014/main" id="{7340B903-A78E-6699-B6A9-DDB4A9652C3C}"/>
              </a:ext>
            </a:extLst>
          </p:cNvPr>
          <p:cNvSpPr>
            <a:spLocks noGrp="1"/>
          </p:cNvSpPr>
          <p:nvPr>
            <p:ph type="sldNum" sz="quarter" idx="12"/>
          </p:nvPr>
        </p:nvSpPr>
        <p:spPr/>
        <p:txBody>
          <a:bodyPr/>
          <a:lstStyle/>
          <a:p>
            <a:r>
              <a:rPr lang="fr-FR" b="1">
                <a:solidFill>
                  <a:srgbClr val="F26522"/>
                </a:solidFill>
                <a:latin typeface="Calibri" pitchFamily="34" charset="0"/>
                <a:ea typeface="Calibri" pitchFamily="34" charset="-122"/>
                <a:cs typeface="Calibri" pitchFamily="34" charset="-120"/>
              </a:rPr>
              <a:t>Expertime</a:t>
            </a:r>
            <a:r>
              <a:rPr lang="fr-FR">
                <a:solidFill>
                  <a:srgbClr val="5C6B7F"/>
                </a:solidFill>
                <a:latin typeface="Calibri" pitchFamily="34" charset="0"/>
                <a:ea typeface="Calibri" pitchFamily="34" charset="-122"/>
                <a:cs typeface="Calibri" pitchFamily="34" charset="-120"/>
              </a:rPr>
              <a:t>   | </a:t>
            </a:r>
            <a:fld id="{58E94494-CE21-4E82-948B-6B5BB0295547}" type="slidenum">
              <a:rPr lang="fr-FR" smtClean="0"/>
              <a:pPr/>
              <a:t>6</a:t>
            </a:fld>
            <a:endParaRPr lang="fr-FR" sz="85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E2240"/>
        </a:solidFill>
        <a:effectLst/>
      </p:bgPr>
    </p:bg>
    <p:spTree>
      <p:nvGrpSpPr>
        <p:cNvPr id="1" name="">
          <a:extLst>
            <a:ext uri="{FF2B5EF4-FFF2-40B4-BE49-F238E27FC236}">
              <a16:creationId xmlns:a16="http://schemas.microsoft.com/office/drawing/2014/main" id="{E8327E51-ED79-4DB2-1783-F1AB62FBDB61}"/>
            </a:ext>
          </a:extLst>
        </p:cNvPr>
        <p:cNvGrpSpPr/>
        <p:nvPr/>
      </p:nvGrpSpPr>
      <p:grpSpPr>
        <a:xfrm>
          <a:off x="0" y="0"/>
          <a:ext cx="0" cy="0"/>
          <a:chOff x="0" y="0"/>
          <a:chExt cx="0" cy="0"/>
        </a:xfrm>
      </p:grpSpPr>
      <p:sp>
        <p:nvSpPr>
          <p:cNvPr id="2" name="Number 01">
            <a:extLst>
              <a:ext uri="{FF2B5EF4-FFF2-40B4-BE49-F238E27FC236}">
                <a16:creationId xmlns:a16="http://schemas.microsoft.com/office/drawing/2014/main" id="{F37E8C3D-029E-7CD7-4C21-92FA2BDD3863}"/>
              </a:ext>
            </a:extLst>
          </p:cNvPr>
          <p:cNvSpPr/>
          <p:nvPr/>
        </p:nvSpPr>
        <p:spPr>
          <a:xfrm>
            <a:off x="640080" y="1325880"/>
            <a:ext cx="3429000" cy="164592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0" b="1" i="0" u="none" strike="noStrike" kern="0" cap="none" spc="0" normalizeH="0" baseline="0" noProof="0">
                <a:ln>
                  <a:noFill/>
                </a:ln>
                <a:solidFill>
                  <a:srgbClr val="F26522"/>
                </a:solidFill>
                <a:effectLst/>
                <a:uLnTx/>
                <a:uFillTx/>
                <a:latin typeface="Trebuchet MS" pitchFamily="34" charset="0"/>
                <a:ea typeface="Trebuchet MS" pitchFamily="34" charset="-122"/>
                <a:cs typeface="Trebuchet MS" pitchFamily="34" charset="-120"/>
              </a:rPr>
              <a:t>02</a:t>
            </a:r>
            <a:endParaRPr kumimoji="0" lang="fr-FR" sz="1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ccent Bar">
            <a:extLst>
              <a:ext uri="{FF2B5EF4-FFF2-40B4-BE49-F238E27FC236}">
                <a16:creationId xmlns:a16="http://schemas.microsoft.com/office/drawing/2014/main" id="{5B676845-28EF-296A-281B-E7A3925C2EB3}"/>
              </a:ext>
            </a:extLst>
          </p:cNvPr>
          <p:cNvSpPr/>
          <p:nvPr/>
        </p:nvSpPr>
        <p:spPr>
          <a:xfrm>
            <a:off x="676656" y="3209544"/>
            <a:ext cx="2103120" cy="45720"/>
          </a:xfrm>
          <a:prstGeom prst="rect">
            <a:avLst/>
          </a:prstGeom>
          <a:solidFill>
            <a:srgbClr val="F2652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ection Title">
            <a:extLst>
              <a:ext uri="{FF2B5EF4-FFF2-40B4-BE49-F238E27FC236}">
                <a16:creationId xmlns:a16="http://schemas.microsoft.com/office/drawing/2014/main" id="{3C859FEF-9536-F3CD-9054-5502484BFE36}"/>
              </a:ext>
            </a:extLst>
          </p:cNvPr>
          <p:cNvSpPr/>
          <p:nvPr/>
        </p:nvSpPr>
        <p:spPr>
          <a:xfrm>
            <a:off x="640080" y="3429000"/>
            <a:ext cx="7559040" cy="1097280"/>
          </a:xfrm>
          <a:prstGeom prst="rect">
            <a:avLst/>
          </a:prstGeom>
          <a:noFill/>
          <a:ln/>
        </p:spPr>
        <p:txBody>
          <a:bodyPr wrap="square" rtlCol="0" anchor="t"/>
          <a:lstStyle/>
          <a:p>
            <a:pPr marL="0" marR="0" lvl="0" indent="0" algn="l" defTabSz="914400" rtl="0" eaLnBrk="1" fontAlgn="auto" latinLnBrk="0" hangingPunct="1">
              <a:lnSpc>
                <a:spcPts val="4200"/>
              </a:lnSpc>
              <a:spcBef>
                <a:spcPts val="0"/>
              </a:spcBef>
              <a:spcAft>
                <a:spcPts val="0"/>
              </a:spcAft>
              <a:buClrTx/>
              <a:buSzTx/>
              <a:buFontTx/>
              <a:buNone/>
              <a:tabLst/>
              <a:defRPr/>
            </a:pPr>
            <a:r>
              <a:rPr kumimoji="0" lang="fr-FR" sz="3600" b="1" i="0" u="none" strike="noStrike" kern="1200" cap="none" spc="0" normalizeH="0" baseline="0" noProof="0">
                <a:ln>
                  <a:noFill/>
                </a:ln>
                <a:solidFill>
                  <a:srgbClr val="FFFFFF"/>
                </a:solidFill>
                <a:effectLst/>
                <a:uLnTx/>
                <a:uFillTx/>
                <a:latin typeface="Trebuchet MS" pitchFamily="34" charset="0"/>
                <a:ea typeface="Trebuchet MS" pitchFamily="34" charset="-122"/>
                <a:cs typeface="Trebuchet MS" pitchFamily="34" charset="-120"/>
              </a:rPr>
              <a:t>Sources de données</a:t>
            </a:r>
            <a:endParaRPr kumimoji="0" lang="fr-FR" sz="36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895082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457200" y="384048"/>
            <a:ext cx="146304" cy="146304"/>
          </a:xfrm>
          <a:prstGeom prst="rect">
            <a:avLst/>
          </a:prstGeom>
          <a:solidFill>
            <a:srgbClr val="F26522"/>
          </a:solidFill>
          <a:ln/>
        </p:spPr>
        <p:txBody>
          <a:bodyPr/>
          <a:lstStyle/>
          <a:p>
            <a:endParaRPr lang="fr-FR" noProof="0"/>
          </a:p>
        </p:txBody>
      </p:sp>
      <p:sp>
        <p:nvSpPr>
          <p:cNvPr id="3" name="Text 1"/>
          <p:cNvSpPr/>
          <p:nvPr/>
        </p:nvSpPr>
        <p:spPr>
          <a:xfrm>
            <a:off x="713232" y="347472"/>
            <a:ext cx="7955280" cy="237744"/>
          </a:xfrm>
          <a:prstGeom prst="rect">
            <a:avLst/>
          </a:prstGeom>
          <a:noFill/>
          <a:ln/>
        </p:spPr>
        <p:txBody>
          <a:bodyPr wrap="square" rtlCol="0" anchor="ctr"/>
          <a:lstStyle/>
          <a:p>
            <a:pPr marL="0" indent="0">
              <a:buNone/>
            </a:pPr>
            <a:r>
              <a:rPr lang="fr-FR" sz="1100" b="1" kern="0" spc="200" noProof="0">
                <a:solidFill>
                  <a:srgbClr val="F26522"/>
                </a:solidFill>
                <a:latin typeface="Calibri" pitchFamily="34" charset="0"/>
                <a:ea typeface="Calibri" pitchFamily="34" charset="-122"/>
                <a:cs typeface="Calibri" pitchFamily="34" charset="-120"/>
              </a:rPr>
              <a:t>SOURCES DE DONNÉES</a:t>
            </a:r>
            <a:endParaRPr lang="fr-FR" sz="1100" noProof="0"/>
          </a:p>
        </p:txBody>
      </p:sp>
      <p:sp>
        <p:nvSpPr>
          <p:cNvPr id="4" name="Text 2"/>
          <p:cNvSpPr/>
          <p:nvPr/>
        </p:nvSpPr>
        <p:spPr>
          <a:xfrm>
            <a:off x="438912" y="566928"/>
            <a:ext cx="8266176" cy="566928"/>
          </a:xfrm>
          <a:prstGeom prst="rect">
            <a:avLst/>
          </a:prstGeom>
          <a:noFill/>
          <a:ln/>
        </p:spPr>
        <p:txBody>
          <a:bodyPr wrap="square" rtlCol="0" anchor="ctr"/>
          <a:lstStyle/>
          <a:p>
            <a:pPr marL="0" indent="0">
              <a:buNone/>
            </a:pPr>
            <a:r>
              <a:rPr lang="fr-FR" sz="2600" b="1" noProof="0">
                <a:solidFill>
                  <a:srgbClr val="16273D"/>
                </a:solidFill>
                <a:latin typeface="Trebuchet MS" pitchFamily="34" charset="0"/>
                <a:ea typeface="Trebuchet MS" pitchFamily="34" charset="-122"/>
                <a:cs typeface="Trebuchet MS" pitchFamily="34" charset="-120"/>
              </a:rPr>
              <a:t>À quelles données l'agent peut se connecter ?</a:t>
            </a:r>
            <a:endParaRPr lang="fr-FR" sz="2600" noProof="0"/>
          </a:p>
        </p:txBody>
      </p:sp>
      <p:sp>
        <p:nvSpPr>
          <p:cNvPr id="5" name="Shape 3"/>
          <p:cNvSpPr/>
          <p:nvPr/>
        </p:nvSpPr>
        <p:spPr>
          <a:xfrm>
            <a:off x="457200" y="1371600"/>
            <a:ext cx="2651760" cy="1078992"/>
          </a:xfrm>
          <a:prstGeom prst="rect">
            <a:avLst/>
          </a:prstGeom>
          <a:solidFill>
            <a:srgbClr val="FFFFFF"/>
          </a:solidFill>
          <a:ln w="12700">
            <a:solidFill>
              <a:srgbClr val="DCE4EE"/>
            </a:solidFill>
            <a:prstDash val="solid"/>
          </a:ln>
          <a:effectLst>
            <a:outerShdw blurRad="88900" dist="38100" dir="5400000" algn="bl" rotWithShape="0">
              <a:srgbClr val="0E2240">
                <a:alpha val="10000"/>
              </a:srgbClr>
            </a:outerShdw>
          </a:effectLst>
        </p:spPr>
        <p:txBody>
          <a:bodyPr/>
          <a:lstStyle/>
          <a:p>
            <a:endParaRPr lang="fr-FR" noProof="0"/>
          </a:p>
        </p:txBody>
      </p:sp>
      <p:sp>
        <p:nvSpPr>
          <p:cNvPr id="6" name="Shape 4"/>
          <p:cNvSpPr/>
          <p:nvPr/>
        </p:nvSpPr>
        <p:spPr>
          <a:xfrm>
            <a:off x="457200" y="1371600"/>
            <a:ext cx="64008" cy="1078992"/>
          </a:xfrm>
          <a:prstGeom prst="rect">
            <a:avLst/>
          </a:prstGeom>
          <a:solidFill>
            <a:srgbClr val="2E6BB0"/>
          </a:solidFill>
          <a:ln/>
        </p:spPr>
        <p:txBody>
          <a:bodyPr/>
          <a:lstStyle/>
          <a:p>
            <a:endParaRPr lang="fr-FR" noProof="0"/>
          </a:p>
        </p:txBody>
      </p:sp>
      <p:sp>
        <p:nvSpPr>
          <p:cNvPr id="7" name="Text 5"/>
          <p:cNvSpPr/>
          <p:nvPr/>
        </p:nvSpPr>
        <p:spPr>
          <a:xfrm>
            <a:off x="676656" y="1429233"/>
            <a:ext cx="2286000" cy="457200"/>
          </a:xfrm>
          <a:prstGeom prst="rect">
            <a:avLst/>
          </a:prstGeom>
          <a:noFill/>
          <a:ln/>
        </p:spPr>
        <p:txBody>
          <a:bodyPr wrap="square" rtlCol="0" anchor="t"/>
          <a:lstStyle/>
          <a:p>
            <a:pPr marL="0" indent="0">
              <a:buNone/>
            </a:pPr>
            <a:r>
              <a:rPr lang="fr-FR" sz="1350" b="1" noProof="0">
                <a:solidFill>
                  <a:srgbClr val="1C4E80"/>
                </a:solidFill>
                <a:latin typeface="Trebuchet MS" pitchFamily="34" charset="0"/>
                <a:ea typeface="Trebuchet MS" pitchFamily="34" charset="-122"/>
                <a:cs typeface="Trebuchet MS" pitchFamily="34" charset="-120"/>
              </a:rPr>
              <a:t>Lakehouse</a:t>
            </a:r>
            <a:endParaRPr lang="fr-FR" sz="1350" noProof="0"/>
          </a:p>
        </p:txBody>
      </p:sp>
      <p:sp>
        <p:nvSpPr>
          <p:cNvPr id="8" name="Text 6"/>
          <p:cNvSpPr/>
          <p:nvPr/>
        </p:nvSpPr>
        <p:spPr>
          <a:xfrm>
            <a:off x="676656" y="1833232"/>
            <a:ext cx="2267712" cy="457200"/>
          </a:xfrm>
          <a:prstGeom prst="rect">
            <a:avLst/>
          </a:prstGeom>
          <a:noFill/>
          <a:ln/>
        </p:spPr>
        <p:txBody>
          <a:bodyPr wrap="square" rtlCol="0" anchor="ctr"/>
          <a:lstStyle/>
          <a:p>
            <a:pPr marL="0" indent="0">
              <a:lnSpc>
                <a:spcPts val="1350"/>
              </a:lnSpc>
              <a:buNone/>
            </a:pPr>
            <a:r>
              <a:rPr lang="fr-FR" sz="1050" noProof="0">
                <a:solidFill>
                  <a:srgbClr val="5C6B7F"/>
                </a:solidFill>
                <a:latin typeface="Calibri" pitchFamily="34" charset="0"/>
                <a:ea typeface="Calibri" pitchFamily="34" charset="-122"/>
                <a:cs typeface="Calibri" pitchFamily="34" charset="-120"/>
              </a:rPr>
              <a:t>Tables Delta dans One Lake — interrogation via requêtes SQL.</a:t>
            </a:r>
            <a:endParaRPr lang="fr-FR" sz="1050" noProof="0"/>
          </a:p>
        </p:txBody>
      </p:sp>
      <p:sp>
        <p:nvSpPr>
          <p:cNvPr id="9" name="Shape 7"/>
          <p:cNvSpPr/>
          <p:nvPr/>
        </p:nvSpPr>
        <p:spPr>
          <a:xfrm>
            <a:off x="3273552" y="1371600"/>
            <a:ext cx="2651760" cy="1078992"/>
          </a:xfrm>
          <a:prstGeom prst="rect">
            <a:avLst/>
          </a:prstGeom>
          <a:solidFill>
            <a:srgbClr val="FFFFFF"/>
          </a:solidFill>
          <a:ln w="12700">
            <a:solidFill>
              <a:srgbClr val="DCE4EE"/>
            </a:solidFill>
            <a:prstDash val="solid"/>
          </a:ln>
          <a:effectLst>
            <a:outerShdw blurRad="88900" dist="38100" dir="5400000" algn="bl" rotWithShape="0">
              <a:srgbClr val="0E2240">
                <a:alpha val="10000"/>
              </a:srgbClr>
            </a:outerShdw>
          </a:effectLst>
        </p:spPr>
        <p:txBody>
          <a:bodyPr/>
          <a:lstStyle/>
          <a:p>
            <a:endParaRPr lang="fr-FR" noProof="0"/>
          </a:p>
        </p:txBody>
      </p:sp>
      <p:sp>
        <p:nvSpPr>
          <p:cNvPr id="10" name="Shape 8"/>
          <p:cNvSpPr/>
          <p:nvPr/>
        </p:nvSpPr>
        <p:spPr>
          <a:xfrm>
            <a:off x="3273552" y="1371600"/>
            <a:ext cx="64008" cy="1078992"/>
          </a:xfrm>
          <a:prstGeom prst="rect">
            <a:avLst/>
          </a:prstGeom>
          <a:solidFill>
            <a:srgbClr val="2E6BB0"/>
          </a:solidFill>
          <a:ln/>
        </p:spPr>
        <p:txBody>
          <a:bodyPr/>
          <a:lstStyle/>
          <a:p>
            <a:endParaRPr lang="fr-FR" noProof="0"/>
          </a:p>
        </p:txBody>
      </p:sp>
      <p:sp>
        <p:nvSpPr>
          <p:cNvPr id="11" name="Text 9"/>
          <p:cNvSpPr/>
          <p:nvPr/>
        </p:nvSpPr>
        <p:spPr>
          <a:xfrm>
            <a:off x="3493008" y="1429233"/>
            <a:ext cx="2286000" cy="457200"/>
          </a:xfrm>
          <a:prstGeom prst="rect">
            <a:avLst/>
          </a:prstGeom>
          <a:noFill/>
          <a:ln/>
        </p:spPr>
        <p:txBody>
          <a:bodyPr wrap="square" rtlCol="0" anchor="t"/>
          <a:lstStyle/>
          <a:p>
            <a:pPr marL="0" indent="0">
              <a:buNone/>
            </a:pPr>
            <a:r>
              <a:rPr lang="fr-FR" sz="1350" b="1" noProof="0">
                <a:solidFill>
                  <a:srgbClr val="1C4E80"/>
                </a:solidFill>
                <a:latin typeface="Trebuchet MS" pitchFamily="34" charset="0"/>
                <a:ea typeface="Trebuchet MS" pitchFamily="34" charset="-122"/>
                <a:cs typeface="Trebuchet MS" pitchFamily="34" charset="-120"/>
              </a:rPr>
              <a:t>Warehouse</a:t>
            </a:r>
            <a:endParaRPr lang="fr-FR" sz="1350" noProof="0"/>
          </a:p>
        </p:txBody>
      </p:sp>
      <p:sp>
        <p:nvSpPr>
          <p:cNvPr id="12" name="Text 10"/>
          <p:cNvSpPr/>
          <p:nvPr/>
        </p:nvSpPr>
        <p:spPr>
          <a:xfrm>
            <a:off x="3493008" y="1833232"/>
            <a:ext cx="2267712" cy="457200"/>
          </a:xfrm>
          <a:prstGeom prst="rect">
            <a:avLst/>
          </a:prstGeom>
          <a:noFill/>
          <a:ln/>
        </p:spPr>
        <p:txBody>
          <a:bodyPr wrap="square" rtlCol="0" anchor="ctr"/>
          <a:lstStyle/>
          <a:p>
            <a:pPr marL="0" indent="0">
              <a:lnSpc>
                <a:spcPts val="1350"/>
              </a:lnSpc>
              <a:buNone/>
            </a:pPr>
            <a:r>
              <a:rPr lang="fr-FR" sz="1050" noProof="0">
                <a:solidFill>
                  <a:srgbClr val="5C6B7F"/>
                </a:solidFill>
                <a:latin typeface="Calibri" pitchFamily="34" charset="0"/>
                <a:ea typeface="Calibri" pitchFamily="34" charset="-122"/>
                <a:cs typeface="Calibri" pitchFamily="34" charset="-120"/>
              </a:rPr>
              <a:t>Entrepôt T-SQL pour données structurées et analytiques.</a:t>
            </a:r>
            <a:endParaRPr lang="fr-FR" sz="1050" noProof="0"/>
          </a:p>
        </p:txBody>
      </p:sp>
      <p:sp>
        <p:nvSpPr>
          <p:cNvPr id="13" name="Shape 11"/>
          <p:cNvSpPr/>
          <p:nvPr/>
        </p:nvSpPr>
        <p:spPr>
          <a:xfrm>
            <a:off x="6089904" y="1371600"/>
            <a:ext cx="2651760" cy="1078992"/>
          </a:xfrm>
          <a:prstGeom prst="rect">
            <a:avLst/>
          </a:prstGeom>
          <a:solidFill>
            <a:srgbClr val="FFFFFF"/>
          </a:solidFill>
          <a:ln w="12700">
            <a:solidFill>
              <a:srgbClr val="DCE4EE"/>
            </a:solidFill>
            <a:prstDash val="solid"/>
          </a:ln>
          <a:effectLst>
            <a:outerShdw blurRad="88900" dist="38100" dir="5400000" algn="bl" rotWithShape="0">
              <a:srgbClr val="0E2240">
                <a:alpha val="10000"/>
              </a:srgbClr>
            </a:outerShdw>
          </a:effectLst>
        </p:spPr>
        <p:txBody>
          <a:bodyPr/>
          <a:lstStyle/>
          <a:p>
            <a:endParaRPr lang="fr-FR" noProof="0"/>
          </a:p>
        </p:txBody>
      </p:sp>
      <p:sp>
        <p:nvSpPr>
          <p:cNvPr id="14" name="Shape 12"/>
          <p:cNvSpPr/>
          <p:nvPr/>
        </p:nvSpPr>
        <p:spPr>
          <a:xfrm>
            <a:off x="6089904" y="1371600"/>
            <a:ext cx="64008" cy="1078992"/>
          </a:xfrm>
          <a:prstGeom prst="rect">
            <a:avLst/>
          </a:prstGeom>
          <a:solidFill>
            <a:srgbClr val="2E6BB0"/>
          </a:solidFill>
          <a:ln/>
        </p:spPr>
        <p:txBody>
          <a:bodyPr/>
          <a:lstStyle/>
          <a:p>
            <a:endParaRPr lang="fr-FR" noProof="0"/>
          </a:p>
        </p:txBody>
      </p:sp>
      <p:sp>
        <p:nvSpPr>
          <p:cNvPr id="15" name="Text 13"/>
          <p:cNvSpPr/>
          <p:nvPr/>
        </p:nvSpPr>
        <p:spPr>
          <a:xfrm>
            <a:off x="6309360" y="1429233"/>
            <a:ext cx="2286000" cy="457200"/>
          </a:xfrm>
          <a:prstGeom prst="rect">
            <a:avLst/>
          </a:prstGeom>
          <a:noFill/>
          <a:ln/>
        </p:spPr>
        <p:txBody>
          <a:bodyPr wrap="square" rtlCol="0" anchor="t"/>
          <a:lstStyle/>
          <a:p>
            <a:pPr marL="0" indent="0">
              <a:buNone/>
            </a:pPr>
            <a:r>
              <a:rPr lang="fr-FR" sz="1350" b="1" noProof="0">
                <a:solidFill>
                  <a:srgbClr val="1C4E80"/>
                </a:solidFill>
                <a:latin typeface="Trebuchet MS" pitchFamily="34" charset="0"/>
                <a:ea typeface="Trebuchet MS" pitchFamily="34" charset="-122"/>
                <a:cs typeface="Trebuchet MS" pitchFamily="34" charset="-120"/>
              </a:rPr>
              <a:t>Modèle sémantique Power BI</a:t>
            </a:r>
            <a:endParaRPr lang="fr-FR" sz="1350" noProof="0"/>
          </a:p>
        </p:txBody>
      </p:sp>
      <p:sp>
        <p:nvSpPr>
          <p:cNvPr id="16" name="Text 14"/>
          <p:cNvSpPr/>
          <p:nvPr/>
        </p:nvSpPr>
        <p:spPr>
          <a:xfrm>
            <a:off x="6309360" y="1905278"/>
            <a:ext cx="2267712" cy="457200"/>
          </a:xfrm>
          <a:prstGeom prst="rect">
            <a:avLst/>
          </a:prstGeom>
          <a:noFill/>
          <a:ln/>
        </p:spPr>
        <p:txBody>
          <a:bodyPr wrap="square" rtlCol="0" anchor="ctr"/>
          <a:lstStyle/>
          <a:p>
            <a:pPr marL="0" indent="0">
              <a:lnSpc>
                <a:spcPts val="1350"/>
              </a:lnSpc>
              <a:buNone/>
            </a:pPr>
            <a:r>
              <a:rPr lang="fr-FR" sz="1050" noProof="0">
                <a:solidFill>
                  <a:srgbClr val="5C6B7F"/>
                </a:solidFill>
                <a:latin typeface="Calibri" pitchFamily="34" charset="0"/>
                <a:ea typeface="Calibri" pitchFamily="34" charset="-122"/>
                <a:cs typeface="Calibri" pitchFamily="34" charset="-120"/>
              </a:rPr>
              <a:t>Interrogé en DAX via les métadonnées du modèle.</a:t>
            </a:r>
            <a:endParaRPr lang="fr-FR" sz="1050" noProof="0"/>
          </a:p>
        </p:txBody>
      </p:sp>
      <p:sp>
        <p:nvSpPr>
          <p:cNvPr id="17" name="Shape 15"/>
          <p:cNvSpPr/>
          <p:nvPr/>
        </p:nvSpPr>
        <p:spPr>
          <a:xfrm>
            <a:off x="457200" y="2615184"/>
            <a:ext cx="2651760" cy="1078992"/>
          </a:xfrm>
          <a:prstGeom prst="rect">
            <a:avLst/>
          </a:prstGeom>
          <a:solidFill>
            <a:srgbClr val="FFFFFF"/>
          </a:solidFill>
          <a:ln w="12700">
            <a:solidFill>
              <a:srgbClr val="DCE4EE"/>
            </a:solidFill>
            <a:prstDash val="solid"/>
          </a:ln>
          <a:effectLst>
            <a:outerShdw blurRad="88900" dist="38100" dir="5400000" algn="bl" rotWithShape="0">
              <a:srgbClr val="0E2240">
                <a:alpha val="10000"/>
              </a:srgbClr>
            </a:outerShdw>
          </a:effectLst>
        </p:spPr>
        <p:txBody>
          <a:bodyPr/>
          <a:lstStyle/>
          <a:p>
            <a:endParaRPr lang="fr-FR" noProof="0"/>
          </a:p>
        </p:txBody>
      </p:sp>
      <p:sp>
        <p:nvSpPr>
          <p:cNvPr id="18" name="Shape 16"/>
          <p:cNvSpPr/>
          <p:nvPr/>
        </p:nvSpPr>
        <p:spPr>
          <a:xfrm>
            <a:off x="457200" y="2615184"/>
            <a:ext cx="64008" cy="1078992"/>
          </a:xfrm>
          <a:prstGeom prst="rect">
            <a:avLst/>
          </a:prstGeom>
          <a:solidFill>
            <a:srgbClr val="2E6BB0"/>
          </a:solidFill>
          <a:ln/>
        </p:spPr>
        <p:txBody>
          <a:bodyPr/>
          <a:lstStyle/>
          <a:p>
            <a:endParaRPr lang="fr-FR" noProof="0"/>
          </a:p>
        </p:txBody>
      </p:sp>
      <p:sp>
        <p:nvSpPr>
          <p:cNvPr id="19" name="Text 17"/>
          <p:cNvSpPr/>
          <p:nvPr/>
        </p:nvSpPr>
        <p:spPr>
          <a:xfrm>
            <a:off x="676656" y="2672817"/>
            <a:ext cx="2286000" cy="457200"/>
          </a:xfrm>
          <a:prstGeom prst="rect">
            <a:avLst/>
          </a:prstGeom>
          <a:noFill/>
          <a:ln/>
        </p:spPr>
        <p:txBody>
          <a:bodyPr wrap="square" rtlCol="0" anchor="t"/>
          <a:lstStyle/>
          <a:p>
            <a:pPr marL="0" indent="0">
              <a:buNone/>
            </a:pPr>
            <a:r>
              <a:rPr lang="fr-FR" sz="1350" b="1" noProof="0">
                <a:solidFill>
                  <a:srgbClr val="1C4E80"/>
                </a:solidFill>
                <a:latin typeface="Trebuchet MS" pitchFamily="34" charset="0"/>
                <a:ea typeface="Trebuchet MS" pitchFamily="34" charset="-122"/>
                <a:cs typeface="Trebuchet MS" pitchFamily="34" charset="-120"/>
              </a:rPr>
              <a:t>Base KQL</a:t>
            </a:r>
            <a:endParaRPr lang="fr-FR" sz="1350" noProof="0"/>
          </a:p>
        </p:txBody>
      </p:sp>
      <p:sp>
        <p:nvSpPr>
          <p:cNvPr id="20" name="Text 18"/>
          <p:cNvSpPr/>
          <p:nvPr/>
        </p:nvSpPr>
        <p:spPr>
          <a:xfrm>
            <a:off x="676656" y="3076816"/>
            <a:ext cx="2267712" cy="457200"/>
          </a:xfrm>
          <a:prstGeom prst="rect">
            <a:avLst/>
          </a:prstGeom>
          <a:noFill/>
          <a:ln/>
        </p:spPr>
        <p:txBody>
          <a:bodyPr wrap="square" rtlCol="0" anchor="ctr"/>
          <a:lstStyle/>
          <a:p>
            <a:pPr marL="0" indent="0">
              <a:lnSpc>
                <a:spcPts val="1350"/>
              </a:lnSpc>
              <a:buNone/>
            </a:pPr>
            <a:r>
              <a:rPr lang="fr-FR" sz="1050" noProof="0">
                <a:solidFill>
                  <a:srgbClr val="5C6B7F"/>
                </a:solidFill>
                <a:latin typeface="Calibri" pitchFamily="34" charset="0"/>
                <a:ea typeface="Calibri" pitchFamily="34" charset="-122"/>
                <a:cs typeface="Calibri" pitchFamily="34" charset="-120"/>
              </a:rPr>
              <a:t>Données temps réel — interrogation via requêtes KQL.</a:t>
            </a:r>
            <a:endParaRPr lang="fr-FR" sz="1050" noProof="0"/>
          </a:p>
        </p:txBody>
      </p:sp>
      <p:sp>
        <p:nvSpPr>
          <p:cNvPr id="21" name="Shape 19"/>
          <p:cNvSpPr/>
          <p:nvPr/>
        </p:nvSpPr>
        <p:spPr>
          <a:xfrm>
            <a:off x="3273552" y="2615184"/>
            <a:ext cx="2651760" cy="1078992"/>
          </a:xfrm>
          <a:prstGeom prst="rect">
            <a:avLst/>
          </a:prstGeom>
          <a:solidFill>
            <a:srgbClr val="FFFFFF"/>
          </a:solidFill>
          <a:ln w="12700">
            <a:solidFill>
              <a:srgbClr val="DCE4EE"/>
            </a:solidFill>
            <a:prstDash val="solid"/>
          </a:ln>
          <a:effectLst>
            <a:outerShdw blurRad="88900" dist="38100" dir="5400000" algn="bl" rotWithShape="0">
              <a:srgbClr val="0E2240">
                <a:alpha val="10000"/>
              </a:srgbClr>
            </a:outerShdw>
          </a:effectLst>
        </p:spPr>
        <p:txBody>
          <a:bodyPr/>
          <a:lstStyle/>
          <a:p>
            <a:endParaRPr lang="fr-FR" noProof="0"/>
          </a:p>
        </p:txBody>
      </p:sp>
      <p:sp>
        <p:nvSpPr>
          <p:cNvPr id="22" name="Shape 20"/>
          <p:cNvSpPr/>
          <p:nvPr/>
        </p:nvSpPr>
        <p:spPr>
          <a:xfrm>
            <a:off x="3273552" y="2615184"/>
            <a:ext cx="64008" cy="1078992"/>
          </a:xfrm>
          <a:prstGeom prst="rect">
            <a:avLst/>
          </a:prstGeom>
          <a:solidFill>
            <a:srgbClr val="2E6BB0"/>
          </a:solidFill>
          <a:ln/>
        </p:spPr>
        <p:txBody>
          <a:bodyPr/>
          <a:lstStyle/>
          <a:p>
            <a:endParaRPr lang="fr-FR" noProof="0"/>
          </a:p>
        </p:txBody>
      </p:sp>
      <p:sp>
        <p:nvSpPr>
          <p:cNvPr id="23" name="Text 21"/>
          <p:cNvSpPr/>
          <p:nvPr/>
        </p:nvSpPr>
        <p:spPr>
          <a:xfrm>
            <a:off x="3493008" y="2672817"/>
            <a:ext cx="2286000" cy="457200"/>
          </a:xfrm>
          <a:prstGeom prst="rect">
            <a:avLst/>
          </a:prstGeom>
          <a:noFill/>
          <a:ln/>
        </p:spPr>
        <p:txBody>
          <a:bodyPr wrap="square" rtlCol="0" anchor="t"/>
          <a:lstStyle/>
          <a:p>
            <a:pPr marL="0" indent="0">
              <a:buNone/>
            </a:pPr>
            <a:r>
              <a:rPr lang="fr-FR" sz="1350" b="1" noProof="0">
                <a:solidFill>
                  <a:srgbClr val="1C4E80"/>
                </a:solidFill>
                <a:latin typeface="Trebuchet MS" pitchFamily="34" charset="0"/>
                <a:ea typeface="Trebuchet MS" pitchFamily="34" charset="-122"/>
                <a:cs typeface="Trebuchet MS" pitchFamily="34" charset="-120"/>
              </a:rPr>
              <a:t>Base miroir</a:t>
            </a:r>
            <a:endParaRPr lang="fr-FR" sz="1350" noProof="0"/>
          </a:p>
        </p:txBody>
      </p:sp>
      <p:sp>
        <p:nvSpPr>
          <p:cNvPr id="24" name="Text 22"/>
          <p:cNvSpPr/>
          <p:nvPr/>
        </p:nvSpPr>
        <p:spPr>
          <a:xfrm>
            <a:off x="3493008" y="3076816"/>
            <a:ext cx="2267712" cy="457200"/>
          </a:xfrm>
          <a:prstGeom prst="rect">
            <a:avLst/>
          </a:prstGeom>
          <a:noFill/>
          <a:ln/>
        </p:spPr>
        <p:txBody>
          <a:bodyPr wrap="square" rtlCol="0" anchor="ctr"/>
          <a:lstStyle/>
          <a:p>
            <a:pPr marL="0" indent="0">
              <a:lnSpc>
                <a:spcPts val="1350"/>
              </a:lnSpc>
              <a:buNone/>
            </a:pPr>
            <a:r>
              <a:rPr lang="fr-FR" sz="1050" noProof="0">
                <a:solidFill>
                  <a:srgbClr val="5C6B7F"/>
                </a:solidFill>
                <a:latin typeface="Calibri" pitchFamily="34" charset="0"/>
                <a:ea typeface="Calibri" pitchFamily="34" charset="-122"/>
                <a:cs typeface="Calibri" pitchFamily="34" charset="-120"/>
              </a:rPr>
              <a:t>Données répliquées depuis d'autres systèmes sources.</a:t>
            </a:r>
            <a:endParaRPr lang="fr-FR" sz="1050" noProof="0"/>
          </a:p>
        </p:txBody>
      </p:sp>
      <p:sp>
        <p:nvSpPr>
          <p:cNvPr id="25" name="Shape 23"/>
          <p:cNvSpPr/>
          <p:nvPr/>
        </p:nvSpPr>
        <p:spPr>
          <a:xfrm>
            <a:off x="6089904" y="2615184"/>
            <a:ext cx="2651760" cy="1078992"/>
          </a:xfrm>
          <a:prstGeom prst="rect">
            <a:avLst/>
          </a:prstGeom>
          <a:solidFill>
            <a:srgbClr val="FFFFFF"/>
          </a:solidFill>
          <a:ln w="12700">
            <a:solidFill>
              <a:srgbClr val="DCE4EE"/>
            </a:solidFill>
            <a:prstDash val="solid"/>
          </a:ln>
          <a:effectLst>
            <a:outerShdw blurRad="88900" dist="38100" dir="5400000" algn="bl" rotWithShape="0">
              <a:srgbClr val="0E2240">
                <a:alpha val="10000"/>
              </a:srgbClr>
            </a:outerShdw>
          </a:effectLst>
        </p:spPr>
        <p:txBody>
          <a:bodyPr/>
          <a:lstStyle/>
          <a:p>
            <a:endParaRPr lang="fr-FR" noProof="0"/>
          </a:p>
        </p:txBody>
      </p:sp>
      <p:sp>
        <p:nvSpPr>
          <p:cNvPr id="26" name="Shape 24"/>
          <p:cNvSpPr/>
          <p:nvPr/>
        </p:nvSpPr>
        <p:spPr>
          <a:xfrm>
            <a:off x="6089904" y="2615184"/>
            <a:ext cx="64008" cy="1078992"/>
          </a:xfrm>
          <a:prstGeom prst="rect">
            <a:avLst/>
          </a:prstGeom>
          <a:solidFill>
            <a:srgbClr val="2E6BB0"/>
          </a:solidFill>
          <a:ln/>
        </p:spPr>
        <p:txBody>
          <a:bodyPr/>
          <a:lstStyle/>
          <a:p>
            <a:endParaRPr lang="fr-FR" noProof="0"/>
          </a:p>
        </p:txBody>
      </p:sp>
      <p:sp>
        <p:nvSpPr>
          <p:cNvPr id="27" name="Text 25"/>
          <p:cNvSpPr/>
          <p:nvPr/>
        </p:nvSpPr>
        <p:spPr>
          <a:xfrm>
            <a:off x="6309360" y="2672817"/>
            <a:ext cx="2286000" cy="457200"/>
          </a:xfrm>
          <a:prstGeom prst="rect">
            <a:avLst/>
          </a:prstGeom>
          <a:noFill/>
          <a:ln/>
        </p:spPr>
        <p:txBody>
          <a:bodyPr wrap="square" rtlCol="0" anchor="t"/>
          <a:lstStyle/>
          <a:p>
            <a:pPr marL="0" indent="0">
              <a:buNone/>
            </a:pPr>
            <a:r>
              <a:rPr lang="fr-FR" sz="1350" b="1" noProof="0">
                <a:solidFill>
                  <a:srgbClr val="1C4E80"/>
                </a:solidFill>
                <a:latin typeface="Trebuchet MS" pitchFamily="34" charset="0"/>
                <a:ea typeface="Trebuchet MS" pitchFamily="34" charset="-122"/>
                <a:cs typeface="Trebuchet MS" pitchFamily="34" charset="-120"/>
              </a:rPr>
              <a:t>Ontologie</a:t>
            </a:r>
            <a:endParaRPr lang="fr-FR" sz="1350" noProof="0"/>
          </a:p>
        </p:txBody>
      </p:sp>
      <p:sp>
        <p:nvSpPr>
          <p:cNvPr id="28" name="Text 26"/>
          <p:cNvSpPr/>
          <p:nvPr/>
        </p:nvSpPr>
        <p:spPr>
          <a:xfrm>
            <a:off x="6309360" y="2970413"/>
            <a:ext cx="2267712" cy="563603"/>
          </a:xfrm>
          <a:prstGeom prst="rect">
            <a:avLst/>
          </a:prstGeom>
          <a:noFill/>
          <a:ln/>
        </p:spPr>
        <p:txBody>
          <a:bodyPr wrap="square" rtlCol="0" anchor="ctr"/>
          <a:lstStyle/>
          <a:p>
            <a:pPr marL="0" indent="0">
              <a:lnSpc>
                <a:spcPts val="1350"/>
              </a:lnSpc>
              <a:buNone/>
            </a:pPr>
            <a:r>
              <a:rPr lang="fr-FR" sz="1050" noProof="0">
                <a:solidFill>
                  <a:srgbClr val="5C6B7F"/>
                </a:solidFill>
                <a:latin typeface="Calibri" pitchFamily="34" charset="0"/>
                <a:ea typeface="Calibri" pitchFamily="34" charset="-122"/>
                <a:cs typeface="Calibri" pitchFamily="34" charset="-120"/>
              </a:rPr>
              <a:t>Graphe de connaissances reliant les concepts métier et les objets du modèle.</a:t>
            </a:r>
            <a:endParaRPr lang="fr-FR" sz="1050" noProof="0"/>
          </a:p>
        </p:txBody>
      </p:sp>
      <p:sp>
        <p:nvSpPr>
          <p:cNvPr id="29" name="Shape 27"/>
          <p:cNvSpPr/>
          <p:nvPr/>
        </p:nvSpPr>
        <p:spPr>
          <a:xfrm>
            <a:off x="457200" y="4041647"/>
            <a:ext cx="8229600" cy="679425"/>
          </a:xfrm>
          <a:prstGeom prst="rect">
            <a:avLst/>
          </a:prstGeom>
          <a:solidFill>
            <a:srgbClr val="0E2240"/>
          </a:solidFill>
          <a:ln/>
        </p:spPr>
        <p:txBody>
          <a:bodyPr/>
          <a:lstStyle/>
          <a:p>
            <a:endParaRPr lang="fr-FR" noProof="0"/>
          </a:p>
        </p:txBody>
      </p:sp>
      <p:sp>
        <p:nvSpPr>
          <p:cNvPr id="30" name="Text 28"/>
          <p:cNvSpPr/>
          <p:nvPr/>
        </p:nvSpPr>
        <p:spPr>
          <a:xfrm>
            <a:off x="640080" y="4041647"/>
            <a:ext cx="8046720" cy="679425"/>
          </a:xfrm>
          <a:prstGeom prst="rect">
            <a:avLst/>
          </a:prstGeom>
          <a:noFill/>
          <a:ln/>
        </p:spPr>
        <p:txBody>
          <a:bodyPr wrap="square" rtlCol="0" anchor="ctr"/>
          <a:lstStyle/>
          <a:p>
            <a:pPr marL="0" indent="0">
              <a:buNone/>
            </a:pPr>
            <a:r>
              <a:rPr lang="fr-FR" sz="1100" b="1" noProof="0">
                <a:solidFill>
                  <a:srgbClr val="F26522"/>
                </a:solidFill>
                <a:latin typeface="Calibri" pitchFamily="34" charset="0"/>
                <a:ea typeface="Calibri" pitchFamily="34" charset="-122"/>
                <a:cs typeface="Calibri" pitchFamily="34" charset="-120"/>
              </a:rPr>
              <a:t>Jusqu'à 5 sources par agent</a:t>
            </a:r>
            <a:r>
              <a:rPr lang="fr-FR" sz="1100" b="1">
                <a:solidFill>
                  <a:srgbClr val="DCE6F4"/>
                </a:solidFill>
                <a:latin typeface="Calibri" pitchFamily="34" charset="0"/>
                <a:ea typeface="Calibri" pitchFamily="34" charset="-122"/>
                <a:cs typeface="Calibri" pitchFamily="34" charset="-120"/>
              </a:rPr>
              <a:t> :</a:t>
            </a:r>
            <a:r>
              <a:rPr lang="fr-FR" sz="1100" noProof="0">
                <a:solidFill>
                  <a:srgbClr val="DCE6F4"/>
                </a:solidFill>
                <a:latin typeface="Calibri" pitchFamily="34" charset="0"/>
                <a:ea typeface="Calibri" pitchFamily="34" charset="-122"/>
                <a:cs typeface="Calibri" pitchFamily="34" charset="-120"/>
              </a:rPr>
              <a:t> </a:t>
            </a:r>
          </a:p>
          <a:p>
            <a:pPr marL="0" indent="0">
              <a:buNone/>
            </a:pPr>
            <a:r>
              <a:rPr lang="fr-FR" sz="1100" noProof="0">
                <a:solidFill>
                  <a:srgbClr val="DCE6F4"/>
                </a:solidFill>
                <a:latin typeface="Calibri" pitchFamily="34" charset="0"/>
                <a:ea typeface="Calibri" pitchFamily="34" charset="-122"/>
                <a:cs typeface="Calibri" pitchFamily="34" charset="-120"/>
              </a:rPr>
              <a:t>•   L’agent </a:t>
            </a:r>
            <a:r>
              <a:rPr lang="fr-FR" sz="1100">
                <a:solidFill>
                  <a:srgbClr val="DCE6F4"/>
                </a:solidFill>
                <a:latin typeface="Calibri" pitchFamily="34" charset="0"/>
                <a:ea typeface="Calibri" pitchFamily="34" charset="-122"/>
                <a:cs typeface="Calibri" pitchFamily="34" charset="-120"/>
              </a:rPr>
              <a:t>requiert un </a:t>
            </a:r>
            <a:r>
              <a:rPr lang="fr-FR" sz="1100" noProof="0">
                <a:solidFill>
                  <a:srgbClr val="DCE6F4"/>
                </a:solidFill>
                <a:latin typeface="Calibri" pitchFamily="34" charset="0"/>
                <a:ea typeface="Calibri" pitchFamily="34" charset="-122"/>
                <a:cs typeface="Calibri" pitchFamily="34" charset="-120"/>
              </a:rPr>
              <a:t>accès en lecture seule sur chaque source (aucune création, mise à jour ou suppression). </a:t>
            </a:r>
          </a:p>
          <a:p>
            <a:pPr marL="0" indent="0">
              <a:buNone/>
            </a:pPr>
            <a:r>
              <a:rPr lang="fr-FR" sz="1100" noProof="0">
                <a:solidFill>
                  <a:srgbClr val="DCE6F4"/>
                </a:solidFill>
                <a:latin typeface="Calibri" pitchFamily="34" charset="0"/>
                <a:ea typeface="Calibri" pitchFamily="34" charset="-122"/>
                <a:cs typeface="Calibri" pitchFamily="34" charset="-120"/>
              </a:rPr>
              <a:t>•   Les données doivent </a:t>
            </a:r>
            <a:r>
              <a:rPr lang="fr-FR" sz="1100">
                <a:solidFill>
                  <a:srgbClr val="DCE6F4"/>
                </a:solidFill>
                <a:latin typeface="Calibri" pitchFamily="34" charset="0"/>
                <a:ea typeface="Calibri" pitchFamily="34" charset="-122"/>
                <a:cs typeface="Calibri" pitchFamily="34" charset="-120"/>
              </a:rPr>
              <a:t>être </a:t>
            </a:r>
            <a:r>
              <a:rPr lang="fr-FR" sz="1100" noProof="0">
                <a:solidFill>
                  <a:srgbClr val="DCE6F4"/>
                </a:solidFill>
                <a:latin typeface="Calibri" pitchFamily="34" charset="0"/>
                <a:ea typeface="Calibri" pitchFamily="34" charset="-122"/>
                <a:cs typeface="Calibri" pitchFamily="34" charset="-120"/>
              </a:rPr>
              <a:t>structurées, sauf si un index </a:t>
            </a:r>
            <a:r>
              <a:rPr lang="fr-FR" sz="1100" b="1" noProof="0">
                <a:solidFill>
                  <a:srgbClr val="DCE6F4"/>
                </a:solidFill>
                <a:latin typeface="Calibri" pitchFamily="34" charset="0"/>
                <a:ea typeface="Calibri" pitchFamily="34" charset="-122"/>
                <a:cs typeface="Calibri" pitchFamily="34" charset="-120"/>
              </a:rPr>
              <a:t>Azure AI Search </a:t>
            </a:r>
            <a:r>
              <a:rPr lang="fr-FR" sz="1100" noProof="0">
                <a:solidFill>
                  <a:srgbClr val="DCE6F4"/>
                </a:solidFill>
                <a:latin typeface="Calibri" pitchFamily="34" charset="0"/>
                <a:ea typeface="Calibri" pitchFamily="34" charset="-122"/>
                <a:cs typeface="Calibri" pitchFamily="34" charset="-120"/>
              </a:rPr>
              <a:t>est connecté (contenu non structuré – ex : PDF, email, image...).</a:t>
            </a:r>
            <a:endParaRPr lang="fr-FR" sz="1100" noProof="0"/>
          </a:p>
        </p:txBody>
      </p:sp>
      <p:pic>
        <p:nvPicPr>
          <p:cNvPr id="34" name="Image 33">
            <a:extLst>
              <a:ext uri="{FF2B5EF4-FFF2-40B4-BE49-F238E27FC236}">
                <a16:creationId xmlns:a16="http://schemas.microsoft.com/office/drawing/2014/main" id="{05C0AE13-AC2D-3304-C570-F42FCDFC7634}"/>
              </a:ext>
            </a:extLst>
          </p:cNvPr>
          <p:cNvPicPr>
            <a:picLocks noChangeAspect="1"/>
          </p:cNvPicPr>
          <p:nvPr/>
        </p:nvPicPr>
        <p:blipFill>
          <a:blip r:embed="rId3"/>
          <a:stretch>
            <a:fillRect/>
          </a:stretch>
        </p:blipFill>
        <p:spPr>
          <a:xfrm>
            <a:off x="63322" y="4764044"/>
            <a:ext cx="315050" cy="324277"/>
          </a:xfrm>
          <a:prstGeom prst="rect">
            <a:avLst/>
          </a:prstGeom>
        </p:spPr>
      </p:pic>
      <p:pic>
        <p:nvPicPr>
          <p:cNvPr id="33" name="Graphic 32">
            <a:extLst>
              <a:ext uri="{FF2B5EF4-FFF2-40B4-BE49-F238E27FC236}">
                <a16:creationId xmlns:a16="http://schemas.microsoft.com/office/drawing/2014/main" id="{C70B05D5-2901-FD78-C52B-2895A99358E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73259" y="1436311"/>
            <a:ext cx="274506" cy="274506"/>
          </a:xfrm>
          <a:prstGeom prst="rect">
            <a:avLst/>
          </a:prstGeom>
        </p:spPr>
      </p:pic>
      <p:pic>
        <p:nvPicPr>
          <p:cNvPr id="36" name="Graphic 35">
            <a:extLst>
              <a:ext uri="{FF2B5EF4-FFF2-40B4-BE49-F238E27FC236}">
                <a16:creationId xmlns:a16="http://schemas.microsoft.com/office/drawing/2014/main" id="{1D8F7EC9-2706-BD08-0077-95801969C9A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537473" y="1451140"/>
            <a:ext cx="251934" cy="251934"/>
          </a:xfrm>
          <a:prstGeom prst="rect">
            <a:avLst/>
          </a:prstGeom>
        </p:spPr>
      </p:pic>
      <p:pic>
        <p:nvPicPr>
          <p:cNvPr id="38" name="Graphic 37">
            <a:extLst>
              <a:ext uri="{FF2B5EF4-FFF2-40B4-BE49-F238E27FC236}">
                <a16:creationId xmlns:a16="http://schemas.microsoft.com/office/drawing/2014/main" id="{73A45FB7-193B-1150-0BDB-32D67E25AD2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005307" y="1451830"/>
            <a:ext cx="279295" cy="279295"/>
          </a:xfrm>
          <a:prstGeom prst="rect">
            <a:avLst/>
          </a:prstGeom>
        </p:spPr>
      </p:pic>
      <p:pic>
        <p:nvPicPr>
          <p:cNvPr id="46" name="Picture 45">
            <a:extLst>
              <a:ext uri="{FF2B5EF4-FFF2-40B4-BE49-F238E27FC236}">
                <a16:creationId xmlns:a16="http://schemas.microsoft.com/office/drawing/2014/main" id="{757EE4B0-63D1-6713-6C28-2BFEC1438304}"/>
              </a:ext>
            </a:extLst>
          </p:cNvPr>
          <p:cNvPicPr>
            <a:picLocks noChangeAspect="1"/>
          </p:cNvPicPr>
          <p:nvPr/>
        </p:nvPicPr>
        <p:blipFill>
          <a:blip r:embed="rId7"/>
          <a:stretch>
            <a:fillRect/>
          </a:stretch>
        </p:blipFill>
        <p:spPr>
          <a:xfrm>
            <a:off x="7218425" y="2716826"/>
            <a:ext cx="247685" cy="209579"/>
          </a:xfrm>
          <a:prstGeom prst="rect">
            <a:avLst/>
          </a:prstGeom>
        </p:spPr>
      </p:pic>
      <p:pic>
        <p:nvPicPr>
          <p:cNvPr id="48" name="Graphic 47">
            <a:extLst>
              <a:ext uri="{FF2B5EF4-FFF2-40B4-BE49-F238E27FC236}">
                <a16:creationId xmlns:a16="http://schemas.microsoft.com/office/drawing/2014/main" id="{8CA2A535-1FB1-793A-BC6C-100963662754}"/>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540256" y="2674273"/>
            <a:ext cx="249151" cy="249151"/>
          </a:xfrm>
          <a:prstGeom prst="rect">
            <a:avLst/>
          </a:prstGeom>
        </p:spPr>
      </p:pic>
      <p:pic>
        <p:nvPicPr>
          <p:cNvPr id="58" name="Picture 57">
            <a:extLst>
              <a:ext uri="{FF2B5EF4-FFF2-40B4-BE49-F238E27FC236}">
                <a16:creationId xmlns:a16="http://schemas.microsoft.com/office/drawing/2014/main" id="{B10C3EAE-6495-FC4C-BE30-8F1E46897579}"/>
              </a:ext>
            </a:extLst>
          </p:cNvPr>
          <p:cNvPicPr>
            <a:picLocks noChangeAspect="1"/>
          </p:cNvPicPr>
          <p:nvPr/>
        </p:nvPicPr>
        <p:blipFill>
          <a:blip r:embed="rId9">
            <a:clrChange>
              <a:clrFrom>
                <a:srgbClr val="FFFFFF"/>
              </a:clrFrom>
              <a:clrTo>
                <a:srgbClr val="FFFFFF">
                  <a:alpha val="0"/>
                </a:srgbClr>
              </a:clrTo>
            </a:clrChange>
          </a:blip>
          <a:stretch>
            <a:fillRect/>
          </a:stretch>
        </p:blipFill>
        <p:spPr>
          <a:xfrm>
            <a:off x="1558150" y="2688336"/>
            <a:ext cx="256934" cy="256934"/>
          </a:xfrm>
          <a:prstGeom prst="rect">
            <a:avLst/>
          </a:prstGeom>
        </p:spPr>
      </p:pic>
      <p:sp>
        <p:nvSpPr>
          <p:cNvPr id="31" name="Slide Number Placeholder 30">
            <a:extLst>
              <a:ext uri="{FF2B5EF4-FFF2-40B4-BE49-F238E27FC236}">
                <a16:creationId xmlns:a16="http://schemas.microsoft.com/office/drawing/2014/main" id="{6E0F364C-2DF9-7883-C8FB-0A33B89246AC}"/>
              </a:ext>
            </a:extLst>
          </p:cNvPr>
          <p:cNvSpPr>
            <a:spLocks noGrp="1"/>
          </p:cNvSpPr>
          <p:nvPr>
            <p:ph type="sldNum" sz="quarter" idx="12"/>
          </p:nvPr>
        </p:nvSpPr>
        <p:spPr/>
        <p:txBody>
          <a:bodyPr/>
          <a:lstStyle/>
          <a:p>
            <a:r>
              <a:rPr lang="fr-FR" b="1">
                <a:solidFill>
                  <a:srgbClr val="F26522"/>
                </a:solidFill>
                <a:latin typeface="Calibri" pitchFamily="34" charset="0"/>
                <a:ea typeface="Calibri" pitchFamily="34" charset="-122"/>
                <a:cs typeface="Calibri" pitchFamily="34" charset="-120"/>
              </a:rPr>
              <a:t>Expertime</a:t>
            </a:r>
            <a:r>
              <a:rPr lang="fr-FR">
                <a:solidFill>
                  <a:srgbClr val="5C6B7F"/>
                </a:solidFill>
                <a:latin typeface="Calibri" pitchFamily="34" charset="0"/>
                <a:ea typeface="Calibri" pitchFamily="34" charset="-122"/>
                <a:cs typeface="Calibri" pitchFamily="34" charset="-120"/>
              </a:rPr>
              <a:t>   | </a:t>
            </a:r>
            <a:fld id="{58E94494-CE21-4E82-948B-6B5BB0295547}" type="slidenum">
              <a:rPr lang="fr-FR" smtClean="0"/>
              <a:pPr/>
              <a:t>8</a:t>
            </a:fld>
            <a:endParaRPr lang="fr-FR" sz="85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Ontologie">
    <p:bg>
      <p:bgPr>
        <a:solidFill>
          <a:srgbClr val="F4F7FB"/>
        </a:solidFill>
        <a:effectLst/>
      </p:bgPr>
    </p:bg>
    <p:spTree>
      <p:nvGrpSpPr>
        <p:cNvPr id="1" name=""/>
        <p:cNvGrpSpPr/>
        <p:nvPr/>
      </p:nvGrpSpPr>
      <p:grpSpPr>
        <a:xfrm>
          <a:off x="0" y="0"/>
          <a:ext cx="0" cy="0"/>
          <a:chOff x="0" y="0"/>
          <a:chExt cx="0" cy="0"/>
        </a:xfrm>
      </p:grpSpPr>
      <p:sp>
        <p:nvSpPr>
          <p:cNvPr id="6" name="Shape 21">
            <a:extLst>
              <a:ext uri="{FF2B5EF4-FFF2-40B4-BE49-F238E27FC236}">
                <a16:creationId xmlns:a16="http://schemas.microsoft.com/office/drawing/2014/main" id="{38E6746F-F9DF-2014-0106-713F2501C03B}"/>
              </a:ext>
            </a:extLst>
          </p:cNvPr>
          <p:cNvSpPr/>
          <p:nvPr/>
        </p:nvSpPr>
        <p:spPr>
          <a:xfrm>
            <a:off x="457200" y="3577133"/>
            <a:ext cx="8229600" cy="863193"/>
          </a:xfrm>
          <a:prstGeom prst="rect">
            <a:avLst/>
          </a:prstGeom>
          <a:solidFill>
            <a:srgbClr val="EAF0F8"/>
          </a:solidFill>
          <a:ln/>
        </p:spPr>
        <p:txBody>
          <a:bodyPr/>
          <a:lstStyle/>
          <a:p>
            <a:endParaRPr lang="fr-FR" noProof="0"/>
          </a:p>
        </p:txBody>
      </p:sp>
      <p:sp>
        <p:nvSpPr>
          <p:cNvPr id="7" name="Shape 22">
            <a:extLst>
              <a:ext uri="{FF2B5EF4-FFF2-40B4-BE49-F238E27FC236}">
                <a16:creationId xmlns:a16="http://schemas.microsoft.com/office/drawing/2014/main" id="{6F2D7D4E-4B7E-6AD6-64B0-170893272C37}"/>
              </a:ext>
            </a:extLst>
          </p:cNvPr>
          <p:cNvSpPr/>
          <p:nvPr/>
        </p:nvSpPr>
        <p:spPr>
          <a:xfrm>
            <a:off x="457200" y="3577133"/>
            <a:ext cx="82296" cy="863193"/>
          </a:xfrm>
          <a:prstGeom prst="rect">
            <a:avLst/>
          </a:prstGeom>
          <a:solidFill>
            <a:srgbClr val="F26522"/>
          </a:solidFill>
          <a:ln/>
        </p:spPr>
        <p:txBody>
          <a:bodyPr/>
          <a:lstStyle/>
          <a:p>
            <a:endParaRPr lang="fr-FR" noProof="0"/>
          </a:p>
        </p:txBody>
      </p:sp>
      <p:sp>
        <p:nvSpPr>
          <p:cNvPr id="2" name="Marker"/>
          <p:cNvSpPr/>
          <p:nvPr/>
        </p:nvSpPr>
        <p:spPr>
          <a:xfrm>
            <a:off x="457200" y="384048"/>
            <a:ext cx="146304" cy="146304"/>
          </a:xfrm>
          <a:prstGeom prst="rect">
            <a:avLst/>
          </a:prstGeom>
          <a:solidFill>
            <a:srgbClr val="F26522"/>
          </a:solidFill>
          <a:ln/>
        </p:spPr>
        <p:txBody>
          <a:bodyPr/>
          <a:lstStyle/>
          <a:p>
            <a:endParaRPr lang="fr-FR" noProof="0"/>
          </a:p>
        </p:txBody>
      </p:sp>
      <p:sp>
        <p:nvSpPr>
          <p:cNvPr id="3" name="Section label"/>
          <p:cNvSpPr/>
          <p:nvPr/>
        </p:nvSpPr>
        <p:spPr>
          <a:xfrm>
            <a:off x="713232" y="347472"/>
            <a:ext cx="7955280" cy="237744"/>
          </a:xfrm>
          <a:prstGeom prst="rect">
            <a:avLst/>
          </a:prstGeom>
          <a:noFill/>
          <a:ln/>
        </p:spPr>
        <p:txBody>
          <a:bodyPr wrap="square" rtlCol="0" anchor="ctr"/>
          <a:lstStyle/>
          <a:p>
            <a:pPr marL="0" indent="0">
              <a:buNone/>
            </a:pPr>
            <a:r>
              <a:rPr lang="fr-FR" sz="1100" b="1" kern="0" spc="200" noProof="0">
                <a:solidFill>
                  <a:srgbClr val="F26522"/>
                </a:solidFill>
                <a:latin typeface="Calibri" pitchFamily="34" charset="0"/>
                <a:ea typeface="Calibri" pitchFamily="34" charset="-122"/>
                <a:cs typeface="Calibri" pitchFamily="34" charset="-120"/>
              </a:rPr>
              <a:t>FOCUS : ONTOLOGIE</a:t>
            </a:r>
            <a:endParaRPr lang="fr-FR" sz="1100" noProof="0"/>
          </a:p>
        </p:txBody>
      </p:sp>
      <p:sp>
        <p:nvSpPr>
          <p:cNvPr id="4" name="Title"/>
          <p:cNvSpPr/>
          <p:nvPr/>
        </p:nvSpPr>
        <p:spPr>
          <a:xfrm>
            <a:off x="438912" y="566928"/>
            <a:ext cx="8266176" cy="566928"/>
          </a:xfrm>
          <a:prstGeom prst="rect">
            <a:avLst/>
          </a:prstGeom>
          <a:noFill/>
          <a:ln/>
        </p:spPr>
        <p:txBody>
          <a:bodyPr wrap="square" rtlCol="0" anchor="ctr"/>
          <a:lstStyle/>
          <a:p>
            <a:pPr marL="0" indent="0">
              <a:buNone/>
            </a:pPr>
            <a:r>
              <a:rPr lang="fr-FR" sz="2600" b="1" noProof="0">
                <a:solidFill>
                  <a:srgbClr val="16273D"/>
                </a:solidFill>
                <a:latin typeface="Trebuchet MS" pitchFamily="34" charset="0"/>
                <a:ea typeface="Trebuchet MS" pitchFamily="34" charset="-122"/>
                <a:cs typeface="Trebuchet MS" pitchFamily="34" charset="-120"/>
              </a:rPr>
              <a:t>Ajouter de la sémantique sur l'analytique</a:t>
            </a:r>
            <a:endParaRPr lang="fr-FR" sz="2600" noProof="0"/>
          </a:p>
        </p:txBody>
      </p:sp>
      <p:sp>
        <p:nvSpPr>
          <p:cNvPr id="5" name="Lead"/>
          <p:cNvSpPr/>
          <p:nvPr/>
        </p:nvSpPr>
        <p:spPr>
          <a:xfrm>
            <a:off x="457200" y="1179000"/>
            <a:ext cx="8229600" cy="430000"/>
          </a:xfrm>
          <a:prstGeom prst="rect">
            <a:avLst/>
          </a:prstGeom>
          <a:noFill/>
          <a:ln/>
        </p:spPr>
        <p:txBody>
          <a:bodyPr wrap="square" rtlCol="0" anchor="t"/>
          <a:lstStyle/>
          <a:p>
            <a:pPr marL="0" indent="0">
              <a:lnSpc>
                <a:spcPts val="1500"/>
              </a:lnSpc>
              <a:buNone/>
            </a:pPr>
            <a:r>
              <a:rPr lang="fr-FR" sz="1150" noProof="0">
                <a:solidFill>
                  <a:srgbClr val="5C6B7F"/>
                </a:solidFill>
                <a:latin typeface="Calibri" pitchFamily="34" charset="0"/>
                <a:ea typeface="Calibri" pitchFamily="34" charset="-122"/>
                <a:cs typeface="Calibri" pitchFamily="34" charset="-120"/>
              </a:rPr>
              <a:t>L'ontologie pose une couche de compréhension du langage sur le modèle sémantique : elle relie les données aux concepts métier et décrit, en langage naturel, comment ils s'articulent — jusqu'aux règles métier.</a:t>
            </a:r>
            <a:endParaRPr lang="fr-FR" sz="1150" noProof="0"/>
          </a:p>
        </p:txBody>
      </p:sp>
      <p:sp>
        <p:nvSpPr>
          <p:cNvPr id="10" name="Card1 bg"/>
          <p:cNvSpPr/>
          <p:nvPr/>
        </p:nvSpPr>
        <p:spPr>
          <a:xfrm>
            <a:off x="457200" y="1730000"/>
            <a:ext cx="2651760" cy="1500000"/>
          </a:xfrm>
          <a:prstGeom prst="rect">
            <a:avLst/>
          </a:prstGeom>
          <a:solidFill>
            <a:srgbClr val="FFFFFF"/>
          </a:solidFill>
          <a:ln w="12700">
            <a:solidFill>
              <a:srgbClr val="DCE4EE"/>
            </a:solidFill>
            <a:prstDash val="solid"/>
          </a:ln>
          <a:effectLst>
            <a:outerShdw blurRad="88900" dist="38100" dir="5400000" algn="bl" rotWithShape="0">
              <a:srgbClr val="0E2240">
                <a:alpha val="10000"/>
              </a:srgbClr>
            </a:outerShdw>
          </a:effectLst>
        </p:spPr>
        <p:txBody>
          <a:bodyPr/>
          <a:lstStyle/>
          <a:p>
            <a:endParaRPr lang="fr-FR" noProof="0"/>
          </a:p>
        </p:txBody>
      </p:sp>
      <p:sp>
        <p:nvSpPr>
          <p:cNvPr id="11" name="Card1 bar"/>
          <p:cNvSpPr/>
          <p:nvPr/>
        </p:nvSpPr>
        <p:spPr>
          <a:xfrm>
            <a:off x="457200" y="1730000"/>
            <a:ext cx="64008" cy="1500000"/>
          </a:xfrm>
          <a:prstGeom prst="rect">
            <a:avLst/>
          </a:prstGeom>
          <a:solidFill>
            <a:srgbClr val="2E6BB0"/>
          </a:solidFill>
          <a:ln/>
        </p:spPr>
        <p:txBody>
          <a:bodyPr/>
          <a:lstStyle/>
          <a:p>
            <a:endParaRPr lang="fr-FR" noProof="0"/>
          </a:p>
        </p:txBody>
      </p:sp>
      <p:sp>
        <p:nvSpPr>
          <p:cNvPr id="12" name="Card1 title"/>
          <p:cNvSpPr/>
          <p:nvPr/>
        </p:nvSpPr>
        <p:spPr>
          <a:xfrm>
            <a:off x="676656" y="1820000"/>
            <a:ext cx="2240000" cy="360000"/>
          </a:xfrm>
          <a:prstGeom prst="rect">
            <a:avLst/>
          </a:prstGeom>
          <a:noFill/>
          <a:ln/>
        </p:spPr>
        <p:txBody>
          <a:bodyPr wrap="square" rtlCol="0" anchor="t"/>
          <a:lstStyle/>
          <a:p>
            <a:pPr marL="0" indent="0">
              <a:buNone/>
            </a:pPr>
            <a:r>
              <a:rPr lang="fr-FR" sz="1350" b="1" noProof="0">
                <a:solidFill>
                  <a:srgbClr val="1C4E80"/>
                </a:solidFill>
                <a:latin typeface="Trebuchet MS" pitchFamily="34" charset="0"/>
                <a:ea typeface="Trebuchet MS" pitchFamily="34" charset="-122"/>
                <a:cs typeface="Trebuchet MS" pitchFamily="34" charset="-120"/>
              </a:rPr>
              <a:t>Relier les entités aux données</a:t>
            </a:r>
            <a:endParaRPr lang="fr-FR" sz="1350" noProof="0"/>
          </a:p>
        </p:txBody>
      </p:sp>
      <p:sp>
        <p:nvSpPr>
          <p:cNvPr id="13" name="Card1 body"/>
          <p:cNvSpPr/>
          <p:nvPr/>
        </p:nvSpPr>
        <p:spPr>
          <a:xfrm>
            <a:off x="676656" y="2250000"/>
            <a:ext cx="2240000" cy="920000"/>
          </a:xfrm>
          <a:prstGeom prst="rect">
            <a:avLst/>
          </a:prstGeom>
          <a:noFill/>
          <a:ln/>
        </p:spPr>
        <p:txBody>
          <a:bodyPr wrap="square" rtlCol="0" anchor="ctr"/>
          <a:lstStyle/>
          <a:p>
            <a:pPr marL="0" indent="0">
              <a:lnSpc>
                <a:spcPts val="1350"/>
              </a:lnSpc>
              <a:buNone/>
            </a:pPr>
            <a:r>
              <a:rPr lang="fr-FR" sz="1050" noProof="0">
                <a:solidFill>
                  <a:srgbClr val="5C6B7F"/>
                </a:solidFill>
                <a:latin typeface="Calibri" pitchFamily="34" charset="0"/>
                <a:ea typeface="Calibri" pitchFamily="34" charset="-122"/>
                <a:cs typeface="Calibri" pitchFamily="34" charset="-120"/>
              </a:rPr>
              <a:t>Chaque entité métier est rattachée aux tables et colonnes correspondantes du modèle.</a:t>
            </a:r>
            <a:endParaRPr lang="fr-FR" sz="1050" noProof="0"/>
          </a:p>
        </p:txBody>
      </p:sp>
      <p:sp>
        <p:nvSpPr>
          <p:cNvPr id="20" name="Card2 bg"/>
          <p:cNvSpPr/>
          <p:nvPr/>
        </p:nvSpPr>
        <p:spPr>
          <a:xfrm>
            <a:off x="3273552" y="1730000"/>
            <a:ext cx="2651760" cy="1500000"/>
          </a:xfrm>
          <a:prstGeom prst="rect">
            <a:avLst/>
          </a:prstGeom>
          <a:solidFill>
            <a:srgbClr val="FFFFFF"/>
          </a:solidFill>
          <a:ln w="12700">
            <a:solidFill>
              <a:srgbClr val="DCE4EE"/>
            </a:solidFill>
            <a:prstDash val="solid"/>
          </a:ln>
          <a:effectLst>
            <a:outerShdw blurRad="88900" dist="38100" dir="5400000" algn="bl" rotWithShape="0">
              <a:srgbClr val="0E2240">
                <a:alpha val="10000"/>
              </a:srgbClr>
            </a:outerShdw>
          </a:effectLst>
        </p:spPr>
        <p:txBody>
          <a:bodyPr/>
          <a:lstStyle/>
          <a:p>
            <a:endParaRPr lang="fr-FR" noProof="0"/>
          </a:p>
        </p:txBody>
      </p:sp>
      <p:sp>
        <p:nvSpPr>
          <p:cNvPr id="21" name="Card2 bar"/>
          <p:cNvSpPr/>
          <p:nvPr/>
        </p:nvSpPr>
        <p:spPr>
          <a:xfrm>
            <a:off x="3273552" y="1730000"/>
            <a:ext cx="64008" cy="1500000"/>
          </a:xfrm>
          <a:prstGeom prst="rect">
            <a:avLst/>
          </a:prstGeom>
          <a:solidFill>
            <a:srgbClr val="2E6BB0"/>
          </a:solidFill>
          <a:ln/>
        </p:spPr>
        <p:txBody>
          <a:bodyPr/>
          <a:lstStyle/>
          <a:p>
            <a:endParaRPr lang="fr-FR" noProof="0"/>
          </a:p>
        </p:txBody>
      </p:sp>
      <p:sp>
        <p:nvSpPr>
          <p:cNvPr id="22" name="Card2 title"/>
          <p:cNvSpPr/>
          <p:nvPr/>
        </p:nvSpPr>
        <p:spPr>
          <a:xfrm>
            <a:off x="3493008" y="1820000"/>
            <a:ext cx="2240000" cy="360000"/>
          </a:xfrm>
          <a:prstGeom prst="rect">
            <a:avLst/>
          </a:prstGeom>
          <a:noFill/>
          <a:ln/>
        </p:spPr>
        <p:txBody>
          <a:bodyPr wrap="square" rtlCol="0" anchor="t"/>
          <a:lstStyle/>
          <a:p>
            <a:pPr marL="0" indent="0">
              <a:buNone/>
            </a:pPr>
            <a:r>
              <a:rPr lang="fr-FR" sz="1350" b="1" noProof="0">
                <a:solidFill>
                  <a:srgbClr val="1C4E80"/>
                </a:solidFill>
                <a:latin typeface="Trebuchet MS" pitchFamily="34" charset="0"/>
                <a:ea typeface="Trebuchet MS" pitchFamily="34" charset="-122"/>
                <a:cs typeface="Trebuchet MS" pitchFamily="34" charset="-120"/>
              </a:rPr>
              <a:t>Décrire les relations en langage naturel</a:t>
            </a:r>
            <a:endParaRPr lang="fr-FR" sz="1350" noProof="0"/>
          </a:p>
        </p:txBody>
      </p:sp>
      <p:sp>
        <p:nvSpPr>
          <p:cNvPr id="23" name="Card2 body"/>
          <p:cNvSpPr/>
          <p:nvPr/>
        </p:nvSpPr>
        <p:spPr>
          <a:xfrm>
            <a:off x="3493008" y="2320000"/>
            <a:ext cx="2240000" cy="850000"/>
          </a:xfrm>
          <a:prstGeom prst="rect">
            <a:avLst/>
          </a:prstGeom>
          <a:noFill/>
          <a:ln/>
        </p:spPr>
        <p:txBody>
          <a:bodyPr wrap="square" rtlCol="0" anchor="ctr"/>
          <a:lstStyle/>
          <a:p>
            <a:pPr marL="0" indent="0">
              <a:lnSpc>
                <a:spcPts val="1350"/>
              </a:lnSpc>
              <a:buNone/>
            </a:pPr>
            <a:r>
              <a:rPr lang="fr-FR" sz="1050" noProof="0">
                <a:solidFill>
                  <a:srgbClr val="5C6B7F"/>
                </a:solidFill>
                <a:latin typeface="Calibri" pitchFamily="34" charset="0"/>
                <a:ea typeface="Calibri" pitchFamily="34" charset="-122"/>
                <a:cs typeface="Calibri" pitchFamily="34" charset="-120"/>
              </a:rPr>
              <a:t>Les liens entre entités s'expriment en clair : « </a:t>
            </a:r>
            <a:r>
              <a:rPr lang="fr-FR" sz="1050" i="1" noProof="0">
                <a:solidFill>
                  <a:srgbClr val="5C6B7F"/>
                </a:solidFill>
                <a:latin typeface="Calibri" pitchFamily="34" charset="0"/>
                <a:ea typeface="Calibri" pitchFamily="34" charset="-122"/>
                <a:cs typeface="Calibri" pitchFamily="34" charset="-120"/>
              </a:rPr>
              <a:t>un Client passe une Commande</a:t>
            </a:r>
            <a:r>
              <a:rPr lang="fr-FR" sz="1050" i="1">
                <a:solidFill>
                  <a:srgbClr val="5C6B7F"/>
                </a:solidFill>
                <a:latin typeface="Calibri" pitchFamily="34" charset="0"/>
                <a:ea typeface="Calibri" pitchFamily="34" charset="-122"/>
                <a:cs typeface="Calibri" pitchFamily="34" charset="-120"/>
              </a:rPr>
              <a:t> </a:t>
            </a:r>
            <a:r>
              <a:rPr lang="fr-FR" sz="1050">
                <a:solidFill>
                  <a:srgbClr val="5C6B7F"/>
                </a:solidFill>
                <a:latin typeface="Calibri" pitchFamily="34" charset="0"/>
                <a:ea typeface="Calibri" pitchFamily="34" charset="-122"/>
                <a:cs typeface="Calibri" pitchFamily="34" charset="-120"/>
              </a:rPr>
              <a:t>».</a:t>
            </a:r>
            <a:endParaRPr lang="fr-FR" sz="1050" noProof="0"/>
          </a:p>
        </p:txBody>
      </p:sp>
      <p:sp>
        <p:nvSpPr>
          <p:cNvPr id="30" name="Card3 bg"/>
          <p:cNvSpPr/>
          <p:nvPr/>
        </p:nvSpPr>
        <p:spPr>
          <a:xfrm>
            <a:off x="6089904" y="1730000"/>
            <a:ext cx="2651760" cy="1500000"/>
          </a:xfrm>
          <a:prstGeom prst="rect">
            <a:avLst/>
          </a:prstGeom>
          <a:solidFill>
            <a:srgbClr val="FFFFFF"/>
          </a:solidFill>
          <a:ln w="12700">
            <a:solidFill>
              <a:srgbClr val="DCE4EE"/>
            </a:solidFill>
            <a:prstDash val="solid"/>
          </a:ln>
          <a:effectLst>
            <a:outerShdw blurRad="88900" dist="38100" dir="5400000" algn="bl" rotWithShape="0">
              <a:srgbClr val="0E2240">
                <a:alpha val="10000"/>
              </a:srgbClr>
            </a:outerShdw>
          </a:effectLst>
        </p:spPr>
        <p:txBody>
          <a:bodyPr/>
          <a:lstStyle/>
          <a:p>
            <a:endParaRPr lang="fr-FR" noProof="0"/>
          </a:p>
        </p:txBody>
      </p:sp>
      <p:sp>
        <p:nvSpPr>
          <p:cNvPr id="31" name="Card3 bar"/>
          <p:cNvSpPr/>
          <p:nvPr/>
        </p:nvSpPr>
        <p:spPr>
          <a:xfrm>
            <a:off x="6089904" y="1730000"/>
            <a:ext cx="64008" cy="1500000"/>
          </a:xfrm>
          <a:prstGeom prst="rect">
            <a:avLst/>
          </a:prstGeom>
          <a:solidFill>
            <a:srgbClr val="2E6BB0"/>
          </a:solidFill>
          <a:ln/>
        </p:spPr>
        <p:txBody>
          <a:bodyPr/>
          <a:lstStyle/>
          <a:p>
            <a:endParaRPr lang="fr-FR" noProof="0"/>
          </a:p>
        </p:txBody>
      </p:sp>
      <p:sp>
        <p:nvSpPr>
          <p:cNvPr id="32" name="Card3 title"/>
          <p:cNvSpPr/>
          <p:nvPr/>
        </p:nvSpPr>
        <p:spPr>
          <a:xfrm>
            <a:off x="6309360" y="1820000"/>
            <a:ext cx="2240000" cy="360000"/>
          </a:xfrm>
          <a:prstGeom prst="rect">
            <a:avLst/>
          </a:prstGeom>
          <a:noFill/>
          <a:ln/>
        </p:spPr>
        <p:txBody>
          <a:bodyPr wrap="square" rtlCol="0" anchor="t"/>
          <a:lstStyle/>
          <a:p>
            <a:pPr marL="0" indent="0">
              <a:buNone/>
            </a:pPr>
            <a:r>
              <a:rPr lang="fr-FR" sz="1350" b="1" noProof="0">
                <a:solidFill>
                  <a:srgbClr val="1C4E80"/>
                </a:solidFill>
                <a:latin typeface="Trebuchet MS" pitchFamily="34" charset="0"/>
                <a:ea typeface="Trebuchet MS" pitchFamily="34" charset="-122"/>
                <a:cs typeface="Trebuchet MS" pitchFamily="34" charset="-120"/>
              </a:rPr>
              <a:t>Formaliser les règles métier</a:t>
            </a:r>
            <a:endParaRPr lang="fr-FR" sz="1350" noProof="0"/>
          </a:p>
        </p:txBody>
      </p:sp>
      <p:sp>
        <p:nvSpPr>
          <p:cNvPr id="33" name="Card3 body"/>
          <p:cNvSpPr/>
          <p:nvPr/>
        </p:nvSpPr>
        <p:spPr>
          <a:xfrm>
            <a:off x="6309360" y="2320000"/>
            <a:ext cx="2240000" cy="850000"/>
          </a:xfrm>
          <a:prstGeom prst="rect">
            <a:avLst/>
          </a:prstGeom>
          <a:noFill/>
          <a:ln/>
        </p:spPr>
        <p:txBody>
          <a:bodyPr wrap="square" rtlCol="0" anchor="t"/>
          <a:lstStyle/>
          <a:p>
            <a:pPr marL="0" indent="0">
              <a:lnSpc>
                <a:spcPts val="1350"/>
              </a:lnSpc>
              <a:buNone/>
            </a:pPr>
            <a:r>
              <a:rPr lang="fr-FR" sz="1050" noProof="0">
                <a:solidFill>
                  <a:srgbClr val="5C6B7F"/>
                </a:solidFill>
                <a:latin typeface="Calibri" pitchFamily="34" charset="0"/>
                <a:ea typeface="Calibri" pitchFamily="34" charset="-122"/>
                <a:cs typeface="Calibri" pitchFamily="34" charset="-120"/>
              </a:rPr>
              <a:t>Les définitions et règles du métier sont posées en langage naturel : « </a:t>
            </a:r>
            <a:r>
              <a:rPr lang="fr-FR" sz="1050" i="1" noProof="0">
                <a:solidFill>
                  <a:srgbClr val="5C6B7F"/>
                </a:solidFill>
                <a:latin typeface="Calibri" pitchFamily="34" charset="0"/>
                <a:ea typeface="Calibri" pitchFamily="34" charset="-122"/>
                <a:cs typeface="Calibri" pitchFamily="34" charset="-120"/>
              </a:rPr>
              <a:t>un client actif a commandé dans les 12 derniers mois</a:t>
            </a:r>
            <a:r>
              <a:rPr lang="fr-FR" sz="1050" noProof="0">
                <a:solidFill>
                  <a:srgbClr val="5C6B7F"/>
                </a:solidFill>
                <a:latin typeface="Calibri" pitchFamily="34" charset="0"/>
                <a:ea typeface="Calibri" pitchFamily="34" charset="-122"/>
                <a:cs typeface="Calibri" pitchFamily="34" charset="-120"/>
              </a:rPr>
              <a:t> ».</a:t>
            </a:r>
            <a:endParaRPr lang="fr-FR" sz="1050" noProof="0"/>
          </a:p>
        </p:txBody>
      </p:sp>
      <p:sp>
        <p:nvSpPr>
          <p:cNvPr id="41" name="Banner text"/>
          <p:cNvSpPr/>
          <p:nvPr/>
        </p:nvSpPr>
        <p:spPr>
          <a:xfrm>
            <a:off x="640080" y="3360000"/>
            <a:ext cx="7863840" cy="1240000"/>
          </a:xfrm>
          <a:prstGeom prst="rect">
            <a:avLst/>
          </a:prstGeom>
          <a:noFill/>
          <a:ln/>
        </p:spPr>
        <p:txBody>
          <a:bodyPr wrap="square" rtlCol="0" anchor="ctr"/>
          <a:lstStyle/>
          <a:p>
            <a:pPr marL="0" indent="0">
              <a:buNone/>
            </a:pPr>
            <a:r>
              <a:rPr lang="fr-FR" sz="1100" b="1" noProof="0">
                <a:solidFill>
                  <a:srgbClr val="F26522"/>
                </a:solidFill>
                <a:latin typeface="Calibri" pitchFamily="34" charset="0"/>
                <a:ea typeface="Calibri" pitchFamily="34" charset="-122"/>
                <a:cs typeface="Calibri" pitchFamily="34" charset="-120"/>
              </a:rPr>
              <a:t>Pourquoi c'est clé </a:t>
            </a:r>
            <a:r>
              <a:rPr lang="fr-FR" sz="1100" b="1">
                <a:solidFill>
                  <a:srgbClr val="F26522"/>
                </a:solidFill>
                <a:latin typeface="Calibri" pitchFamily="34" charset="0"/>
                <a:ea typeface="Calibri" pitchFamily="34" charset="-122"/>
                <a:cs typeface="Calibri" pitchFamily="34" charset="-120"/>
              </a:rPr>
              <a:t>:</a:t>
            </a:r>
            <a:endParaRPr lang="fr-FR" sz="1100" b="1" noProof="0">
              <a:solidFill>
                <a:srgbClr val="F26522"/>
              </a:solidFill>
              <a:latin typeface="Calibri" pitchFamily="34" charset="0"/>
              <a:ea typeface="Calibri" pitchFamily="34" charset="-122"/>
              <a:cs typeface="Calibri" pitchFamily="34" charset="-120"/>
            </a:endParaRPr>
          </a:p>
          <a:p>
            <a:pPr marL="0" indent="0">
              <a:buNone/>
            </a:pPr>
            <a:r>
              <a:rPr lang="fr-FR" sz="1100" b="1" noProof="0">
                <a:latin typeface="Calibri" pitchFamily="34" charset="0"/>
                <a:ea typeface="Calibri" pitchFamily="34" charset="-122"/>
                <a:cs typeface="Calibri" pitchFamily="34" charset="-120"/>
              </a:rPr>
              <a:t>•   Réponses plus justes : </a:t>
            </a:r>
            <a:r>
              <a:rPr lang="fr-FR" sz="1100" noProof="0">
                <a:latin typeface="Calibri" pitchFamily="34" charset="0"/>
                <a:ea typeface="Calibri" pitchFamily="34" charset="-122"/>
                <a:cs typeface="Calibri" pitchFamily="34" charset="-120"/>
              </a:rPr>
              <a:t>l'agent raisonne sur le sens métier et les relations, pas seulement sur la structure des tables.</a:t>
            </a:r>
          </a:p>
          <a:p>
            <a:pPr marL="0" indent="0">
              <a:buNone/>
            </a:pPr>
            <a:r>
              <a:rPr lang="fr-FR" sz="1100" b="1" noProof="0">
                <a:latin typeface="Calibri" pitchFamily="34" charset="0"/>
                <a:ea typeface="Calibri" pitchFamily="34" charset="-122"/>
                <a:cs typeface="Calibri" pitchFamily="34" charset="-120"/>
              </a:rPr>
              <a:t>•   Moins d'ambiguïté : </a:t>
            </a:r>
            <a:r>
              <a:rPr lang="fr-FR" sz="1100" noProof="0">
                <a:latin typeface="Calibri" pitchFamily="34" charset="0"/>
                <a:ea typeface="Calibri" pitchFamily="34" charset="-122"/>
                <a:cs typeface="Calibri" pitchFamily="34" charset="-120"/>
              </a:rPr>
              <a:t>synonymes, définitions et règles sont explicites et partagés.</a:t>
            </a:r>
          </a:p>
          <a:p>
            <a:pPr marL="0" indent="0">
              <a:buNone/>
            </a:pPr>
            <a:r>
              <a:rPr lang="fr-FR" sz="1100" b="1" noProof="0">
                <a:latin typeface="Calibri" pitchFamily="34" charset="0"/>
                <a:ea typeface="Calibri" pitchFamily="34" charset="-122"/>
                <a:cs typeface="Calibri" pitchFamily="34" charset="-120"/>
              </a:rPr>
              <a:t>•   Cohérence : </a:t>
            </a:r>
            <a:r>
              <a:rPr lang="fr-FR" sz="1100" noProof="0">
                <a:latin typeface="Calibri" pitchFamily="34" charset="0"/>
                <a:ea typeface="Calibri" pitchFamily="34" charset="-122"/>
                <a:cs typeface="Calibri" pitchFamily="34" charset="-120"/>
              </a:rPr>
              <a:t>les mêmes règles métier s'appliquent à toutes les questions posées à l'agent.</a:t>
            </a:r>
            <a:endParaRPr lang="fr-FR" sz="1100" noProof="0"/>
          </a:p>
        </p:txBody>
      </p:sp>
      <p:pic>
        <p:nvPicPr>
          <p:cNvPr id="51" name="Logo"/>
          <p:cNvPicPr>
            <a:picLocks noChangeAspect="1"/>
          </p:cNvPicPr>
          <p:nvPr/>
        </p:nvPicPr>
        <p:blipFill>
          <a:blip r:embed="rId3"/>
          <a:stretch>
            <a:fillRect/>
          </a:stretch>
        </p:blipFill>
        <p:spPr>
          <a:xfrm>
            <a:off x="63322" y="4764044"/>
            <a:ext cx="315050" cy="324277"/>
          </a:xfrm>
          <a:prstGeom prst="rect">
            <a:avLst/>
          </a:prstGeom>
        </p:spPr>
      </p:pic>
      <p:pic>
        <p:nvPicPr>
          <p:cNvPr id="8" name="Picture 7">
            <a:extLst>
              <a:ext uri="{FF2B5EF4-FFF2-40B4-BE49-F238E27FC236}">
                <a16:creationId xmlns:a16="http://schemas.microsoft.com/office/drawing/2014/main" id="{07AD1AF0-EBE4-A590-C730-F8B8286E0845}"/>
              </a:ext>
            </a:extLst>
          </p:cNvPr>
          <p:cNvPicPr>
            <a:picLocks noChangeAspect="1"/>
          </p:cNvPicPr>
          <p:nvPr/>
        </p:nvPicPr>
        <p:blipFill>
          <a:blip r:embed="rId4"/>
          <a:stretch>
            <a:fillRect/>
          </a:stretch>
        </p:blipFill>
        <p:spPr>
          <a:xfrm>
            <a:off x="7093958" y="703174"/>
            <a:ext cx="351748" cy="297632"/>
          </a:xfrm>
          <a:prstGeom prst="rect">
            <a:avLst/>
          </a:prstGeom>
        </p:spPr>
      </p:pic>
      <p:sp>
        <p:nvSpPr>
          <p:cNvPr id="9" name="Slide Number Placeholder 8">
            <a:extLst>
              <a:ext uri="{FF2B5EF4-FFF2-40B4-BE49-F238E27FC236}">
                <a16:creationId xmlns:a16="http://schemas.microsoft.com/office/drawing/2014/main" id="{97076FF3-1718-7A41-F0D4-028458D7E4C3}"/>
              </a:ext>
            </a:extLst>
          </p:cNvPr>
          <p:cNvSpPr>
            <a:spLocks noGrp="1"/>
          </p:cNvSpPr>
          <p:nvPr>
            <p:ph type="sldNum" sz="quarter" idx="12"/>
          </p:nvPr>
        </p:nvSpPr>
        <p:spPr/>
        <p:txBody>
          <a:bodyPr/>
          <a:lstStyle/>
          <a:p>
            <a:r>
              <a:rPr lang="fr-FR" b="1">
                <a:solidFill>
                  <a:srgbClr val="F26522"/>
                </a:solidFill>
                <a:latin typeface="Calibri" pitchFamily="34" charset="0"/>
                <a:ea typeface="Calibri" pitchFamily="34" charset="-122"/>
                <a:cs typeface="Calibri" pitchFamily="34" charset="-120"/>
              </a:rPr>
              <a:t>Expertime</a:t>
            </a:r>
            <a:r>
              <a:rPr lang="fr-FR">
                <a:solidFill>
                  <a:srgbClr val="5C6B7F"/>
                </a:solidFill>
                <a:latin typeface="Calibri" pitchFamily="34" charset="0"/>
                <a:ea typeface="Calibri" pitchFamily="34" charset="-122"/>
                <a:cs typeface="Calibri" pitchFamily="34" charset="-120"/>
              </a:rPr>
              <a:t>   | </a:t>
            </a:r>
            <a:fld id="{58E94494-CE21-4E82-948B-6B5BB0295547}" type="slidenum">
              <a:rPr lang="fr-FR" smtClean="0"/>
              <a:pPr/>
              <a:t>9</a:t>
            </a:fld>
            <a:endParaRPr lang="fr-FR" sz="85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E2240"/>
        </a:solidFill>
        <a:effectLst/>
      </p:bgPr>
    </p:bg>
    <p:spTree>
      <p:nvGrpSpPr>
        <p:cNvPr id="1" name="">
          <a:extLst>
            <a:ext uri="{FF2B5EF4-FFF2-40B4-BE49-F238E27FC236}">
              <a16:creationId xmlns:a16="http://schemas.microsoft.com/office/drawing/2014/main" id="{92366B32-333B-35BB-E109-94A5108DEE83}"/>
            </a:ext>
          </a:extLst>
        </p:cNvPr>
        <p:cNvGrpSpPr/>
        <p:nvPr/>
      </p:nvGrpSpPr>
      <p:grpSpPr>
        <a:xfrm>
          <a:off x="0" y="0"/>
          <a:ext cx="0" cy="0"/>
          <a:chOff x="0" y="0"/>
          <a:chExt cx="0" cy="0"/>
        </a:xfrm>
      </p:grpSpPr>
      <p:sp>
        <p:nvSpPr>
          <p:cNvPr id="2" name="Number 01">
            <a:extLst>
              <a:ext uri="{FF2B5EF4-FFF2-40B4-BE49-F238E27FC236}">
                <a16:creationId xmlns:a16="http://schemas.microsoft.com/office/drawing/2014/main" id="{8BCA3BB7-5DD5-B386-F2A8-BA5E44A490C3}"/>
              </a:ext>
            </a:extLst>
          </p:cNvPr>
          <p:cNvSpPr/>
          <p:nvPr/>
        </p:nvSpPr>
        <p:spPr>
          <a:xfrm>
            <a:off x="640080" y="1325880"/>
            <a:ext cx="3429000" cy="164592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0" b="1" i="0" u="none" strike="noStrike" kern="0" cap="none" spc="0" normalizeH="0" baseline="0" noProof="0">
                <a:ln>
                  <a:noFill/>
                </a:ln>
                <a:solidFill>
                  <a:srgbClr val="F26522"/>
                </a:solidFill>
                <a:effectLst/>
                <a:uLnTx/>
                <a:uFillTx/>
                <a:latin typeface="Trebuchet MS" pitchFamily="34" charset="0"/>
                <a:ea typeface="Trebuchet MS" pitchFamily="34" charset="-122"/>
                <a:cs typeface="Trebuchet MS" pitchFamily="34" charset="-120"/>
              </a:rPr>
              <a:t>03</a:t>
            </a:r>
            <a:endParaRPr kumimoji="0" lang="fr-FR" sz="1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ccent Bar">
            <a:extLst>
              <a:ext uri="{FF2B5EF4-FFF2-40B4-BE49-F238E27FC236}">
                <a16:creationId xmlns:a16="http://schemas.microsoft.com/office/drawing/2014/main" id="{19D94F09-CD3F-45F5-EB84-147D6395D4F4}"/>
              </a:ext>
            </a:extLst>
          </p:cNvPr>
          <p:cNvSpPr/>
          <p:nvPr/>
        </p:nvSpPr>
        <p:spPr>
          <a:xfrm>
            <a:off x="676656" y="3209544"/>
            <a:ext cx="2103120" cy="45720"/>
          </a:xfrm>
          <a:prstGeom prst="rect">
            <a:avLst/>
          </a:prstGeom>
          <a:solidFill>
            <a:srgbClr val="F2652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ection Title">
            <a:extLst>
              <a:ext uri="{FF2B5EF4-FFF2-40B4-BE49-F238E27FC236}">
                <a16:creationId xmlns:a16="http://schemas.microsoft.com/office/drawing/2014/main" id="{D796BDA9-587C-65E7-97D1-5FC359C42897}"/>
              </a:ext>
            </a:extLst>
          </p:cNvPr>
          <p:cNvSpPr/>
          <p:nvPr/>
        </p:nvSpPr>
        <p:spPr>
          <a:xfrm>
            <a:off x="640080" y="3429000"/>
            <a:ext cx="7559040" cy="1097280"/>
          </a:xfrm>
          <a:prstGeom prst="rect">
            <a:avLst/>
          </a:prstGeom>
          <a:noFill/>
          <a:ln/>
        </p:spPr>
        <p:txBody>
          <a:bodyPr wrap="square" rtlCol="0" anchor="t"/>
          <a:lstStyle/>
          <a:p>
            <a:pPr marL="0" marR="0" lvl="0" indent="0" algn="l" defTabSz="914400" rtl="0" eaLnBrk="1" fontAlgn="auto" latinLnBrk="0" hangingPunct="1">
              <a:lnSpc>
                <a:spcPts val="4200"/>
              </a:lnSpc>
              <a:spcBef>
                <a:spcPts val="0"/>
              </a:spcBef>
              <a:spcAft>
                <a:spcPts val="0"/>
              </a:spcAft>
              <a:buClrTx/>
              <a:buSzTx/>
              <a:buFontTx/>
              <a:buNone/>
              <a:tabLst/>
              <a:defRPr/>
            </a:pPr>
            <a:r>
              <a:rPr kumimoji="0" lang="fr-FR" sz="3600" b="1" i="0" u="none" strike="noStrike" kern="1200" cap="none" spc="0" normalizeH="0" baseline="0" noProof="0">
                <a:ln>
                  <a:noFill/>
                </a:ln>
                <a:solidFill>
                  <a:srgbClr val="FFFFFF"/>
                </a:solidFill>
                <a:effectLst/>
                <a:uLnTx/>
                <a:uFillTx/>
                <a:latin typeface="Trebuchet MS" pitchFamily="34" charset="0"/>
                <a:ea typeface="Trebuchet MS" pitchFamily="34" charset="-122"/>
                <a:cs typeface="Trebuchet MS" pitchFamily="34" charset="-120"/>
              </a:rPr>
              <a:t>Instructions &amp; Configuration </a:t>
            </a:r>
          </a:p>
          <a:p>
            <a:pPr marL="0" marR="0" lvl="0" indent="0" algn="l" defTabSz="914400" rtl="0" eaLnBrk="1" fontAlgn="auto" latinLnBrk="0" hangingPunct="1">
              <a:lnSpc>
                <a:spcPts val="4200"/>
              </a:lnSpc>
              <a:spcBef>
                <a:spcPts val="0"/>
              </a:spcBef>
              <a:spcAft>
                <a:spcPts val="0"/>
              </a:spcAft>
              <a:buClrTx/>
              <a:buSzTx/>
              <a:buFontTx/>
              <a:buNone/>
              <a:tabLst/>
              <a:defRPr/>
            </a:pPr>
            <a:r>
              <a:rPr lang="fr-FR" sz="3600" b="1">
                <a:solidFill>
                  <a:srgbClr val="FFFFFF"/>
                </a:solidFill>
                <a:latin typeface="Trebuchet MS" pitchFamily="34" charset="0"/>
              </a:rPr>
              <a:t>du Data Agent</a:t>
            </a:r>
            <a:endParaRPr kumimoji="0" lang="fr-FR" sz="36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561016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7">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457200" y="384048"/>
            <a:ext cx="146304" cy="146304"/>
          </a:xfrm>
          <a:prstGeom prst="rect">
            <a:avLst/>
          </a:prstGeom>
          <a:solidFill>
            <a:srgbClr val="F26522"/>
          </a:solidFill>
          <a:ln/>
        </p:spPr>
        <p:txBody>
          <a:bodyPr/>
          <a:lstStyle/>
          <a:p>
            <a:endParaRPr lang="fr-FR" noProof="0"/>
          </a:p>
        </p:txBody>
      </p:sp>
      <p:sp>
        <p:nvSpPr>
          <p:cNvPr id="3" name="Text 1"/>
          <p:cNvSpPr/>
          <p:nvPr/>
        </p:nvSpPr>
        <p:spPr>
          <a:xfrm>
            <a:off x="713232" y="347472"/>
            <a:ext cx="7955280" cy="237744"/>
          </a:xfrm>
          <a:prstGeom prst="rect">
            <a:avLst/>
          </a:prstGeom>
          <a:noFill/>
          <a:ln/>
        </p:spPr>
        <p:txBody>
          <a:bodyPr wrap="square" rtlCol="0" anchor="ctr"/>
          <a:lstStyle/>
          <a:p>
            <a:pPr marL="0" indent="0">
              <a:buNone/>
            </a:pPr>
            <a:r>
              <a:rPr lang="fr-FR" sz="1100" b="1" kern="0" spc="200" noProof="0">
                <a:solidFill>
                  <a:srgbClr val="F26522"/>
                </a:solidFill>
                <a:latin typeface="Calibri" pitchFamily="34" charset="0"/>
                <a:ea typeface="Calibri" pitchFamily="34" charset="-122"/>
                <a:cs typeface="Calibri" pitchFamily="34" charset="-120"/>
              </a:rPr>
              <a:t>CONFIGURATION</a:t>
            </a:r>
            <a:endParaRPr lang="fr-FR" sz="1100" noProof="0"/>
          </a:p>
        </p:txBody>
      </p:sp>
      <p:sp>
        <p:nvSpPr>
          <p:cNvPr id="4" name="Text 2"/>
          <p:cNvSpPr/>
          <p:nvPr/>
        </p:nvSpPr>
        <p:spPr>
          <a:xfrm>
            <a:off x="438912" y="566928"/>
            <a:ext cx="8266176" cy="566928"/>
          </a:xfrm>
          <a:prstGeom prst="rect">
            <a:avLst/>
          </a:prstGeom>
          <a:noFill/>
          <a:ln/>
        </p:spPr>
        <p:txBody>
          <a:bodyPr wrap="square" rtlCol="0" anchor="ctr"/>
          <a:lstStyle/>
          <a:p>
            <a:pPr marL="0" indent="0">
              <a:buNone/>
            </a:pPr>
            <a:r>
              <a:rPr lang="fr-FR" sz="2600" b="1" noProof="0">
                <a:solidFill>
                  <a:srgbClr val="16273D"/>
                </a:solidFill>
                <a:latin typeface="Trebuchet MS" pitchFamily="34" charset="0"/>
                <a:ea typeface="Trebuchet MS" pitchFamily="34" charset="-122"/>
                <a:cs typeface="Trebuchet MS" pitchFamily="34" charset="-120"/>
              </a:rPr>
              <a:t>Comment passer des instructions à un Data Agent ?</a:t>
            </a:r>
            <a:endParaRPr lang="fr-FR" sz="2600" noProof="0"/>
          </a:p>
        </p:txBody>
      </p:sp>
      <p:sp>
        <p:nvSpPr>
          <p:cNvPr id="5" name="Shape 3"/>
          <p:cNvSpPr/>
          <p:nvPr/>
        </p:nvSpPr>
        <p:spPr>
          <a:xfrm>
            <a:off x="457200" y="1298448"/>
            <a:ext cx="8229600" cy="822960"/>
          </a:xfrm>
          <a:prstGeom prst="rect">
            <a:avLst/>
          </a:prstGeom>
          <a:solidFill>
            <a:srgbClr val="FFFFFF"/>
          </a:solidFill>
          <a:ln w="12700">
            <a:solidFill>
              <a:srgbClr val="DCE4EE"/>
            </a:solidFill>
            <a:prstDash val="solid"/>
          </a:ln>
          <a:effectLst>
            <a:outerShdw blurRad="88900" dist="38100" dir="5400000" algn="bl" rotWithShape="0">
              <a:srgbClr val="0E2240">
                <a:alpha val="10000"/>
              </a:srgbClr>
            </a:outerShdw>
          </a:effectLst>
        </p:spPr>
        <p:txBody>
          <a:bodyPr/>
          <a:lstStyle/>
          <a:p>
            <a:endParaRPr lang="fr-FR" noProof="0"/>
          </a:p>
        </p:txBody>
      </p:sp>
      <p:sp>
        <p:nvSpPr>
          <p:cNvPr id="6" name="Shape 4"/>
          <p:cNvSpPr/>
          <p:nvPr/>
        </p:nvSpPr>
        <p:spPr>
          <a:xfrm>
            <a:off x="457200" y="1298448"/>
            <a:ext cx="914400" cy="822960"/>
          </a:xfrm>
          <a:prstGeom prst="rect">
            <a:avLst/>
          </a:prstGeom>
          <a:solidFill>
            <a:srgbClr val="0E2240"/>
          </a:solidFill>
          <a:ln/>
        </p:spPr>
        <p:txBody>
          <a:bodyPr/>
          <a:lstStyle/>
          <a:p>
            <a:endParaRPr lang="fr-FR" noProof="0"/>
          </a:p>
        </p:txBody>
      </p:sp>
      <p:sp>
        <p:nvSpPr>
          <p:cNvPr id="7" name="Text 5"/>
          <p:cNvSpPr/>
          <p:nvPr/>
        </p:nvSpPr>
        <p:spPr>
          <a:xfrm>
            <a:off x="457200" y="1298448"/>
            <a:ext cx="914400" cy="822960"/>
          </a:xfrm>
          <a:prstGeom prst="rect">
            <a:avLst/>
          </a:prstGeom>
          <a:noFill/>
          <a:ln/>
        </p:spPr>
        <p:txBody>
          <a:bodyPr wrap="square" rtlCol="0" anchor="ctr"/>
          <a:lstStyle/>
          <a:p>
            <a:pPr marL="0" indent="0" algn="ctr">
              <a:buNone/>
            </a:pPr>
            <a:r>
              <a:rPr lang="fr-FR" sz="2800" b="1" noProof="0">
                <a:solidFill>
                  <a:srgbClr val="FFFFFF"/>
                </a:solidFill>
                <a:latin typeface="Trebuchet MS" pitchFamily="34" charset="0"/>
                <a:ea typeface="Trebuchet MS" pitchFamily="34" charset="-122"/>
                <a:cs typeface="Trebuchet MS" pitchFamily="34" charset="-120"/>
              </a:rPr>
              <a:t>1</a:t>
            </a:r>
            <a:endParaRPr lang="fr-FR" sz="2800" noProof="0"/>
          </a:p>
        </p:txBody>
      </p:sp>
      <p:sp>
        <p:nvSpPr>
          <p:cNvPr id="8" name="Text 6"/>
          <p:cNvSpPr/>
          <p:nvPr/>
        </p:nvSpPr>
        <p:spPr>
          <a:xfrm>
            <a:off x="1572768" y="1417320"/>
            <a:ext cx="2743200" cy="365760"/>
          </a:xfrm>
          <a:prstGeom prst="rect">
            <a:avLst/>
          </a:prstGeom>
          <a:noFill/>
          <a:ln/>
        </p:spPr>
        <p:txBody>
          <a:bodyPr wrap="square" rtlCol="0" anchor="ctr"/>
          <a:lstStyle/>
          <a:p>
            <a:pPr marL="0" indent="0">
              <a:buNone/>
            </a:pPr>
            <a:r>
              <a:rPr lang="fr-FR" sz="1500" b="1" noProof="0">
                <a:solidFill>
                  <a:srgbClr val="16273D"/>
                </a:solidFill>
                <a:latin typeface="Trebuchet MS" pitchFamily="34" charset="0"/>
                <a:ea typeface="Trebuchet MS" pitchFamily="34" charset="-122"/>
                <a:cs typeface="Trebuchet MS" pitchFamily="34" charset="-120"/>
              </a:rPr>
              <a:t>Instructions d'agent</a:t>
            </a:r>
            <a:endParaRPr lang="fr-FR" sz="1500" noProof="0"/>
          </a:p>
        </p:txBody>
      </p:sp>
      <p:sp>
        <p:nvSpPr>
          <p:cNvPr id="9" name="Text 7"/>
          <p:cNvSpPr/>
          <p:nvPr/>
        </p:nvSpPr>
        <p:spPr>
          <a:xfrm>
            <a:off x="1572768" y="1755648"/>
            <a:ext cx="2743200" cy="256032"/>
          </a:xfrm>
          <a:prstGeom prst="rect">
            <a:avLst/>
          </a:prstGeom>
          <a:noFill/>
          <a:ln/>
        </p:spPr>
        <p:txBody>
          <a:bodyPr wrap="square" rtlCol="0" anchor="ctr"/>
          <a:lstStyle/>
          <a:p>
            <a:pPr marL="0" indent="0">
              <a:buNone/>
            </a:pPr>
            <a:r>
              <a:rPr lang="fr-FR" sz="950" b="1" kern="0" spc="100" noProof="0">
                <a:solidFill>
                  <a:srgbClr val="F26522"/>
                </a:solidFill>
                <a:latin typeface="Calibri" pitchFamily="34" charset="0"/>
                <a:ea typeface="Calibri" pitchFamily="34" charset="-122"/>
                <a:cs typeface="Calibri" pitchFamily="34" charset="-120"/>
              </a:rPr>
              <a:t>NIVEAU GLOBAL</a:t>
            </a:r>
            <a:endParaRPr lang="fr-FR" sz="950" noProof="0"/>
          </a:p>
        </p:txBody>
      </p:sp>
      <p:sp>
        <p:nvSpPr>
          <p:cNvPr id="10" name="Text 8"/>
          <p:cNvSpPr/>
          <p:nvPr/>
        </p:nvSpPr>
        <p:spPr>
          <a:xfrm>
            <a:off x="4434840" y="1389888"/>
            <a:ext cx="4114800" cy="640080"/>
          </a:xfrm>
          <a:prstGeom prst="rect">
            <a:avLst/>
          </a:prstGeom>
          <a:noFill/>
          <a:ln/>
        </p:spPr>
        <p:txBody>
          <a:bodyPr wrap="square" rtlCol="0" anchor="ctr"/>
          <a:lstStyle/>
          <a:p>
            <a:pPr marL="171450" indent="-171450">
              <a:lnSpc>
                <a:spcPts val="1450"/>
              </a:lnSpc>
              <a:buFont typeface="Arial" panose="020B0604020202020204" pitchFamily="34" charset="0"/>
              <a:buChar char="•"/>
            </a:pPr>
            <a:r>
              <a:rPr lang="fr-FR" sz="1100">
                <a:solidFill>
                  <a:srgbClr val="3C4D63"/>
                </a:solidFill>
                <a:latin typeface="Calibri" pitchFamily="34" charset="0"/>
                <a:ea typeface="Calibri" pitchFamily="34" charset="-122"/>
                <a:cs typeface="Calibri" pitchFamily="34" charset="-120"/>
              </a:rPr>
              <a:t>Objectif &amp; Périmètre métier;</a:t>
            </a:r>
          </a:p>
          <a:p>
            <a:pPr marL="171450" indent="-171450">
              <a:lnSpc>
                <a:spcPts val="1450"/>
              </a:lnSpc>
              <a:buFont typeface="Arial" panose="020B0604020202020204" pitchFamily="34" charset="0"/>
              <a:buChar char="•"/>
            </a:pPr>
            <a:r>
              <a:rPr lang="fr-FR" sz="1100" noProof="0">
                <a:solidFill>
                  <a:srgbClr val="3C4D63"/>
                </a:solidFill>
                <a:latin typeface="Calibri" pitchFamily="34" charset="0"/>
                <a:ea typeface="Calibri" pitchFamily="34" charset="-122"/>
                <a:cs typeface="Calibri" pitchFamily="34" charset="-120"/>
              </a:rPr>
              <a:t>Sources à </a:t>
            </a:r>
            <a:r>
              <a:rPr lang="fr-FR" sz="1100">
                <a:solidFill>
                  <a:srgbClr val="3C4D63"/>
                </a:solidFill>
                <a:latin typeface="Calibri" pitchFamily="34" charset="0"/>
                <a:ea typeface="Calibri" pitchFamily="34" charset="-122"/>
                <a:cs typeface="Calibri" pitchFamily="34" charset="-120"/>
              </a:rPr>
              <a:t>utiliser &amp; leur ordre de priorité;</a:t>
            </a:r>
            <a:r>
              <a:rPr lang="fr-FR" sz="1100" noProof="0">
                <a:solidFill>
                  <a:srgbClr val="3C4D63"/>
                </a:solidFill>
                <a:latin typeface="Calibri" pitchFamily="34" charset="0"/>
                <a:ea typeface="Calibri" pitchFamily="34" charset="-122"/>
                <a:cs typeface="Calibri" pitchFamily="34" charset="-120"/>
              </a:rPr>
              <a:t> </a:t>
            </a:r>
            <a:endParaRPr lang="fr-FR" sz="1100">
              <a:solidFill>
                <a:srgbClr val="3C4D63"/>
              </a:solidFill>
              <a:latin typeface="Calibri" pitchFamily="34" charset="0"/>
              <a:ea typeface="Calibri" pitchFamily="34" charset="-122"/>
              <a:cs typeface="Calibri" pitchFamily="34" charset="-120"/>
            </a:endParaRPr>
          </a:p>
          <a:p>
            <a:pPr marL="171450" indent="-171450">
              <a:lnSpc>
                <a:spcPts val="1450"/>
              </a:lnSpc>
              <a:buFont typeface="Arial" panose="020B0604020202020204" pitchFamily="34" charset="0"/>
              <a:buChar char="•"/>
            </a:pPr>
            <a:r>
              <a:rPr lang="fr-FR" sz="1100" noProof="0">
                <a:solidFill>
                  <a:srgbClr val="3C4D63"/>
                </a:solidFill>
                <a:latin typeface="Calibri" pitchFamily="34" charset="0"/>
                <a:ea typeface="Calibri" pitchFamily="34" charset="-122"/>
                <a:cs typeface="Calibri" pitchFamily="34" charset="-120"/>
              </a:rPr>
              <a:t>Terminologie &amp; Acronymes cohérents;</a:t>
            </a:r>
          </a:p>
          <a:p>
            <a:pPr marL="171450" indent="-171450">
              <a:lnSpc>
                <a:spcPts val="1450"/>
              </a:lnSpc>
              <a:buFont typeface="Arial" panose="020B0604020202020204" pitchFamily="34" charset="0"/>
              <a:buChar char="•"/>
            </a:pPr>
            <a:r>
              <a:rPr lang="fr-FR" sz="1100">
                <a:solidFill>
                  <a:srgbClr val="3C4D63"/>
                </a:solidFill>
                <a:latin typeface="Calibri" pitchFamily="34" charset="0"/>
                <a:ea typeface="Calibri" pitchFamily="34" charset="-122"/>
                <a:cs typeface="Calibri" pitchFamily="34" charset="-120"/>
              </a:rPr>
              <a:t>Ton, style et format des réponses.</a:t>
            </a:r>
            <a:endParaRPr lang="fr-FR" sz="1100" noProof="0">
              <a:solidFill>
                <a:srgbClr val="3C4D63"/>
              </a:solidFill>
              <a:latin typeface="Calibri" pitchFamily="34" charset="0"/>
              <a:ea typeface="Calibri" pitchFamily="34" charset="-122"/>
              <a:cs typeface="Calibri" pitchFamily="34" charset="-120"/>
            </a:endParaRPr>
          </a:p>
        </p:txBody>
      </p:sp>
      <p:sp>
        <p:nvSpPr>
          <p:cNvPr id="11" name="Shape 9"/>
          <p:cNvSpPr/>
          <p:nvPr/>
        </p:nvSpPr>
        <p:spPr>
          <a:xfrm>
            <a:off x="457200" y="2249424"/>
            <a:ext cx="8229600" cy="822960"/>
          </a:xfrm>
          <a:prstGeom prst="rect">
            <a:avLst/>
          </a:prstGeom>
          <a:solidFill>
            <a:srgbClr val="FFFFFF"/>
          </a:solidFill>
          <a:ln w="12700">
            <a:solidFill>
              <a:srgbClr val="DCE4EE"/>
            </a:solidFill>
            <a:prstDash val="solid"/>
          </a:ln>
          <a:effectLst>
            <a:outerShdw blurRad="88900" dist="38100" dir="5400000" algn="bl" rotWithShape="0">
              <a:srgbClr val="0E2240">
                <a:alpha val="10000"/>
              </a:srgbClr>
            </a:outerShdw>
          </a:effectLst>
        </p:spPr>
        <p:txBody>
          <a:bodyPr/>
          <a:lstStyle/>
          <a:p>
            <a:endParaRPr lang="fr-FR" noProof="0"/>
          </a:p>
        </p:txBody>
      </p:sp>
      <p:sp>
        <p:nvSpPr>
          <p:cNvPr id="12" name="Shape 10"/>
          <p:cNvSpPr/>
          <p:nvPr/>
        </p:nvSpPr>
        <p:spPr>
          <a:xfrm>
            <a:off x="457200" y="2249424"/>
            <a:ext cx="914400" cy="822960"/>
          </a:xfrm>
          <a:prstGeom prst="rect">
            <a:avLst/>
          </a:prstGeom>
          <a:solidFill>
            <a:srgbClr val="1C4E80"/>
          </a:solidFill>
          <a:ln/>
        </p:spPr>
        <p:txBody>
          <a:bodyPr/>
          <a:lstStyle/>
          <a:p>
            <a:endParaRPr lang="fr-FR" noProof="0"/>
          </a:p>
        </p:txBody>
      </p:sp>
      <p:sp>
        <p:nvSpPr>
          <p:cNvPr id="13" name="Text 11"/>
          <p:cNvSpPr/>
          <p:nvPr/>
        </p:nvSpPr>
        <p:spPr>
          <a:xfrm>
            <a:off x="457200" y="2249424"/>
            <a:ext cx="914400" cy="822960"/>
          </a:xfrm>
          <a:prstGeom prst="rect">
            <a:avLst/>
          </a:prstGeom>
          <a:noFill/>
          <a:ln/>
        </p:spPr>
        <p:txBody>
          <a:bodyPr wrap="square" rtlCol="0" anchor="ctr"/>
          <a:lstStyle/>
          <a:p>
            <a:pPr marL="0" indent="0" algn="ctr">
              <a:buNone/>
            </a:pPr>
            <a:r>
              <a:rPr lang="fr-FR" sz="2800" b="1" noProof="0">
                <a:solidFill>
                  <a:srgbClr val="FFFFFF"/>
                </a:solidFill>
                <a:latin typeface="Trebuchet MS" pitchFamily="34" charset="0"/>
                <a:ea typeface="Trebuchet MS" pitchFamily="34" charset="-122"/>
                <a:cs typeface="Trebuchet MS" pitchFamily="34" charset="-120"/>
              </a:rPr>
              <a:t>2</a:t>
            </a:r>
            <a:endParaRPr lang="fr-FR" sz="2800" noProof="0"/>
          </a:p>
        </p:txBody>
      </p:sp>
      <p:sp>
        <p:nvSpPr>
          <p:cNvPr id="14" name="Text 12"/>
          <p:cNvSpPr/>
          <p:nvPr/>
        </p:nvSpPr>
        <p:spPr>
          <a:xfrm>
            <a:off x="1572768" y="2368296"/>
            <a:ext cx="2743200" cy="365760"/>
          </a:xfrm>
          <a:prstGeom prst="rect">
            <a:avLst/>
          </a:prstGeom>
          <a:noFill/>
          <a:ln/>
        </p:spPr>
        <p:txBody>
          <a:bodyPr wrap="square" rtlCol="0" anchor="ctr"/>
          <a:lstStyle/>
          <a:p>
            <a:pPr marL="0" indent="0">
              <a:buNone/>
            </a:pPr>
            <a:r>
              <a:rPr lang="fr-FR" sz="1500" b="1" noProof="0">
                <a:solidFill>
                  <a:srgbClr val="16273D"/>
                </a:solidFill>
                <a:latin typeface="Trebuchet MS" pitchFamily="34" charset="0"/>
                <a:ea typeface="Trebuchet MS" pitchFamily="34" charset="-122"/>
                <a:cs typeface="Trebuchet MS" pitchFamily="34" charset="-120"/>
              </a:rPr>
              <a:t>Instructions de source</a:t>
            </a:r>
            <a:endParaRPr lang="fr-FR" sz="1500" noProof="0"/>
          </a:p>
        </p:txBody>
      </p:sp>
      <p:sp>
        <p:nvSpPr>
          <p:cNvPr id="15" name="Text 13"/>
          <p:cNvSpPr/>
          <p:nvPr/>
        </p:nvSpPr>
        <p:spPr>
          <a:xfrm>
            <a:off x="1572768" y="2706624"/>
            <a:ext cx="2743200" cy="256032"/>
          </a:xfrm>
          <a:prstGeom prst="rect">
            <a:avLst/>
          </a:prstGeom>
          <a:noFill/>
          <a:ln/>
        </p:spPr>
        <p:txBody>
          <a:bodyPr wrap="square" rtlCol="0" anchor="ctr"/>
          <a:lstStyle/>
          <a:p>
            <a:pPr marL="0" indent="0">
              <a:buNone/>
            </a:pPr>
            <a:r>
              <a:rPr lang="fr-FR" sz="950" b="1" kern="0" spc="100" noProof="0">
                <a:solidFill>
                  <a:srgbClr val="F26522"/>
                </a:solidFill>
                <a:latin typeface="Calibri" pitchFamily="34" charset="0"/>
                <a:ea typeface="Calibri" pitchFamily="34" charset="-122"/>
                <a:cs typeface="Calibri" pitchFamily="34" charset="-120"/>
              </a:rPr>
              <a:t>PAR SOURCE DE DONNÉES</a:t>
            </a:r>
            <a:endParaRPr lang="fr-FR" sz="950" noProof="0"/>
          </a:p>
        </p:txBody>
      </p:sp>
      <p:sp>
        <p:nvSpPr>
          <p:cNvPr id="16" name="Text 14"/>
          <p:cNvSpPr/>
          <p:nvPr/>
        </p:nvSpPr>
        <p:spPr>
          <a:xfrm>
            <a:off x="4434840" y="2340864"/>
            <a:ext cx="4114800" cy="640080"/>
          </a:xfrm>
          <a:prstGeom prst="rect">
            <a:avLst/>
          </a:prstGeom>
          <a:noFill/>
          <a:ln/>
        </p:spPr>
        <p:txBody>
          <a:bodyPr wrap="square" rtlCol="0" anchor="ctr"/>
          <a:lstStyle/>
          <a:p>
            <a:pPr marL="171450" indent="-171450">
              <a:lnSpc>
                <a:spcPts val="1450"/>
              </a:lnSpc>
              <a:buFont typeface="Arial" panose="020B0604020202020204" pitchFamily="34" charset="0"/>
              <a:buChar char="•"/>
            </a:pPr>
            <a:r>
              <a:rPr lang="fr-FR" sz="1100">
                <a:solidFill>
                  <a:srgbClr val="3C4D63"/>
                </a:solidFill>
                <a:latin typeface="Calibri" pitchFamily="34" charset="0"/>
                <a:ea typeface="Calibri" pitchFamily="34" charset="-122"/>
                <a:cs typeface="Calibri" pitchFamily="34" charset="-120"/>
              </a:rPr>
              <a:t>Tabl</a:t>
            </a:r>
            <a:r>
              <a:rPr lang="fr-FR" sz="1100" noProof="0">
                <a:solidFill>
                  <a:srgbClr val="3C4D63"/>
                </a:solidFill>
                <a:latin typeface="Calibri" pitchFamily="34" charset="0"/>
                <a:ea typeface="Calibri" pitchFamily="34" charset="-122"/>
                <a:cs typeface="Calibri" pitchFamily="34" charset="-120"/>
              </a:rPr>
              <a:t>es et colonnes pertinentes</a:t>
            </a:r>
            <a:r>
              <a:rPr lang="fr-FR" sz="1100">
                <a:solidFill>
                  <a:srgbClr val="3C4D63"/>
                </a:solidFill>
                <a:latin typeface="Calibri" pitchFamily="34" charset="0"/>
                <a:ea typeface="Calibri" pitchFamily="34" charset="-122"/>
                <a:cs typeface="Calibri" pitchFamily="34" charset="-120"/>
              </a:rPr>
              <a:t>;</a:t>
            </a:r>
            <a:endParaRPr lang="fr-FR" sz="1100" noProof="0">
              <a:solidFill>
                <a:srgbClr val="3C4D63"/>
              </a:solidFill>
              <a:latin typeface="Calibri" pitchFamily="34" charset="0"/>
              <a:ea typeface="Calibri" pitchFamily="34" charset="-122"/>
              <a:cs typeface="Calibri" pitchFamily="34" charset="-120"/>
            </a:endParaRPr>
          </a:p>
          <a:p>
            <a:pPr marL="171450" indent="-171450">
              <a:lnSpc>
                <a:spcPts val="1450"/>
              </a:lnSpc>
              <a:buFont typeface="Arial" panose="020B0604020202020204" pitchFamily="34" charset="0"/>
              <a:buChar char="•"/>
            </a:pPr>
            <a:r>
              <a:rPr lang="fr-FR" sz="1100">
                <a:solidFill>
                  <a:srgbClr val="3C4D63"/>
                </a:solidFill>
                <a:latin typeface="Calibri" pitchFamily="34" charset="0"/>
                <a:ea typeface="Calibri" pitchFamily="34" charset="-122"/>
                <a:cs typeface="Calibri" pitchFamily="34" charset="-120"/>
              </a:rPr>
              <a:t>Relations;</a:t>
            </a:r>
          </a:p>
          <a:p>
            <a:pPr marL="171450" indent="-171450">
              <a:lnSpc>
                <a:spcPts val="1450"/>
              </a:lnSpc>
              <a:buFont typeface="Arial" panose="020B0604020202020204" pitchFamily="34" charset="0"/>
              <a:buChar char="•"/>
            </a:pPr>
            <a:r>
              <a:rPr lang="fr-FR" sz="1100" noProof="0">
                <a:solidFill>
                  <a:srgbClr val="3C4D63"/>
                </a:solidFill>
                <a:latin typeface="Calibri" pitchFamily="34" charset="0"/>
                <a:ea typeface="Calibri" pitchFamily="34" charset="-122"/>
                <a:cs typeface="Calibri" pitchFamily="34" charset="-120"/>
              </a:rPr>
              <a:t>Logique de re</a:t>
            </a:r>
            <a:r>
              <a:rPr lang="fr-FR" sz="1100">
                <a:solidFill>
                  <a:srgbClr val="3C4D63"/>
                </a:solidFill>
                <a:latin typeface="Calibri" pitchFamily="34" charset="0"/>
                <a:ea typeface="Calibri" pitchFamily="34" charset="-122"/>
                <a:cs typeface="Calibri" pitchFamily="34" charset="-120"/>
              </a:rPr>
              <a:t>quête en SQL / DAX / KQL / GQL.</a:t>
            </a:r>
            <a:endParaRPr lang="fr-FR" sz="1100" noProof="0"/>
          </a:p>
        </p:txBody>
      </p:sp>
      <p:sp>
        <p:nvSpPr>
          <p:cNvPr id="17" name="Shape 15"/>
          <p:cNvSpPr/>
          <p:nvPr/>
        </p:nvSpPr>
        <p:spPr>
          <a:xfrm>
            <a:off x="457200" y="3200400"/>
            <a:ext cx="8229600" cy="822960"/>
          </a:xfrm>
          <a:prstGeom prst="rect">
            <a:avLst/>
          </a:prstGeom>
          <a:solidFill>
            <a:srgbClr val="FFFFFF"/>
          </a:solidFill>
          <a:ln w="12700">
            <a:solidFill>
              <a:srgbClr val="DCE4EE"/>
            </a:solidFill>
            <a:prstDash val="solid"/>
          </a:ln>
          <a:effectLst>
            <a:outerShdw blurRad="88900" dist="38100" dir="5400000" algn="bl" rotWithShape="0">
              <a:srgbClr val="0E2240">
                <a:alpha val="10000"/>
              </a:srgbClr>
            </a:outerShdw>
          </a:effectLst>
        </p:spPr>
        <p:txBody>
          <a:bodyPr/>
          <a:lstStyle/>
          <a:p>
            <a:endParaRPr lang="fr-FR" noProof="0"/>
          </a:p>
        </p:txBody>
      </p:sp>
      <p:sp>
        <p:nvSpPr>
          <p:cNvPr id="18" name="Shape 16"/>
          <p:cNvSpPr/>
          <p:nvPr/>
        </p:nvSpPr>
        <p:spPr>
          <a:xfrm>
            <a:off x="457200" y="3200400"/>
            <a:ext cx="914400" cy="822960"/>
          </a:xfrm>
          <a:prstGeom prst="rect">
            <a:avLst/>
          </a:prstGeom>
          <a:solidFill>
            <a:srgbClr val="2E6BB0"/>
          </a:solidFill>
          <a:ln/>
        </p:spPr>
        <p:txBody>
          <a:bodyPr/>
          <a:lstStyle/>
          <a:p>
            <a:endParaRPr lang="fr-FR" noProof="0"/>
          </a:p>
        </p:txBody>
      </p:sp>
      <p:sp>
        <p:nvSpPr>
          <p:cNvPr id="19" name="Text 17"/>
          <p:cNvSpPr/>
          <p:nvPr/>
        </p:nvSpPr>
        <p:spPr>
          <a:xfrm>
            <a:off x="457200" y="3200400"/>
            <a:ext cx="914400" cy="822960"/>
          </a:xfrm>
          <a:prstGeom prst="rect">
            <a:avLst/>
          </a:prstGeom>
          <a:noFill/>
          <a:ln/>
        </p:spPr>
        <p:txBody>
          <a:bodyPr wrap="square" rtlCol="0" anchor="ctr"/>
          <a:lstStyle/>
          <a:p>
            <a:pPr marL="0" indent="0" algn="ctr">
              <a:buNone/>
            </a:pPr>
            <a:r>
              <a:rPr lang="fr-FR" sz="2800" b="1" noProof="0">
                <a:solidFill>
                  <a:srgbClr val="FFFFFF"/>
                </a:solidFill>
                <a:latin typeface="Trebuchet MS" pitchFamily="34" charset="0"/>
                <a:ea typeface="Trebuchet MS" pitchFamily="34" charset="-122"/>
                <a:cs typeface="Trebuchet MS" pitchFamily="34" charset="-120"/>
              </a:rPr>
              <a:t>3</a:t>
            </a:r>
            <a:endParaRPr lang="fr-FR" sz="2800" noProof="0"/>
          </a:p>
        </p:txBody>
      </p:sp>
      <p:sp>
        <p:nvSpPr>
          <p:cNvPr id="20" name="Text 18"/>
          <p:cNvSpPr/>
          <p:nvPr/>
        </p:nvSpPr>
        <p:spPr>
          <a:xfrm>
            <a:off x="1572768" y="3319272"/>
            <a:ext cx="2743200" cy="365760"/>
          </a:xfrm>
          <a:prstGeom prst="rect">
            <a:avLst/>
          </a:prstGeom>
          <a:noFill/>
          <a:ln/>
        </p:spPr>
        <p:txBody>
          <a:bodyPr wrap="square" rtlCol="0" anchor="ctr"/>
          <a:lstStyle/>
          <a:p>
            <a:pPr marL="0" indent="0">
              <a:buNone/>
            </a:pPr>
            <a:r>
              <a:rPr lang="fr-FR" sz="1500" b="1" noProof="0">
                <a:solidFill>
                  <a:srgbClr val="16273D"/>
                </a:solidFill>
                <a:latin typeface="Trebuchet MS" pitchFamily="34" charset="0"/>
                <a:ea typeface="Trebuchet MS" pitchFamily="34" charset="-122"/>
                <a:cs typeface="Trebuchet MS" pitchFamily="34" charset="-120"/>
              </a:rPr>
              <a:t>Exemples de requêtes</a:t>
            </a:r>
            <a:endParaRPr lang="fr-FR" sz="1500" noProof="0"/>
          </a:p>
        </p:txBody>
      </p:sp>
      <p:sp>
        <p:nvSpPr>
          <p:cNvPr id="22" name="Text 20"/>
          <p:cNvSpPr/>
          <p:nvPr/>
        </p:nvSpPr>
        <p:spPr>
          <a:xfrm>
            <a:off x="4434840" y="3291840"/>
            <a:ext cx="4114800" cy="640080"/>
          </a:xfrm>
          <a:prstGeom prst="rect">
            <a:avLst/>
          </a:prstGeom>
          <a:noFill/>
          <a:ln/>
        </p:spPr>
        <p:txBody>
          <a:bodyPr wrap="square" rtlCol="0" anchor="ctr"/>
          <a:lstStyle/>
          <a:p>
            <a:pPr marL="0" indent="0">
              <a:lnSpc>
                <a:spcPts val="1450"/>
              </a:lnSpc>
              <a:buNone/>
            </a:pPr>
            <a:r>
              <a:rPr lang="fr-FR" sz="1100">
                <a:solidFill>
                  <a:srgbClr val="3C4D63"/>
                </a:solidFill>
                <a:latin typeface="Calibri" pitchFamily="34" charset="0"/>
                <a:ea typeface="Calibri" pitchFamily="34" charset="-122"/>
                <a:cs typeface="Calibri" pitchFamily="34" charset="-120"/>
              </a:rPr>
              <a:t>Selon la source : </a:t>
            </a:r>
          </a:p>
          <a:p>
            <a:pPr marL="171450" indent="-171450">
              <a:lnSpc>
                <a:spcPts val="1450"/>
              </a:lnSpc>
              <a:buFont typeface="Arial" panose="020B0604020202020204" pitchFamily="34" charset="0"/>
              <a:buChar char="•"/>
            </a:pPr>
            <a:r>
              <a:rPr lang="fr-FR" sz="1100">
                <a:solidFill>
                  <a:srgbClr val="3C4D63"/>
                </a:solidFill>
                <a:latin typeface="Calibri" pitchFamily="34" charset="0"/>
                <a:ea typeface="Calibri" pitchFamily="34" charset="-122"/>
                <a:cs typeface="Calibri" pitchFamily="34" charset="-120"/>
              </a:rPr>
              <a:t>Possibilité d’inclure des r</a:t>
            </a:r>
            <a:r>
              <a:rPr lang="fr-FR" sz="1100" noProof="0" err="1">
                <a:solidFill>
                  <a:srgbClr val="3C4D63"/>
                </a:solidFill>
                <a:latin typeface="Calibri" pitchFamily="34" charset="0"/>
                <a:ea typeface="Calibri" pitchFamily="34" charset="-122"/>
                <a:cs typeface="Calibri" pitchFamily="34" charset="-120"/>
              </a:rPr>
              <a:t>equêtes</a:t>
            </a:r>
            <a:r>
              <a:rPr lang="fr-FR" sz="1100" noProof="0">
                <a:solidFill>
                  <a:srgbClr val="3C4D63"/>
                </a:solidFill>
                <a:latin typeface="Calibri" pitchFamily="34" charset="0"/>
                <a:ea typeface="Calibri" pitchFamily="34" charset="-122"/>
                <a:cs typeface="Calibri" pitchFamily="34" charset="-120"/>
              </a:rPr>
              <a:t> de référence qui </a:t>
            </a:r>
            <a:r>
              <a:rPr lang="fr-FR" sz="1100">
                <a:solidFill>
                  <a:srgbClr val="3C4D63"/>
                </a:solidFill>
                <a:latin typeface="Calibri" pitchFamily="34" charset="0"/>
                <a:ea typeface="Calibri" pitchFamily="34" charset="-122"/>
                <a:cs typeface="Calibri" pitchFamily="34" charset="-120"/>
              </a:rPr>
              <a:t>aident</a:t>
            </a:r>
            <a:r>
              <a:rPr lang="fr-FR" sz="1100" noProof="0">
                <a:solidFill>
                  <a:srgbClr val="3C4D63"/>
                </a:solidFill>
                <a:latin typeface="Calibri" pitchFamily="34" charset="0"/>
                <a:ea typeface="Calibri" pitchFamily="34" charset="-122"/>
                <a:cs typeface="Calibri" pitchFamily="34" charset="-120"/>
              </a:rPr>
              <a:t> l'agent à répondre aux questions fréquentes ou complexes.</a:t>
            </a:r>
          </a:p>
        </p:txBody>
      </p:sp>
      <p:sp>
        <p:nvSpPr>
          <p:cNvPr id="23" name="Shape 21"/>
          <p:cNvSpPr/>
          <p:nvPr/>
        </p:nvSpPr>
        <p:spPr>
          <a:xfrm>
            <a:off x="457200" y="4169664"/>
            <a:ext cx="8229600" cy="512064"/>
          </a:xfrm>
          <a:prstGeom prst="rect">
            <a:avLst/>
          </a:prstGeom>
          <a:solidFill>
            <a:srgbClr val="EAF0F8"/>
          </a:solidFill>
          <a:ln/>
        </p:spPr>
        <p:txBody>
          <a:bodyPr/>
          <a:lstStyle/>
          <a:p>
            <a:endParaRPr lang="fr-FR" noProof="0"/>
          </a:p>
        </p:txBody>
      </p:sp>
      <p:sp>
        <p:nvSpPr>
          <p:cNvPr id="24" name="Shape 22"/>
          <p:cNvSpPr/>
          <p:nvPr/>
        </p:nvSpPr>
        <p:spPr>
          <a:xfrm>
            <a:off x="457200" y="4169664"/>
            <a:ext cx="82296" cy="512064"/>
          </a:xfrm>
          <a:prstGeom prst="rect">
            <a:avLst/>
          </a:prstGeom>
          <a:solidFill>
            <a:srgbClr val="F26522"/>
          </a:solidFill>
          <a:ln/>
        </p:spPr>
        <p:txBody>
          <a:bodyPr/>
          <a:lstStyle/>
          <a:p>
            <a:endParaRPr lang="fr-FR" noProof="0"/>
          </a:p>
        </p:txBody>
      </p:sp>
      <p:sp>
        <p:nvSpPr>
          <p:cNvPr id="25" name="Text 23"/>
          <p:cNvSpPr/>
          <p:nvPr/>
        </p:nvSpPr>
        <p:spPr>
          <a:xfrm>
            <a:off x="685800" y="4169664"/>
            <a:ext cx="7863840" cy="512064"/>
          </a:xfrm>
          <a:prstGeom prst="rect">
            <a:avLst/>
          </a:prstGeom>
          <a:noFill/>
          <a:ln/>
        </p:spPr>
        <p:txBody>
          <a:bodyPr wrap="square" rtlCol="0" anchor="ctr"/>
          <a:lstStyle/>
          <a:p>
            <a:pPr marL="0" indent="0">
              <a:lnSpc>
                <a:spcPts val="1350"/>
              </a:lnSpc>
              <a:buNone/>
            </a:pPr>
            <a:r>
              <a:rPr lang="fr-FR" sz="1050" b="1" noProof="0">
                <a:solidFill>
                  <a:srgbClr val="16273D"/>
                </a:solidFill>
                <a:latin typeface="Calibri" pitchFamily="34" charset="0"/>
                <a:ea typeface="Calibri" pitchFamily="34" charset="-122"/>
                <a:cs typeface="Calibri" pitchFamily="34" charset="-120"/>
              </a:rPr>
              <a:t>Astuce : </a:t>
            </a:r>
            <a:r>
              <a:rPr lang="fr-FR" sz="1050" noProof="0">
                <a:solidFill>
                  <a:srgbClr val="3C4D63"/>
                </a:solidFill>
                <a:latin typeface="Calibri" pitchFamily="34" charset="0"/>
                <a:ea typeface="Calibri" pitchFamily="34" charset="-122"/>
                <a:cs typeface="Calibri" pitchFamily="34" charset="-120"/>
              </a:rPr>
              <a:t>Pour un agent basé sur un modèle sémantique ± ontologie, tout doit être adressé dans les instructions globales : comportement, sources, terminologie et exemples. La génération DAX s'appuie sur les métadonnées du modèle, pas sur des instructions de source.</a:t>
            </a:r>
            <a:endParaRPr lang="fr-FR" sz="1050" noProof="0"/>
          </a:p>
        </p:txBody>
      </p:sp>
      <p:pic>
        <p:nvPicPr>
          <p:cNvPr id="29" name="Image 28">
            <a:extLst>
              <a:ext uri="{FF2B5EF4-FFF2-40B4-BE49-F238E27FC236}">
                <a16:creationId xmlns:a16="http://schemas.microsoft.com/office/drawing/2014/main" id="{8B948D88-8E97-11C0-535F-F64B3ECA07AD}"/>
              </a:ext>
            </a:extLst>
          </p:cNvPr>
          <p:cNvPicPr>
            <a:picLocks noChangeAspect="1"/>
          </p:cNvPicPr>
          <p:nvPr/>
        </p:nvPicPr>
        <p:blipFill>
          <a:blip r:embed="rId3"/>
          <a:stretch>
            <a:fillRect/>
          </a:stretch>
        </p:blipFill>
        <p:spPr>
          <a:xfrm>
            <a:off x="63322" y="4764044"/>
            <a:ext cx="315050" cy="324277"/>
          </a:xfrm>
          <a:prstGeom prst="rect">
            <a:avLst/>
          </a:prstGeom>
        </p:spPr>
      </p:pic>
      <p:sp>
        <p:nvSpPr>
          <p:cNvPr id="21" name="Slide Number Placeholder 20">
            <a:extLst>
              <a:ext uri="{FF2B5EF4-FFF2-40B4-BE49-F238E27FC236}">
                <a16:creationId xmlns:a16="http://schemas.microsoft.com/office/drawing/2014/main" id="{8F171992-14C9-4294-050F-0AADAB752A67}"/>
              </a:ext>
            </a:extLst>
          </p:cNvPr>
          <p:cNvSpPr>
            <a:spLocks noGrp="1"/>
          </p:cNvSpPr>
          <p:nvPr>
            <p:ph type="sldNum" sz="quarter" idx="12"/>
          </p:nvPr>
        </p:nvSpPr>
        <p:spPr/>
        <p:txBody>
          <a:bodyPr/>
          <a:lstStyle/>
          <a:p>
            <a:r>
              <a:rPr lang="fr-FR" b="1">
                <a:solidFill>
                  <a:srgbClr val="F26522"/>
                </a:solidFill>
                <a:latin typeface="Calibri" pitchFamily="34" charset="0"/>
                <a:ea typeface="Calibri" pitchFamily="34" charset="-122"/>
                <a:cs typeface="Calibri" pitchFamily="34" charset="-120"/>
              </a:rPr>
              <a:t>Expertime</a:t>
            </a:r>
            <a:r>
              <a:rPr lang="fr-FR">
                <a:solidFill>
                  <a:srgbClr val="5C6B7F"/>
                </a:solidFill>
                <a:latin typeface="Calibri" pitchFamily="34" charset="0"/>
                <a:ea typeface="Calibri" pitchFamily="34" charset="-122"/>
                <a:cs typeface="Calibri" pitchFamily="34" charset="-120"/>
              </a:rPr>
              <a:t>   | </a:t>
            </a:r>
            <a:fld id="{58E94494-CE21-4E82-948B-6B5BB0295547}" type="slidenum">
              <a:rPr lang="fr-FR" smtClean="0"/>
              <a:pPr/>
              <a:t>11</a:t>
            </a:fld>
            <a:endParaRPr lang="fr-FR" sz="85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a:extLst>
            <a:ext uri="{FF2B5EF4-FFF2-40B4-BE49-F238E27FC236}">
              <a16:creationId xmlns:a16="http://schemas.microsoft.com/office/drawing/2014/main" id="{0A68ADBB-8BFB-C8EF-D990-9DF8CEFDAD64}"/>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EA5B8E3-BC34-A1D9-1741-B25B5B5772E6}"/>
              </a:ext>
            </a:extLst>
          </p:cNvPr>
          <p:cNvSpPr/>
          <p:nvPr/>
        </p:nvSpPr>
        <p:spPr>
          <a:xfrm>
            <a:off x="457200" y="384048"/>
            <a:ext cx="146304" cy="146304"/>
          </a:xfrm>
          <a:prstGeom prst="rect">
            <a:avLst/>
          </a:prstGeom>
          <a:solidFill>
            <a:srgbClr val="F26522"/>
          </a:solidFill>
          <a:ln/>
        </p:spPr>
        <p:txBody>
          <a:bodyPr/>
          <a:lstStyle/>
          <a:p>
            <a:endParaRPr lang="fr-FR" noProof="0"/>
          </a:p>
        </p:txBody>
      </p:sp>
      <p:sp>
        <p:nvSpPr>
          <p:cNvPr id="3" name="Text 1">
            <a:extLst>
              <a:ext uri="{FF2B5EF4-FFF2-40B4-BE49-F238E27FC236}">
                <a16:creationId xmlns:a16="http://schemas.microsoft.com/office/drawing/2014/main" id="{9F1F8434-2B1E-C2C5-E599-3DBBC3B6C088}"/>
              </a:ext>
            </a:extLst>
          </p:cNvPr>
          <p:cNvSpPr/>
          <p:nvPr/>
        </p:nvSpPr>
        <p:spPr>
          <a:xfrm>
            <a:off x="713232" y="347472"/>
            <a:ext cx="7955280" cy="237744"/>
          </a:xfrm>
          <a:prstGeom prst="rect">
            <a:avLst/>
          </a:prstGeom>
          <a:noFill/>
          <a:ln/>
        </p:spPr>
        <p:txBody>
          <a:bodyPr wrap="square" rtlCol="0" anchor="ctr"/>
          <a:lstStyle/>
          <a:p>
            <a:pPr marL="0" indent="0">
              <a:buNone/>
            </a:pPr>
            <a:r>
              <a:rPr lang="fr-FR" sz="1100" b="1" kern="0" spc="200" noProof="0">
                <a:solidFill>
                  <a:srgbClr val="F26522"/>
                </a:solidFill>
                <a:latin typeface="Calibri" pitchFamily="34" charset="0"/>
                <a:ea typeface="Calibri" pitchFamily="34" charset="-122"/>
                <a:cs typeface="Calibri" pitchFamily="34" charset="-120"/>
              </a:rPr>
              <a:t>QUALITE DE L’ASSISTANT</a:t>
            </a:r>
            <a:endParaRPr lang="fr-FR" sz="1100" noProof="0"/>
          </a:p>
        </p:txBody>
      </p:sp>
      <p:sp>
        <p:nvSpPr>
          <p:cNvPr id="4" name="Text 2">
            <a:extLst>
              <a:ext uri="{FF2B5EF4-FFF2-40B4-BE49-F238E27FC236}">
                <a16:creationId xmlns:a16="http://schemas.microsoft.com/office/drawing/2014/main" id="{C54DAB42-6F49-7072-5342-6A9E198F90A9}"/>
              </a:ext>
            </a:extLst>
          </p:cNvPr>
          <p:cNvSpPr/>
          <p:nvPr/>
        </p:nvSpPr>
        <p:spPr>
          <a:xfrm>
            <a:off x="438912" y="566928"/>
            <a:ext cx="8266176" cy="566928"/>
          </a:xfrm>
          <a:prstGeom prst="rect">
            <a:avLst/>
          </a:prstGeom>
          <a:noFill/>
          <a:ln/>
        </p:spPr>
        <p:txBody>
          <a:bodyPr wrap="square" rtlCol="0" anchor="ctr"/>
          <a:lstStyle/>
          <a:p>
            <a:pPr marL="0" indent="0">
              <a:buNone/>
            </a:pPr>
            <a:r>
              <a:rPr lang="fr-FR" sz="2600" b="1" noProof="0">
                <a:solidFill>
                  <a:srgbClr val="16273D"/>
                </a:solidFill>
                <a:latin typeface="Trebuchet MS" pitchFamily="34" charset="0"/>
                <a:ea typeface="Trebuchet MS" pitchFamily="34" charset="-122"/>
                <a:cs typeface="Trebuchet MS" pitchFamily="34" charset="-120"/>
              </a:rPr>
              <a:t>Comment évaluer un data agent ?</a:t>
            </a:r>
            <a:endParaRPr lang="fr-FR" sz="2600" noProof="0"/>
          </a:p>
        </p:txBody>
      </p:sp>
      <p:sp>
        <p:nvSpPr>
          <p:cNvPr id="100" name="Card 1"/>
          <p:cNvSpPr/>
          <p:nvPr/>
        </p:nvSpPr>
        <p:spPr>
          <a:xfrm>
            <a:off x="457200" y="1420091"/>
            <a:ext cx="1484986" cy="2182091"/>
          </a:xfrm>
          <a:prstGeom prst="rect">
            <a:avLst/>
          </a:prstGeom>
          <a:solidFill>
            <a:srgbClr val="FFFFFF"/>
          </a:solidFill>
          <a:ln w="12700">
            <a:solidFill>
              <a:srgbClr val="DCE4EE"/>
            </a:solidFill>
            <a:prstDash val="solid"/>
          </a:ln>
          <a:effectLst>
            <a:outerShdw blurRad="88900" dist="38100" dir="5400000" algn="bl" rotWithShape="0">
              <a:srgbClr val="0E2240">
                <a:alpha val="10000"/>
              </a:srgbClr>
            </a:outerShdw>
          </a:effectLst>
        </p:spPr>
        <p:txBody>
          <a:bodyPr/>
          <a:lstStyle/>
          <a:p>
            <a:endParaRPr lang="fr-FR" noProof="0"/>
          </a:p>
        </p:txBody>
      </p:sp>
      <p:sp>
        <p:nvSpPr>
          <p:cNvPr id="101" name="Header 1"/>
          <p:cNvSpPr/>
          <p:nvPr/>
        </p:nvSpPr>
        <p:spPr>
          <a:xfrm>
            <a:off x="457200" y="1420092"/>
            <a:ext cx="1484986" cy="566928"/>
          </a:xfrm>
          <a:prstGeom prst="rect">
            <a:avLst/>
          </a:prstGeom>
          <a:solidFill>
            <a:srgbClr val="0E2240"/>
          </a:solidFill>
          <a:ln/>
        </p:spPr>
        <p:txBody>
          <a:bodyPr/>
          <a:lstStyle/>
          <a:p>
            <a:endParaRPr lang="fr-FR" noProof="0"/>
          </a:p>
        </p:txBody>
      </p:sp>
      <p:sp>
        <p:nvSpPr>
          <p:cNvPr id="102" name="Num 1"/>
          <p:cNvSpPr/>
          <p:nvPr/>
        </p:nvSpPr>
        <p:spPr>
          <a:xfrm>
            <a:off x="461772" y="1475601"/>
            <a:ext cx="502920" cy="457200"/>
          </a:xfrm>
          <a:prstGeom prst="rect">
            <a:avLst/>
          </a:prstGeom>
          <a:noFill/>
          <a:ln/>
        </p:spPr>
        <p:txBody>
          <a:bodyPr wrap="square" rtlCol="0" anchor="ctr"/>
          <a:lstStyle/>
          <a:p>
            <a:pPr marL="0" indent="0" algn="ctr">
              <a:buNone/>
            </a:pPr>
            <a:r>
              <a:rPr lang="fr-FR" sz="1800" b="1" noProof="0">
                <a:solidFill>
                  <a:srgbClr val="F26522"/>
                </a:solidFill>
                <a:latin typeface="Trebuchet MS" pitchFamily="34" charset="0"/>
                <a:ea typeface="Trebuchet MS" pitchFamily="34" charset="-122"/>
                <a:cs typeface="Trebuchet MS" pitchFamily="34" charset="-120"/>
              </a:rPr>
              <a:t>1</a:t>
            </a:r>
            <a:endParaRPr lang="fr-FR" sz="1800" noProof="0"/>
          </a:p>
        </p:txBody>
      </p:sp>
      <p:sp>
        <p:nvSpPr>
          <p:cNvPr id="103" name="Title 1"/>
          <p:cNvSpPr/>
          <p:nvPr/>
        </p:nvSpPr>
        <p:spPr>
          <a:xfrm>
            <a:off x="713232" y="1461240"/>
            <a:ext cx="1186433" cy="457200"/>
          </a:xfrm>
          <a:prstGeom prst="rect">
            <a:avLst/>
          </a:prstGeom>
          <a:noFill/>
          <a:ln/>
        </p:spPr>
        <p:txBody>
          <a:bodyPr wrap="square" rtlCol="0" anchor="ctr"/>
          <a:lstStyle/>
          <a:p>
            <a:pPr marL="0" indent="0" algn="ctr">
              <a:buNone/>
            </a:pPr>
            <a:r>
              <a:rPr lang="fr-FR" sz="1250" b="1" noProof="0">
                <a:solidFill>
                  <a:srgbClr val="FFFFFF"/>
                </a:solidFill>
                <a:latin typeface="Trebuchet MS" pitchFamily="34" charset="0"/>
                <a:ea typeface="Trebuchet MS" pitchFamily="34" charset="-122"/>
                <a:cs typeface="Trebuchet MS" pitchFamily="34" charset="-120"/>
              </a:rPr>
              <a:t>Jeu </a:t>
            </a:r>
            <a:r>
              <a:rPr lang="fr-FR" sz="1250" b="1">
                <a:solidFill>
                  <a:srgbClr val="FFFFFF"/>
                </a:solidFill>
                <a:latin typeface="Trebuchet MS" pitchFamily="34" charset="0"/>
                <a:ea typeface="Trebuchet MS" pitchFamily="34" charset="-122"/>
                <a:cs typeface="Trebuchet MS" pitchFamily="34" charset="-120"/>
              </a:rPr>
              <a:t>de tests représentatif</a:t>
            </a:r>
            <a:endParaRPr lang="fr-FR" sz="1250" noProof="0"/>
          </a:p>
        </p:txBody>
      </p:sp>
      <p:sp>
        <p:nvSpPr>
          <p:cNvPr id="104" name="Desc 1"/>
          <p:cNvSpPr/>
          <p:nvPr/>
        </p:nvSpPr>
        <p:spPr>
          <a:xfrm>
            <a:off x="594360" y="2210630"/>
            <a:ext cx="1210666" cy="1133857"/>
          </a:xfrm>
          <a:prstGeom prst="rect">
            <a:avLst/>
          </a:prstGeom>
          <a:noFill/>
          <a:ln/>
        </p:spPr>
        <p:txBody>
          <a:bodyPr wrap="square" rtlCol="0" anchor="ctr"/>
          <a:lstStyle/>
          <a:p>
            <a:pPr algn="ctr">
              <a:lnSpc>
                <a:spcPts val="1400"/>
              </a:lnSpc>
            </a:pPr>
            <a:r>
              <a:rPr lang="fr-FR" sz="900" noProof="0">
                <a:solidFill>
                  <a:srgbClr val="3C4D63"/>
                </a:solidFill>
                <a:latin typeface="Calibri" pitchFamily="34" charset="0"/>
                <a:ea typeface="Calibri" pitchFamily="34" charset="-122"/>
                <a:cs typeface="Calibri" pitchFamily="34" charset="-120"/>
              </a:rPr>
              <a:t>Construction d’un jeu de questions / réponses métier.</a:t>
            </a:r>
          </a:p>
          <a:p>
            <a:pPr algn="ctr">
              <a:lnSpc>
                <a:spcPts val="1400"/>
              </a:lnSpc>
            </a:pPr>
            <a:endParaRPr lang="fr-FR" sz="900">
              <a:solidFill>
                <a:srgbClr val="3C4D63"/>
              </a:solidFill>
              <a:latin typeface="Calibri" pitchFamily="34" charset="0"/>
              <a:ea typeface="Calibri" pitchFamily="34" charset="-122"/>
              <a:cs typeface="Calibri" pitchFamily="34" charset="-120"/>
            </a:endParaRPr>
          </a:p>
          <a:p>
            <a:pPr algn="ctr">
              <a:lnSpc>
                <a:spcPts val="1400"/>
              </a:lnSpc>
            </a:pPr>
            <a:r>
              <a:rPr lang="fr-FR" sz="900">
                <a:solidFill>
                  <a:srgbClr val="3C4D63"/>
                </a:solidFill>
                <a:latin typeface="Calibri" pitchFamily="34" charset="0"/>
                <a:ea typeface="Calibri" pitchFamily="34" charset="-122"/>
                <a:cs typeface="Calibri" pitchFamily="34" charset="-120"/>
              </a:rPr>
              <a:t>Couverture de cas d’usage clés + cas limites.</a:t>
            </a:r>
          </a:p>
        </p:txBody>
      </p:sp>
      <p:sp>
        <p:nvSpPr>
          <p:cNvPr id="105" name="Conn 1"/>
          <p:cNvSpPr/>
          <p:nvPr/>
        </p:nvSpPr>
        <p:spPr>
          <a:xfrm>
            <a:off x="1960474" y="1584684"/>
            <a:ext cx="164592" cy="128016"/>
          </a:xfrm>
          <a:prstGeom prst="rect">
            <a:avLst/>
          </a:prstGeom>
          <a:solidFill>
            <a:srgbClr val="F26522"/>
          </a:solidFill>
          <a:ln/>
        </p:spPr>
        <p:txBody>
          <a:bodyPr/>
          <a:lstStyle/>
          <a:p>
            <a:endParaRPr lang="fr-FR" noProof="0"/>
          </a:p>
        </p:txBody>
      </p:sp>
      <p:sp>
        <p:nvSpPr>
          <p:cNvPr id="106" name="Card 2"/>
          <p:cNvSpPr/>
          <p:nvPr/>
        </p:nvSpPr>
        <p:spPr>
          <a:xfrm>
            <a:off x="2143354" y="1420091"/>
            <a:ext cx="1484986" cy="2182091"/>
          </a:xfrm>
          <a:prstGeom prst="rect">
            <a:avLst/>
          </a:prstGeom>
          <a:solidFill>
            <a:srgbClr val="FFFFFF"/>
          </a:solidFill>
          <a:ln w="12700">
            <a:solidFill>
              <a:srgbClr val="DCE4EE"/>
            </a:solidFill>
            <a:prstDash val="solid"/>
          </a:ln>
          <a:effectLst>
            <a:outerShdw blurRad="88900" dist="38100" dir="5400000" algn="bl" rotWithShape="0">
              <a:srgbClr val="0E2240">
                <a:alpha val="10000"/>
              </a:srgbClr>
            </a:outerShdw>
          </a:effectLst>
        </p:spPr>
        <p:txBody>
          <a:bodyPr/>
          <a:lstStyle/>
          <a:p>
            <a:endParaRPr lang="fr-FR" noProof="0"/>
          </a:p>
        </p:txBody>
      </p:sp>
      <p:sp>
        <p:nvSpPr>
          <p:cNvPr id="107" name="Header 2"/>
          <p:cNvSpPr/>
          <p:nvPr/>
        </p:nvSpPr>
        <p:spPr>
          <a:xfrm>
            <a:off x="2143354" y="1420092"/>
            <a:ext cx="1484986" cy="566928"/>
          </a:xfrm>
          <a:prstGeom prst="rect">
            <a:avLst/>
          </a:prstGeom>
          <a:solidFill>
            <a:srgbClr val="1C4E80"/>
          </a:solidFill>
          <a:ln/>
        </p:spPr>
        <p:txBody>
          <a:bodyPr/>
          <a:lstStyle/>
          <a:p>
            <a:endParaRPr lang="fr-FR" noProof="0"/>
          </a:p>
        </p:txBody>
      </p:sp>
      <p:sp>
        <p:nvSpPr>
          <p:cNvPr id="108" name="Num 2"/>
          <p:cNvSpPr/>
          <p:nvPr/>
        </p:nvSpPr>
        <p:spPr>
          <a:xfrm>
            <a:off x="2156613" y="1469618"/>
            <a:ext cx="502920" cy="457200"/>
          </a:xfrm>
          <a:prstGeom prst="rect">
            <a:avLst/>
          </a:prstGeom>
          <a:noFill/>
          <a:ln/>
        </p:spPr>
        <p:txBody>
          <a:bodyPr wrap="square" rtlCol="0" anchor="ctr"/>
          <a:lstStyle/>
          <a:p>
            <a:pPr marL="0" indent="0" algn="ctr">
              <a:buNone/>
            </a:pPr>
            <a:r>
              <a:rPr lang="fr-FR" sz="1800" b="1" noProof="0">
                <a:solidFill>
                  <a:srgbClr val="F26522"/>
                </a:solidFill>
                <a:latin typeface="Trebuchet MS" pitchFamily="34" charset="0"/>
                <a:ea typeface="Trebuchet MS" pitchFamily="34" charset="-122"/>
                <a:cs typeface="Trebuchet MS" pitchFamily="34" charset="-120"/>
              </a:rPr>
              <a:t>2</a:t>
            </a:r>
            <a:endParaRPr lang="fr-FR" sz="1800" noProof="0"/>
          </a:p>
        </p:txBody>
      </p:sp>
      <p:sp>
        <p:nvSpPr>
          <p:cNvPr id="109" name="Title 2"/>
          <p:cNvSpPr/>
          <p:nvPr/>
        </p:nvSpPr>
        <p:spPr>
          <a:xfrm>
            <a:off x="2432858" y="1461240"/>
            <a:ext cx="1134216" cy="457200"/>
          </a:xfrm>
          <a:prstGeom prst="rect">
            <a:avLst/>
          </a:prstGeom>
          <a:noFill/>
          <a:ln/>
        </p:spPr>
        <p:txBody>
          <a:bodyPr wrap="square" rtlCol="0" anchor="ctr"/>
          <a:lstStyle/>
          <a:p>
            <a:pPr marL="0" indent="0" algn="ctr">
              <a:buNone/>
            </a:pPr>
            <a:r>
              <a:rPr lang="fr-FR" sz="1250" b="1" noProof="0">
                <a:solidFill>
                  <a:srgbClr val="FFFFFF"/>
                </a:solidFill>
                <a:latin typeface="Trebuchet MS" pitchFamily="34" charset="0"/>
                <a:ea typeface="Trebuchet MS" pitchFamily="34" charset="-122"/>
                <a:cs typeface="Trebuchet MS" pitchFamily="34" charset="-120"/>
              </a:rPr>
              <a:t>Mobilisation des métiers</a:t>
            </a:r>
            <a:endParaRPr lang="fr-FR" sz="1250" noProof="0"/>
          </a:p>
        </p:txBody>
      </p:sp>
      <p:sp>
        <p:nvSpPr>
          <p:cNvPr id="110" name="Desc 2"/>
          <p:cNvSpPr/>
          <p:nvPr/>
        </p:nvSpPr>
        <p:spPr>
          <a:xfrm>
            <a:off x="2280514" y="2210631"/>
            <a:ext cx="1210666" cy="1133856"/>
          </a:xfrm>
          <a:prstGeom prst="rect">
            <a:avLst/>
          </a:prstGeom>
          <a:noFill/>
          <a:ln/>
        </p:spPr>
        <p:txBody>
          <a:bodyPr wrap="square" rtlCol="0" anchor="ctr"/>
          <a:lstStyle/>
          <a:p>
            <a:pPr algn="ctr">
              <a:lnSpc>
                <a:spcPts val="1400"/>
              </a:lnSpc>
            </a:pPr>
            <a:r>
              <a:rPr lang="fr-FR" sz="900" noProof="0">
                <a:solidFill>
                  <a:srgbClr val="3C4D63"/>
                </a:solidFill>
                <a:latin typeface="Calibri" pitchFamily="34" charset="0"/>
                <a:ea typeface="Calibri" pitchFamily="34" charset="-122"/>
                <a:cs typeface="Calibri" pitchFamily="34" charset="-120"/>
              </a:rPr>
              <a:t>Co-construction des scénarios avec le métier.</a:t>
            </a:r>
          </a:p>
          <a:p>
            <a:pPr algn="ctr">
              <a:lnSpc>
                <a:spcPts val="1400"/>
              </a:lnSpc>
            </a:pPr>
            <a:endParaRPr lang="fr-FR" sz="900">
              <a:solidFill>
                <a:srgbClr val="3C4D63"/>
              </a:solidFill>
              <a:latin typeface="Calibri" pitchFamily="34" charset="0"/>
              <a:ea typeface="Calibri" pitchFamily="34" charset="-122"/>
              <a:cs typeface="Calibri" pitchFamily="34" charset="-120"/>
            </a:endParaRPr>
          </a:p>
          <a:p>
            <a:pPr algn="ctr">
              <a:lnSpc>
                <a:spcPts val="1400"/>
              </a:lnSpc>
            </a:pPr>
            <a:r>
              <a:rPr lang="fr-FR" sz="900">
                <a:solidFill>
                  <a:srgbClr val="3C4D63"/>
                </a:solidFill>
                <a:latin typeface="Calibri" pitchFamily="34" charset="0"/>
                <a:ea typeface="Calibri" pitchFamily="34" charset="-122"/>
                <a:cs typeface="Calibri" pitchFamily="34" charset="-120"/>
              </a:rPr>
              <a:t>Validation qualitative des réponses.</a:t>
            </a:r>
          </a:p>
        </p:txBody>
      </p:sp>
      <p:sp>
        <p:nvSpPr>
          <p:cNvPr id="111" name="Conn 2"/>
          <p:cNvSpPr/>
          <p:nvPr/>
        </p:nvSpPr>
        <p:spPr>
          <a:xfrm>
            <a:off x="3646627" y="1584684"/>
            <a:ext cx="164592" cy="128016"/>
          </a:xfrm>
          <a:prstGeom prst="rect">
            <a:avLst/>
          </a:prstGeom>
          <a:solidFill>
            <a:srgbClr val="F26522"/>
          </a:solidFill>
          <a:ln/>
        </p:spPr>
        <p:txBody>
          <a:bodyPr/>
          <a:lstStyle/>
          <a:p>
            <a:endParaRPr lang="fr-FR" noProof="0"/>
          </a:p>
        </p:txBody>
      </p:sp>
      <p:sp>
        <p:nvSpPr>
          <p:cNvPr id="112" name="Card 3"/>
          <p:cNvSpPr/>
          <p:nvPr/>
        </p:nvSpPr>
        <p:spPr>
          <a:xfrm>
            <a:off x="3829507" y="1420091"/>
            <a:ext cx="1484986" cy="2182091"/>
          </a:xfrm>
          <a:prstGeom prst="rect">
            <a:avLst/>
          </a:prstGeom>
          <a:solidFill>
            <a:srgbClr val="FFFFFF"/>
          </a:solidFill>
          <a:ln w="12700">
            <a:solidFill>
              <a:srgbClr val="DCE4EE"/>
            </a:solidFill>
            <a:prstDash val="solid"/>
          </a:ln>
          <a:effectLst>
            <a:outerShdw blurRad="88900" dist="38100" dir="5400000" algn="bl" rotWithShape="0">
              <a:srgbClr val="0E2240">
                <a:alpha val="10000"/>
              </a:srgbClr>
            </a:outerShdw>
          </a:effectLst>
        </p:spPr>
        <p:txBody>
          <a:bodyPr/>
          <a:lstStyle/>
          <a:p>
            <a:endParaRPr lang="fr-FR" noProof="0"/>
          </a:p>
        </p:txBody>
      </p:sp>
      <p:sp>
        <p:nvSpPr>
          <p:cNvPr id="113" name="Header 3"/>
          <p:cNvSpPr/>
          <p:nvPr/>
        </p:nvSpPr>
        <p:spPr>
          <a:xfrm>
            <a:off x="3829507" y="1420092"/>
            <a:ext cx="1484986" cy="566928"/>
          </a:xfrm>
          <a:prstGeom prst="rect">
            <a:avLst/>
          </a:prstGeom>
          <a:solidFill>
            <a:srgbClr val="0E2240"/>
          </a:solidFill>
          <a:ln/>
        </p:spPr>
        <p:txBody>
          <a:bodyPr/>
          <a:lstStyle/>
          <a:p>
            <a:endParaRPr lang="fr-FR" noProof="0"/>
          </a:p>
        </p:txBody>
      </p:sp>
      <p:sp>
        <p:nvSpPr>
          <p:cNvPr id="114" name="Num 3"/>
          <p:cNvSpPr/>
          <p:nvPr/>
        </p:nvSpPr>
        <p:spPr>
          <a:xfrm>
            <a:off x="3829506" y="1469618"/>
            <a:ext cx="502920" cy="457200"/>
          </a:xfrm>
          <a:prstGeom prst="rect">
            <a:avLst/>
          </a:prstGeom>
          <a:noFill/>
          <a:ln/>
        </p:spPr>
        <p:txBody>
          <a:bodyPr wrap="square" rtlCol="0" anchor="ctr"/>
          <a:lstStyle/>
          <a:p>
            <a:pPr marL="0" indent="0" algn="ctr">
              <a:buNone/>
            </a:pPr>
            <a:r>
              <a:rPr lang="fr-FR" sz="1800" b="1" noProof="0">
                <a:solidFill>
                  <a:srgbClr val="F26522"/>
                </a:solidFill>
                <a:latin typeface="Trebuchet MS" pitchFamily="34" charset="0"/>
                <a:ea typeface="Trebuchet MS" pitchFamily="34" charset="-122"/>
                <a:cs typeface="Trebuchet MS" pitchFamily="34" charset="-120"/>
              </a:rPr>
              <a:t>3</a:t>
            </a:r>
            <a:endParaRPr lang="fr-FR" sz="1800" noProof="0"/>
          </a:p>
        </p:txBody>
      </p:sp>
      <p:sp>
        <p:nvSpPr>
          <p:cNvPr id="115" name="Title 3"/>
          <p:cNvSpPr/>
          <p:nvPr/>
        </p:nvSpPr>
        <p:spPr>
          <a:xfrm>
            <a:off x="4114800" y="1463634"/>
            <a:ext cx="1138428" cy="457200"/>
          </a:xfrm>
          <a:prstGeom prst="rect">
            <a:avLst/>
          </a:prstGeom>
          <a:noFill/>
          <a:ln/>
        </p:spPr>
        <p:txBody>
          <a:bodyPr wrap="square" rtlCol="0" anchor="ctr"/>
          <a:lstStyle/>
          <a:p>
            <a:pPr marL="0" indent="0" algn="ctr">
              <a:buNone/>
            </a:pPr>
            <a:r>
              <a:rPr lang="fr-FR" sz="1250" b="1" noProof="0">
                <a:solidFill>
                  <a:srgbClr val="FFFFFF"/>
                </a:solidFill>
                <a:latin typeface="Trebuchet MS" pitchFamily="34" charset="0"/>
                <a:ea typeface="Trebuchet MS" pitchFamily="34" charset="-122"/>
                <a:cs typeface="Trebuchet MS" pitchFamily="34" charset="-120"/>
              </a:rPr>
              <a:t>Métriques d’évaluation</a:t>
            </a:r>
            <a:endParaRPr lang="fr-FR" sz="1250" noProof="0"/>
          </a:p>
        </p:txBody>
      </p:sp>
      <p:sp>
        <p:nvSpPr>
          <p:cNvPr id="116" name="Desc 3"/>
          <p:cNvSpPr/>
          <p:nvPr/>
        </p:nvSpPr>
        <p:spPr>
          <a:xfrm>
            <a:off x="3966667" y="2210631"/>
            <a:ext cx="1210666" cy="1133856"/>
          </a:xfrm>
          <a:prstGeom prst="rect">
            <a:avLst/>
          </a:prstGeom>
          <a:noFill/>
          <a:ln/>
        </p:spPr>
        <p:txBody>
          <a:bodyPr wrap="square" rtlCol="0" anchor="ctr"/>
          <a:lstStyle/>
          <a:p>
            <a:pPr algn="ctr">
              <a:lnSpc>
                <a:spcPts val="1400"/>
              </a:lnSpc>
            </a:pPr>
            <a:endParaRPr lang="fr-FR" sz="900" noProof="0">
              <a:solidFill>
                <a:srgbClr val="3C4D63"/>
              </a:solidFill>
              <a:latin typeface="Calibri" pitchFamily="34" charset="0"/>
              <a:ea typeface="Calibri" pitchFamily="34" charset="-122"/>
              <a:cs typeface="Calibri" pitchFamily="34" charset="-120"/>
            </a:endParaRPr>
          </a:p>
          <a:p>
            <a:pPr algn="ctr">
              <a:lnSpc>
                <a:spcPts val="1400"/>
              </a:lnSpc>
            </a:pPr>
            <a:r>
              <a:rPr lang="fr-FR" sz="900" b="1" noProof="0">
                <a:solidFill>
                  <a:srgbClr val="3C4D63"/>
                </a:solidFill>
                <a:latin typeface="Calibri" pitchFamily="34" charset="0"/>
                <a:ea typeface="Calibri" pitchFamily="34" charset="-122"/>
                <a:cs typeface="Calibri" pitchFamily="34" charset="-120"/>
              </a:rPr>
              <a:t>Qualité</a:t>
            </a:r>
            <a:r>
              <a:rPr lang="fr-FR" sz="900" noProof="0">
                <a:solidFill>
                  <a:srgbClr val="3C4D63"/>
                </a:solidFill>
                <a:latin typeface="Calibri" pitchFamily="34" charset="0"/>
                <a:ea typeface="Calibri" pitchFamily="34" charset="-122"/>
                <a:cs typeface="Calibri" pitchFamily="34" charset="-120"/>
              </a:rPr>
              <a:t> : pertinence des réponses et des requêtes.</a:t>
            </a:r>
            <a:endParaRPr lang="fr-FR" sz="900">
              <a:solidFill>
                <a:srgbClr val="3C4D63"/>
              </a:solidFill>
              <a:latin typeface="Calibri" pitchFamily="34" charset="0"/>
              <a:ea typeface="Calibri" pitchFamily="34" charset="-122"/>
              <a:cs typeface="Calibri" pitchFamily="34" charset="-120"/>
            </a:endParaRPr>
          </a:p>
          <a:p>
            <a:pPr algn="ctr">
              <a:lnSpc>
                <a:spcPts val="1400"/>
              </a:lnSpc>
            </a:pPr>
            <a:r>
              <a:rPr lang="fr-FR" sz="900" b="1">
                <a:solidFill>
                  <a:srgbClr val="3C4D63"/>
                </a:solidFill>
                <a:latin typeface="Calibri" pitchFamily="34" charset="0"/>
                <a:ea typeface="Calibri" pitchFamily="34" charset="-122"/>
                <a:cs typeface="Calibri" pitchFamily="34" charset="-120"/>
              </a:rPr>
              <a:t>Performance</a:t>
            </a:r>
            <a:r>
              <a:rPr lang="fr-FR" sz="900">
                <a:solidFill>
                  <a:srgbClr val="3C4D63"/>
                </a:solidFill>
                <a:latin typeface="Calibri" pitchFamily="34" charset="0"/>
                <a:ea typeface="Calibri" pitchFamily="34" charset="-122"/>
                <a:cs typeface="Calibri" pitchFamily="34" charset="-120"/>
              </a:rPr>
              <a:t> : temps de réponse.</a:t>
            </a:r>
          </a:p>
          <a:p>
            <a:pPr algn="ctr">
              <a:lnSpc>
                <a:spcPts val="1400"/>
              </a:lnSpc>
            </a:pPr>
            <a:r>
              <a:rPr lang="fr-FR" sz="900" b="1">
                <a:solidFill>
                  <a:srgbClr val="3C4D63"/>
                </a:solidFill>
                <a:latin typeface="Calibri" pitchFamily="34" charset="0"/>
                <a:ea typeface="Calibri" pitchFamily="34" charset="-122"/>
                <a:cs typeface="Calibri" pitchFamily="34" charset="-120"/>
              </a:rPr>
              <a:t>Usage</a:t>
            </a:r>
            <a:r>
              <a:rPr lang="fr-FR" sz="900">
                <a:solidFill>
                  <a:srgbClr val="3C4D63"/>
                </a:solidFill>
                <a:latin typeface="Calibri" pitchFamily="34" charset="0"/>
                <a:ea typeface="Calibri" pitchFamily="34" charset="-122"/>
                <a:cs typeface="Calibri" pitchFamily="34" charset="-120"/>
              </a:rPr>
              <a:t> : satisfaction, adoption.</a:t>
            </a:r>
            <a:r>
              <a:rPr lang="fr-FR" sz="900" noProof="0">
                <a:solidFill>
                  <a:srgbClr val="3C4D63"/>
                </a:solidFill>
                <a:latin typeface="Calibri" pitchFamily="34" charset="0"/>
                <a:ea typeface="Calibri" pitchFamily="34" charset="-122"/>
                <a:cs typeface="Calibri" pitchFamily="34" charset="-120"/>
              </a:rPr>
              <a:t> </a:t>
            </a:r>
          </a:p>
          <a:p>
            <a:pPr algn="ctr">
              <a:lnSpc>
                <a:spcPts val="1400"/>
              </a:lnSpc>
            </a:pPr>
            <a:endParaRPr lang="fr-FR" sz="900" noProof="0"/>
          </a:p>
        </p:txBody>
      </p:sp>
      <p:sp>
        <p:nvSpPr>
          <p:cNvPr id="117" name="Conn 3"/>
          <p:cNvSpPr/>
          <p:nvPr/>
        </p:nvSpPr>
        <p:spPr>
          <a:xfrm>
            <a:off x="5332781" y="1584684"/>
            <a:ext cx="164592" cy="128016"/>
          </a:xfrm>
          <a:prstGeom prst="rect">
            <a:avLst/>
          </a:prstGeom>
          <a:solidFill>
            <a:srgbClr val="F26522"/>
          </a:solidFill>
          <a:ln/>
        </p:spPr>
        <p:txBody>
          <a:bodyPr/>
          <a:lstStyle/>
          <a:p>
            <a:endParaRPr lang="fr-FR" noProof="0"/>
          </a:p>
        </p:txBody>
      </p:sp>
      <p:sp>
        <p:nvSpPr>
          <p:cNvPr id="118" name="Card 4"/>
          <p:cNvSpPr/>
          <p:nvPr/>
        </p:nvSpPr>
        <p:spPr>
          <a:xfrm>
            <a:off x="5515661" y="1420091"/>
            <a:ext cx="1484986" cy="2182091"/>
          </a:xfrm>
          <a:prstGeom prst="rect">
            <a:avLst/>
          </a:prstGeom>
          <a:solidFill>
            <a:srgbClr val="FFFFFF"/>
          </a:solidFill>
          <a:ln w="12700">
            <a:solidFill>
              <a:srgbClr val="DCE4EE"/>
            </a:solidFill>
            <a:prstDash val="solid"/>
          </a:ln>
          <a:effectLst>
            <a:outerShdw blurRad="88900" dist="38100" dir="5400000" algn="bl" rotWithShape="0">
              <a:srgbClr val="0E2240">
                <a:alpha val="10000"/>
              </a:srgbClr>
            </a:outerShdw>
          </a:effectLst>
        </p:spPr>
        <p:txBody>
          <a:bodyPr/>
          <a:lstStyle/>
          <a:p>
            <a:pPr marL="285750" indent="-285750">
              <a:buFont typeface="Arial" panose="020B0604020202020204" pitchFamily="34" charset="0"/>
              <a:buChar char="•"/>
            </a:pPr>
            <a:endParaRPr lang="fr-FR" noProof="0"/>
          </a:p>
        </p:txBody>
      </p:sp>
      <p:sp>
        <p:nvSpPr>
          <p:cNvPr id="119" name="Header 4"/>
          <p:cNvSpPr/>
          <p:nvPr/>
        </p:nvSpPr>
        <p:spPr>
          <a:xfrm>
            <a:off x="5515661" y="1420092"/>
            <a:ext cx="1484986" cy="566928"/>
          </a:xfrm>
          <a:prstGeom prst="rect">
            <a:avLst/>
          </a:prstGeom>
          <a:solidFill>
            <a:srgbClr val="1C4E80"/>
          </a:solidFill>
          <a:ln/>
        </p:spPr>
        <p:txBody>
          <a:bodyPr/>
          <a:lstStyle/>
          <a:p>
            <a:endParaRPr lang="fr-FR" noProof="0"/>
          </a:p>
        </p:txBody>
      </p:sp>
      <p:sp>
        <p:nvSpPr>
          <p:cNvPr id="120" name="Num 4"/>
          <p:cNvSpPr/>
          <p:nvPr/>
        </p:nvSpPr>
        <p:spPr>
          <a:xfrm>
            <a:off x="5520233" y="1479528"/>
            <a:ext cx="502920" cy="457200"/>
          </a:xfrm>
          <a:prstGeom prst="rect">
            <a:avLst/>
          </a:prstGeom>
          <a:noFill/>
          <a:ln/>
        </p:spPr>
        <p:txBody>
          <a:bodyPr wrap="square" rtlCol="0" anchor="ctr"/>
          <a:lstStyle/>
          <a:p>
            <a:pPr marL="0" indent="0" algn="ctr">
              <a:buNone/>
            </a:pPr>
            <a:r>
              <a:rPr lang="fr-FR" sz="1800" b="1" noProof="0">
                <a:solidFill>
                  <a:srgbClr val="F26522"/>
                </a:solidFill>
                <a:latin typeface="Trebuchet MS" pitchFamily="34" charset="0"/>
                <a:ea typeface="Trebuchet MS" pitchFamily="34" charset="-122"/>
                <a:cs typeface="Trebuchet MS" pitchFamily="34" charset="-120"/>
              </a:rPr>
              <a:t>4</a:t>
            </a:r>
            <a:endParaRPr lang="fr-FR" sz="1800" noProof="0"/>
          </a:p>
        </p:txBody>
      </p:sp>
      <p:sp>
        <p:nvSpPr>
          <p:cNvPr id="121" name="Title 4"/>
          <p:cNvSpPr/>
          <p:nvPr/>
        </p:nvSpPr>
        <p:spPr>
          <a:xfrm>
            <a:off x="5796742" y="1458846"/>
            <a:ext cx="1142639" cy="457200"/>
          </a:xfrm>
          <a:prstGeom prst="rect">
            <a:avLst/>
          </a:prstGeom>
          <a:noFill/>
          <a:ln/>
        </p:spPr>
        <p:txBody>
          <a:bodyPr wrap="square" rtlCol="0" anchor="ctr"/>
          <a:lstStyle/>
          <a:p>
            <a:pPr marL="0" indent="0" algn="ctr">
              <a:buNone/>
            </a:pPr>
            <a:r>
              <a:rPr lang="fr-FR" sz="1250" b="1" noProof="0">
                <a:solidFill>
                  <a:srgbClr val="FFFFFF"/>
                </a:solidFill>
                <a:latin typeface="Trebuchet MS" pitchFamily="34" charset="0"/>
                <a:ea typeface="Trebuchet MS" pitchFamily="34" charset="-122"/>
                <a:cs typeface="Trebuchet MS" pitchFamily="34" charset="-120"/>
              </a:rPr>
              <a:t>Comparaison des versions</a:t>
            </a:r>
            <a:endParaRPr lang="fr-FR" sz="1250" noProof="0"/>
          </a:p>
        </p:txBody>
      </p:sp>
      <p:sp>
        <p:nvSpPr>
          <p:cNvPr id="122" name="Desc 4"/>
          <p:cNvSpPr/>
          <p:nvPr/>
        </p:nvSpPr>
        <p:spPr>
          <a:xfrm>
            <a:off x="5652821" y="2210631"/>
            <a:ext cx="1210666" cy="1133856"/>
          </a:xfrm>
          <a:prstGeom prst="rect">
            <a:avLst/>
          </a:prstGeom>
          <a:noFill/>
          <a:ln/>
        </p:spPr>
        <p:txBody>
          <a:bodyPr wrap="square" rtlCol="0" anchor="ctr"/>
          <a:lstStyle/>
          <a:p>
            <a:pPr algn="ctr">
              <a:lnSpc>
                <a:spcPts val="1400"/>
              </a:lnSpc>
            </a:pPr>
            <a:r>
              <a:rPr lang="fr-FR" sz="900" noProof="0">
                <a:solidFill>
                  <a:srgbClr val="3C4D63"/>
                </a:solidFill>
                <a:latin typeface="Calibri" pitchFamily="34" charset="0"/>
                <a:ea typeface="Calibri" pitchFamily="34" charset="-122"/>
                <a:cs typeface="Calibri" pitchFamily="34" charset="-120"/>
              </a:rPr>
              <a:t>Comparaisons des métriques entre versions (modifications de prompt, data, ontologie).</a:t>
            </a:r>
          </a:p>
        </p:txBody>
      </p:sp>
      <p:sp>
        <p:nvSpPr>
          <p:cNvPr id="123" name="Conn 4"/>
          <p:cNvSpPr/>
          <p:nvPr/>
        </p:nvSpPr>
        <p:spPr>
          <a:xfrm>
            <a:off x="7018934" y="1584684"/>
            <a:ext cx="164592" cy="128016"/>
          </a:xfrm>
          <a:prstGeom prst="rect">
            <a:avLst/>
          </a:prstGeom>
          <a:solidFill>
            <a:srgbClr val="F26522"/>
          </a:solidFill>
          <a:ln/>
        </p:spPr>
        <p:txBody>
          <a:bodyPr/>
          <a:lstStyle/>
          <a:p>
            <a:endParaRPr lang="fr-FR" noProof="0"/>
          </a:p>
        </p:txBody>
      </p:sp>
      <p:sp>
        <p:nvSpPr>
          <p:cNvPr id="124" name="Card 5"/>
          <p:cNvSpPr/>
          <p:nvPr/>
        </p:nvSpPr>
        <p:spPr>
          <a:xfrm>
            <a:off x="7201814" y="1420091"/>
            <a:ext cx="1484986" cy="2182091"/>
          </a:xfrm>
          <a:prstGeom prst="rect">
            <a:avLst/>
          </a:prstGeom>
          <a:solidFill>
            <a:srgbClr val="FFFFFF"/>
          </a:solidFill>
          <a:ln w="12700">
            <a:solidFill>
              <a:srgbClr val="DCE4EE"/>
            </a:solidFill>
            <a:prstDash val="solid"/>
          </a:ln>
          <a:effectLst>
            <a:outerShdw blurRad="88900" dist="38100" dir="5400000" algn="bl" rotWithShape="0">
              <a:srgbClr val="0E2240">
                <a:alpha val="10000"/>
              </a:srgbClr>
            </a:outerShdw>
          </a:effectLst>
        </p:spPr>
        <p:txBody>
          <a:bodyPr/>
          <a:lstStyle/>
          <a:p>
            <a:endParaRPr lang="fr-FR" noProof="0"/>
          </a:p>
        </p:txBody>
      </p:sp>
      <p:sp>
        <p:nvSpPr>
          <p:cNvPr id="125" name="Header 5"/>
          <p:cNvSpPr/>
          <p:nvPr/>
        </p:nvSpPr>
        <p:spPr>
          <a:xfrm>
            <a:off x="7201814" y="1420092"/>
            <a:ext cx="1484986" cy="566928"/>
          </a:xfrm>
          <a:prstGeom prst="rect">
            <a:avLst/>
          </a:prstGeom>
          <a:solidFill>
            <a:srgbClr val="0E2240"/>
          </a:solidFill>
          <a:ln/>
        </p:spPr>
        <p:txBody>
          <a:bodyPr/>
          <a:lstStyle/>
          <a:p>
            <a:endParaRPr lang="fr-FR" noProof="0"/>
          </a:p>
        </p:txBody>
      </p:sp>
      <p:sp>
        <p:nvSpPr>
          <p:cNvPr id="126" name="Num 5"/>
          <p:cNvSpPr/>
          <p:nvPr/>
        </p:nvSpPr>
        <p:spPr>
          <a:xfrm>
            <a:off x="7201813" y="1469618"/>
            <a:ext cx="502920" cy="457200"/>
          </a:xfrm>
          <a:prstGeom prst="rect">
            <a:avLst/>
          </a:prstGeom>
          <a:noFill/>
          <a:ln/>
        </p:spPr>
        <p:txBody>
          <a:bodyPr wrap="square" rtlCol="0" anchor="ctr"/>
          <a:lstStyle/>
          <a:p>
            <a:pPr marL="0" indent="0" algn="ctr">
              <a:buNone/>
            </a:pPr>
            <a:r>
              <a:rPr lang="fr-FR" sz="1800" b="1" noProof="0">
                <a:solidFill>
                  <a:srgbClr val="F26522"/>
                </a:solidFill>
                <a:latin typeface="Trebuchet MS" pitchFamily="34" charset="0"/>
                <a:ea typeface="Trebuchet MS" pitchFamily="34" charset="-122"/>
                <a:cs typeface="Trebuchet MS" pitchFamily="34" charset="-120"/>
              </a:rPr>
              <a:t>5</a:t>
            </a:r>
            <a:endParaRPr lang="fr-FR" sz="1800" noProof="0"/>
          </a:p>
        </p:txBody>
      </p:sp>
      <p:sp>
        <p:nvSpPr>
          <p:cNvPr id="127" name="Title 5"/>
          <p:cNvSpPr/>
          <p:nvPr/>
        </p:nvSpPr>
        <p:spPr>
          <a:xfrm>
            <a:off x="7459287" y="1458846"/>
            <a:ext cx="1167431" cy="457200"/>
          </a:xfrm>
          <a:prstGeom prst="rect">
            <a:avLst/>
          </a:prstGeom>
          <a:noFill/>
          <a:ln/>
        </p:spPr>
        <p:txBody>
          <a:bodyPr wrap="square" rtlCol="0" anchor="ctr"/>
          <a:lstStyle/>
          <a:p>
            <a:pPr marL="0" indent="0" algn="ctr">
              <a:buNone/>
            </a:pPr>
            <a:r>
              <a:rPr lang="fr-FR" sz="1250" b="1" noProof="0">
                <a:solidFill>
                  <a:srgbClr val="FFFFFF"/>
                </a:solidFill>
                <a:latin typeface="Trebuchet MS" pitchFamily="34" charset="0"/>
                <a:ea typeface="Trebuchet MS" pitchFamily="34" charset="-122"/>
                <a:cs typeface="Trebuchet MS" pitchFamily="34" charset="-120"/>
              </a:rPr>
              <a:t>Itération &amp; mise en production</a:t>
            </a:r>
            <a:endParaRPr lang="fr-FR" sz="1250" noProof="0"/>
          </a:p>
        </p:txBody>
      </p:sp>
      <p:sp>
        <p:nvSpPr>
          <p:cNvPr id="128" name="Desc 5"/>
          <p:cNvSpPr/>
          <p:nvPr/>
        </p:nvSpPr>
        <p:spPr>
          <a:xfrm>
            <a:off x="7338974" y="2210282"/>
            <a:ext cx="1210666" cy="1134205"/>
          </a:xfrm>
          <a:prstGeom prst="rect">
            <a:avLst/>
          </a:prstGeom>
          <a:noFill/>
          <a:ln/>
        </p:spPr>
        <p:txBody>
          <a:bodyPr wrap="square" rtlCol="0" anchor="ctr"/>
          <a:lstStyle/>
          <a:p>
            <a:pPr algn="ctr">
              <a:lnSpc>
                <a:spcPts val="1400"/>
              </a:lnSpc>
            </a:pPr>
            <a:r>
              <a:rPr lang="fr-FR" sz="900" noProof="0">
                <a:solidFill>
                  <a:srgbClr val="3C4D63"/>
                </a:solidFill>
                <a:latin typeface="Calibri" pitchFamily="34" charset="0"/>
                <a:ea typeface="Calibri" pitchFamily="34" charset="-122"/>
                <a:cs typeface="Calibri" pitchFamily="34" charset="-120"/>
              </a:rPr>
              <a:t>Sélection de la meilleure version.</a:t>
            </a:r>
          </a:p>
          <a:p>
            <a:pPr algn="ctr">
              <a:lnSpc>
                <a:spcPts val="1400"/>
              </a:lnSpc>
            </a:pPr>
            <a:r>
              <a:rPr lang="fr-FR" sz="900">
                <a:solidFill>
                  <a:srgbClr val="3C4D63"/>
                </a:solidFill>
                <a:latin typeface="Calibri" pitchFamily="34" charset="0"/>
                <a:ea typeface="Calibri" pitchFamily="34" charset="-122"/>
                <a:cs typeface="Calibri" pitchFamily="34" charset="-120"/>
              </a:rPr>
              <a:t>Monitoring en conditions réelles.</a:t>
            </a:r>
          </a:p>
          <a:p>
            <a:pPr algn="ctr">
              <a:lnSpc>
                <a:spcPts val="1400"/>
              </a:lnSpc>
            </a:pPr>
            <a:r>
              <a:rPr lang="fr-FR" sz="900" noProof="0">
                <a:solidFill>
                  <a:srgbClr val="3C4D63"/>
                </a:solidFill>
                <a:latin typeface="Calibri" pitchFamily="34" charset="0"/>
                <a:ea typeface="Calibri" pitchFamily="34" charset="-122"/>
                <a:cs typeface="Calibri" pitchFamily="34" charset="-120"/>
              </a:rPr>
              <a:t>Amélioration continue.</a:t>
            </a:r>
            <a:endParaRPr lang="fr-FR" sz="900" noProof="0"/>
          </a:p>
        </p:txBody>
      </p:sp>
      <p:sp>
        <p:nvSpPr>
          <p:cNvPr id="130" name="Banner"/>
          <p:cNvSpPr/>
          <p:nvPr/>
        </p:nvSpPr>
        <p:spPr>
          <a:xfrm>
            <a:off x="5314493" y="3865518"/>
            <a:ext cx="3203143" cy="886968"/>
          </a:xfrm>
          <a:prstGeom prst="rect">
            <a:avLst/>
          </a:prstGeom>
          <a:solidFill>
            <a:srgbClr val="EAF0F8"/>
          </a:solidFill>
          <a:ln/>
        </p:spPr>
        <p:txBody>
          <a:bodyPr/>
          <a:lstStyle/>
          <a:p>
            <a:endParaRPr lang="fr-FR" noProof="0"/>
          </a:p>
        </p:txBody>
      </p:sp>
      <p:sp>
        <p:nvSpPr>
          <p:cNvPr id="132" name="Banner Text"/>
          <p:cNvSpPr/>
          <p:nvPr/>
        </p:nvSpPr>
        <p:spPr>
          <a:xfrm>
            <a:off x="5497373" y="4021836"/>
            <a:ext cx="2831981" cy="603504"/>
          </a:xfrm>
          <a:prstGeom prst="rect">
            <a:avLst/>
          </a:prstGeom>
          <a:noFill/>
          <a:ln/>
        </p:spPr>
        <p:txBody>
          <a:bodyPr wrap="square" rtlCol="0" anchor="ctr"/>
          <a:lstStyle/>
          <a:p>
            <a:pPr marL="0" indent="0">
              <a:lnSpc>
                <a:spcPts val="1350"/>
              </a:lnSpc>
              <a:buNone/>
            </a:pPr>
            <a:r>
              <a:rPr lang="fr-FR" sz="1100" b="1" noProof="0">
                <a:solidFill>
                  <a:srgbClr val="16273D"/>
                </a:solidFill>
                <a:latin typeface="Calibri" pitchFamily="34" charset="0"/>
                <a:ea typeface="Calibri" pitchFamily="34" charset="-122"/>
                <a:cs typeface="Calibri" pitchFamily="34" charset="-120"/>
              </a:rPr>
              <a:t>Évaluation continue.  </a:t>
            </a:r>
            <a:r>
              <a:rPr lang="fr-FR" sz="1100" noProof="0">
                <a:solidFill>
                  <a:srgbClr val="3C4D63"/>
                </a:solidFill>
                <a:latin typeface="Calibri" pitchFamily="34" charset="0"/>
                <a:ea typeface="Calibri" pitchFamily="34" charset="-122"/>
                <a:cs typeface="Calibri" pitchFamily="34" charset="-120"/>
              </a:rPr>
              <a:t>Chaque </a:t>
            </a:r>
            <a:r>
              <a:rPr lang="fr-FR" sz="1100">
                <a:solidFill>
                  <a:srgbClr val="3C4D63"/>
                </a:solidFill>
                <a:latin typeface="Calibri" pitchFamily="34" charset="0"/>
                <a:ea typeface="Calibri" pitchFamily="34" charset="-122"/>
                <a:cs typeface="Calibri" pitchFamily="34" charset="-120"/>
              </a:rPr>
              <a:t>évolution de l’agent est testée sur un référentiel stable et enrichi avec les usages réels pour garantir qualité et non-régression.</a:t>
            </a:r>
            <a:endParaRPr lang="fr-FR" sz="1100" noProof="0"/>
          </a:p>
        </p:txBody>
      </p:sp>
      <p:pic>
        <p:nvPicPr>
          <p:cNvPr id="28" name="Image 27">
            <a:extLst>
              <a:ext uri="{FF2B5EF4-FFF2-40B4-BE49-F238E27FC236}">
                <a16:creationId xmlns:a16="http://schemas.microsoft.com/office/drawing/2014/main" id="{69C42A8C-EB63-40F0-C78F-E9648E41111D}"/>
              </a:ext>
            </a:extLst>
          </p:cNvPr>
          <p:cNvPicPr>
            <a:picLocks noChangeAspect="1"/>
          </p:cNvPicPr>
          <p:nvPr/>
        </p:nvPicPr>
        <p:blipFill>
          <a:blip r:embed="rId3"/>
          <a:stretch>
            <a:fillRect/>
          </a:stretch>
        </p:blipFill>
        <p:spPr>
          <a:xfrm>
            <a:off x="63322" y="4764044"/>
            <a:ext cx="315050" cy="324277"/>
          </a:xfrm>
          <a:prstGeom prst="rect">
            <a:avLst/>
          </a:prstGeom>
        </p:spPr>
      </p:pic>
      <p:pic>
        <p:nvPicPr>
          <p:cNvPr id="6" name="Picture 5">
            <a:extLst>
              <a:ext uri="{FF2B5EF4-FFF2-40B4-BE49-F238E27FC236}">
                <a16:creationId xmlns:a16="http://schemas.microsoft.com/office/drawing/2014/main" id="{3757FC84-21C0-5588-CDC7-C2639AAB7F23}"/>
              </a:ext>
            </a:extLst>
          </p:cNvPr>
          <p:cNvPicPr>
            <a:picLocks noChangeAspect="1"/>
          </p:cNvPicPr>
          <p:nvPr/>
        </p:nvPicPr>
        <p:blipFill>
          <a:blip r:embed="rId4"/>
          <a:srcRect b="61841"/>
          <a:stretch>
            <a:fillRect/>
          </a:stretch>
        </p:blipFill>
        <p:spPr>
          <a:xfrm>
            <a:off x="707274" y="3879859"/>
            <a:ext cx="4357145" cy="883399"/>
          </a:xfrm>
          <a:prstGeom prst="rect">
            <a:avLst/>
          </a:prstGeom>
        </p:spPr>
      </p:pic>
      <p:sp>
        <p:nvSpPr>
          <p:cNvPr id="7" name="Banner Bar"/>
          <p:cNvSpPr/>
          <p:nvPr/>
        </p:nvSpPr>
        <p:spPr>
          <a:xfrm>
            <a:off x="5314493" y="3865518"/>
            <a:ext cx="45719" cy="881416"/>
          </a:xfrm>
          <a:prstGeom prst="rect">
            <a:avLst/>
          </a:prstGeom>
          <a:solidFill>
            <a:srgbClr val="F26522"/>
          </a:solidFill>
          <a:ln/>
        </p:spPr>
        <p:txBody>
          <a:bodyPr/>
          <a:lstStyle/>
          <a:p>
            <a:endParaRPr lang="fr-FR" noProof="0"/>
          </a:p>
        </p:txBody>
      </p:sp>
      <p:sp>
        <p:nvSpPr>
          <p:cNvPr id="8" name="Slide Number Placeholder 7">
            <a:extLst>
              <a:ext uri="{FF2B5EF4-FFF2-40B4-BE49-F238E27FC236}">
                <a16:creationId xmlns:a16="http://schemas.microsoft.com/office/drawing/2014/main" id="{A0618507-B170-F83C-5E9D-6933D6F5F30D}"/>
              </a:ext>
            </a:extLst>
          </p:cNvPr>
          <p:cNvSpPr>
            <a:spLocks noGrp="1"/>
          </p:cNvSpPr>
          <p:nvPr>
            <p:ph type="sldNum" sz="quarter" idx="12"/>
          </p:nvPr>
        </p:nvSpPr>
        <p:spPr/>
        <p:txBody>
          <a:bodyPr/>
          <a:lstStyle/>
          <a:p>
            <a:r>
              <a:rPr lang="fr-FR" b="1">
                <a:solidFill>
                  <a:srgbClr val="F26522"/>
                </a:solidFill>
                <a:latin typeface="Calibri" pitchFamily="34" charset="0"/>
                <a:ea typeface="Calibri" pitchFamily="34" charset="-122"/>
                <a:cs typeface="Calibri" pitchFamily="34" charset="-120"/>
              </a:rPr>
              <a:t>Expertime</a:t>
            </a:r>
            <a:r>
              <a:rPr lang="fr-FR">
                <a:solidFill>
                  <a:srgbClr val="5C6B7F"/>
                </a:solidFill>
                <a:latin typeface="Calibri" pitchFamily="34" charset="0"/>
                <a:ea typeface="Calibri" pitchFamily="34" charset="-122"/>
                <a:cs typeface="Calibri" pitchFamily="34" charset="-120"/>
              </a:rPr>
              <a:t>   | </a:t>
            </a:r>
            <a:fld id="{58E94494-CE21-4E82-948B-6B5BB0295547}" type="slidenum">
              <a:rPr lang="fr-FR" smtClean="0"/>
              <a:pPr/>
              <a:t>12</a:t>
            </a:fld>
            <a:endParaRPr lang="fr-FR" sz="850"/>
          </a:p>
        </p:txBody>
      </p:sp>
    </p:spTree>
    <p:extLst>
      <p:ext uri="{BB962C8B-B14F-4D97-AF65-F5344CB8AC3E}">
        <p14:creationId xmlns:p14="http://schemas.microsoft.com/office/powerpoint/2010/main" val="36790970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8">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457200" y="384048"/>
            <a:ext cx="146304" cy="146304"/>
          </a:xfrm>
          <a:prstGeom prst="rect">
            <a:avLst/>
          </a:prstGeom>
          <a:solidFill>
            <a:srgbClr val="F26522"/>
          </a:solidFill>
          <a:ln/>
        </p:spPr>
        <p:txBody>
          <a:bodyPr/>
          <a:lstStyle/>
          <a:p>
            <a:endParaRPr lang="fr-FR" noProof="0"/>
          </a:p>
        </p:txBody>
      </p:sp>
      <p:sp>
        <p:nvSpPr>
          <p:cNvPr id="3" name="Text 1"/>
          <p:cNvSpPr/>
          <p:nvPr/>
        </p:nvSpPr>
        <p:spPr>
          <a:xfrm>
            <a:off x="713232" y="347472"/>
            <a:ext cx="7955280" cy="237744"/>
          </a:xfrm>
          <a:prstGeom prst="rect">
            <a:avLst/>
          </a:prstGeom>
          <a:noFill/>
          <a:ln/>
        </p:spPr>
        <p:txBody>
          <a:bodyPr wrap="square" rtlCol="0" anchor="ctr"/>
          <a:lstStyle/>
          <a:p>
            <a:pPr marL="0" indent="0">
              <a:buNone/>
            </a:pPr>
            <a:r>
              <a:rPr lang="fr-FR" sz="1100" b="1" kern="0" spc="200" noProof="0">
                <a:solidFill>
                  <a:srgbClr val="F26522"/>
                </a:solidFill>
                <a:latin typeface="Calibri" pitchFamily="34" charset="0"/>
                <a:ea typeface="Calibri" pitchFamily="34" charset="-122"/>
                <a:cs typeface="Calibri" pitchFamily="34" charset="-120"/>
              </a:rPr>
              <a:t>BONNES PRATIQUES</a:t>
            </a:r>
            <a:endParaRPr lang="fr-FR" sz="1100" noProof="0"/>
          </a:p>
        </p:txBody>
      </p:sp>
      <p:sp>
        <p:nvSpPr>
          <p:cNvPr id="4" name="Text 2"/>
          <p:cNvSpPr/>
          <p:nvPr/>
        </p:nvSpPr>
        <p:spPr>
          <a:xfrm>
            <a:off x="438912" y="566928"/>
            <a:ext cx="8266176" cy="566928"/>
          </a:xfrm>
          <a:prstGeom prst="rect">
            <a:avLst/>
          </a:prstGeom>
          <a:noFill/>
          <a:ln/>
        </p:spPr>
        <p:txBody>
          <a:bodyPr wrap="square" rtlCol="0" anchor="ctr"/>
          <a:lstStyle/>
          <a:p>
            <a:pPr marL="0" indent="0">
              <a:buNone/>
            </a:pPr>
            <a:r>
              <a:rPr lang="fr-FR" sz="2600" b="1" noProof="0">
                <a:solidFill>
                  <a:srgbClr val="16273D"/>
                </a:solidFill>
                <a:latin typeface="Trebuchet MS" pitchFamily="34" charset="0"/>
                <a:ea typeface="Trebuchet MS" pitchFamily="34" charset="-122"/>
                <a:cs typeface="Trebuchet MS" pitchFamily="34" charset="-120"/>
              </a:rPr>
              <a:t>Comment configurer un agent fiable ?</a:t>
            </a:r>
            <a:endParaRPr lang="fr-FR" sz="2600" noProof="0"/>
          </a:p>
        </p:txBody>
      </p:sp>
      <p:sp>
        <p:nvSpPr>
          <p:cNvPr id="5" name="Shape 3"/>
          <p:cNvSpPr/>
          <p:nvPr/>
        </p:nvSpPr>
        <p:spPr>
          <a:xfrm>
            <a:off x="457200" y="1417320"/>
            <a:ext cx="4023360" cy="1371600"/>
          </a:xfrm>
          <a:prstGeom prst="rect">
            <a:avLst/>
          </a:prstGeom>
          <a:solidFill>
            <a:srgbClr val="FFFFFF"/>
          </a:solidFill>
          <a:ln w="12700">
            <a:solidFill>
              <a:srgbClr val="DCE4EE"/>
            </a:solidFill>
            <a:prstDash val="solid"/>
          </a:ln>
          <a:effectLst>
            <a:outerShdw blurRad="88900" dist="38100" dir="5400000" algn="bl" rotWithShape="0">
              <a:srgbClr val="0E2240">
                <a:alpha val="10000"/>
              </a:srgbClr>
            </a:outerShdw>
          </a:effectLst>
        </p:spPr>
        <p:txBody>
          <a:bodyPr/>
          <a:lstStyle/>
          <a:p>
            <a:endParaRPr lang="fr-FR" noProof="0"/>
          </a:p>
        </p:txBody>
      </p:sp>
      <p:sp>
        <p:nvSpPr>
          <p:cNvPr id="6" name="Shape 4"/>
          <p:cNvSpPr/>
          <p:nvPr/>
        </p:nvSpPr>
        <p:spPr>
          <a:xfrm>
            <a:off x="685800" y="1531309"/>
            <a:ext cx="384048" cy="384048"/>
          </a:xfrm>
          <a:prstGeom prst="ellipse">
            <a:avLst/>
          </a:prstGeom>
          <a:solidFill>
            <a:srgbClr val="F26522"/>
          </a:solidFill>
          <a:ln/>
        </p:spPr>
        <p:txBody>
          <a:bodyPr/>
          <a:lstStyle/>
          <a:p>
            <a:endParaRPr lang="fr-FR" noProof="0"/>
          </a:p>
        </p:txBody>
      </p:sp>
      <p:sp>
        <p:nvSpPr>
          <p:cNvPr id="7" name="Text 5"/>
          <p:cNvSpPr/>
          <p:nvPr/>
        </p:nvSpPr>
        <p:spPr>
          <a:xfrm>
            <a:off x="685800" y="1522429"/>
            <a:ext cx="384048" cy="384048"/>
          </a:xfrm>
          <a:prstGeom prst="rect">
            <a:avLst/>
          </a:prstGeom>
          <a:noFill/>
          <a:ln/>
        </p:spPr>
        <p:txBody>
          <a:bodyPr wrap="square" rtlCol="0" anchor="ctr"/>
          <a:lstStyle/>
          <a:p>
            <a:pPr marL="0" indent="0" algn="ctr">
              <a:buNone/>
            </a:pPr>
            <a:r>
              <a:rPr lang="fr-FR" sz="1600" b="1" noProof="0">
                <a:solidFill>
                  <a:srgbClr val="FFFFFF"/>
                </a:solidFill>
                <a:latin typeface="Trebuchet MS" pitchFamily="34" charset="0"/>
                <a:ea typeface="Trebuchet MS" pitchFamily="34" charset="-122"/>
                <a:cs typeface="Trebuchet MS" pitchFamily="34" charset="-120"/>
              </a:rPr>
              <a:t>1</a:t>
            </a:r>
            <a:endParaRPr lang="fr-FR" sz="1600" noProof="0"/>
          </a:p>
        </p:txBody>
      </p:sp>
      <p:sp>
        <p:nvSpPr>
          <p:cNvPr id="8" name="Text 6"/>
          <p:cNvSpPr/>
          <p:nvPr/>
        </p:nvSpPr>
        <p:spPr>
          <a:xfrm>
            <a:off x="1234440" y="1485855"/>
            <a:ext cx="3063240" cy="457200"/>
          </a:xfrm>
          <a:prstGeom prst="rect">
            <a:avLst/>
          </a:prstGeom>
          <a:noFill/>
          <a:ln/>
        </p:spPr>
        <p:txBody>
          <a:bodyPr wrap="square" rtlCol="0" anchor="ctr"/>
          <a:lstStyle/>
          <a:p>
            <a:pPr marL="0" indent="0">
              <a:buNone/>
            </a:pPr>
            <a:r>
              <a:rPr lang="fr-FR" sz="1400" b="1" noProof="0">
                <a:solidFill>
                  <a:srgbClr val="1C4E80"/>
                </a:solidFill>
                <a:latin typeface="Trebuchet MS" pitchFamily="34" charset="0"/>
                <a:ea typeface="Trebuchet MS" pitchFamily="34" charset="-122"/>
                <a:cs typeface="Trebuchet MS" pitchFamily="34" charset="-120"/>
              </a:rPr>
              <a:t>Des données « AI-</a:t>
            </a:r>
            <a:r>
              <a:rPr lang="fr-FR" sz="1400" b="1" noProof="0" err="1">
                <a:solidFill>
                  <a:srgbClr val="1C4E80"/>
                </a:solidFill>
                <a:latin typeface="Trebuchet MS" pitchFamily="34" charset="0"/>
                <a:ea typeface="Trebuchet MS" pitchFamily="34" charset="-122"/>
                <a:cs typeface="Trebuchet MS" pitchFamily="34" charset="-120"/>
              </a:rPr>
              <a:t>ready</a:t>
            </a:r>
            <a:r>
              <a:rPr lang="fr-FR" sz="1400" b="1" noProof="0">
                <a:solidFill>
                  <a:srgbClr val="1C4E80"/>
                </a:solidFill>
                <a:latin typeface="Trebuchet MS" pitchFamily="34" charset="0"/>
                <a:ea typeface="Trebuchet MS" pitchFamily="34" charset="-122"/>
                <a:cs typeface="Trebuchet MS" pitchFamily="34" charset="-120"/>
              </a:rPr>
              <a:t> »</a:t>
            </a:r>
            <a:endParaRPr lang="fr-FR" sz="1400" noProof="0"/>
          </a:p>
        </p:txBody>
      </p:sp>
      <p:sp>
        <p:nvSpPr>
          <p:cNvPr id="9" name="Text 7"/>
          <p:cNvSpPr/>
          <p:nvPr/>
        </p:nvSpPr>
        <p:spPr>
          <a:xfrm>
            <a:off x="1234440" y="1950867"/>
            <a:ext cx="3063240" cy="640080"/>
          </a:xfrm>
          <a:prstGeom prst="rect">
            <a:avLst/>
          </a:prstGeom>
          <a:noFill/>
          <a:ln/>
        </p:spPr>
        <p:txBody>
          <a:bodyPr wrap="square" rtlCol="0" anchor="ctr"/>
          <a:lstStyle/>
          <a:p>
            <a:pPr marL="0" indent="0">
              <a:lnSpc>
                <a:spcPts val="1450"/>
              </a:lnSpc>
              <a:buNone/>
            </a:pPr>
            <a:r>
              <a:rPr lang="fr-FR" sz="1100" noProof="0">
                <a:solidFill>
                  <a:srgbClr val="3C4D63"/>
                </a:solidFill>
                <a:latin typeface="Calibri" pitchFamily="34" charset="0"/>
                <a:ea typeface="Calibri" pitchFamily="34" charset="-122"/>
                <a:cs typeface="Calibri" pitchFamily="34" charset="-120"/>
              </a:rPr>
              <a:t>Garder uniquement ce qui est pertinent.</a:t>
            </a:r>
          </a:p>
          <a:p>
            <a:pPr marL="0" indent="0">
              <a:lnSpc>
                <a:spcPts val="1450"/>
              </a:lnSpc>
              <a:buNone/>
            </a:pPr>
            <a:r>
              <a:rPr lang="fr-FR" sz="1100">
                <a:solidFill>
                  <a:srgbClr val="3C4D63"/>
                </a:solidFill>
                <a:latin typeface="Calibri" pitchFamily="34" charset="0"/>
                <a:ea typeface="Calibri" pitchFamily="34" charset="-122"/>
                <a:cs typeface="Calibri" pitchFamily="34" charset="-120"/>
              </a:rPr>
              <a:t>Nommer explicitement.</a:t>
            </a:r>
          </a:p>
          <a:p>
            <a:pPr marL="0" indent="0">
              <a:lnSpc>
                <a:spcPts val="1450"/>
              </a:lnSpc>
              <a:buNone/>
            </a:pPr>
            <a:r>
              <a:rPr lang="fr-FR" sz="1100" noProof="0">
                <a:solidFill>
                  <a:srgbClr val="3C4D63"/>
                </a:solidFill>
                <a:latin typeface="Calibri" pitchFamily="34" charset="0"/>
                <a:ea typeface="Calibri" pitchFamily="34" charset="-122"/>
                <a:cs typeface="Calibri" pitchFamily="34" charset="-120"/>
              </a:rPr>
              <a:t>Supprimer doublons et ambiguïtés.</a:t>
            </a:r>
          </a:p>
          <a:p>
            <a:pPr marL="0" indent="0">
              <a:lnSpc>
                <a:spcPts val="1450"/>
              </a:lnSpc>
              <a:buNone/>
            </a:pPr>
            <a:r>
              <a:rPr lang="fr-FR" sz="1100" noProof="0">
                <a:solidFill>
                  <a:srgbClr val="3C4D63"/>
                </a:solidFill>
                <a:latin typeface="Calibri" pitchFamily="34" charset="0"/>
                <a:ea typeface="Calibri" pitchFamily="34" charset="-122"/>
                <a:cs typeface="Calibri" pitchFamily="34" charset="-120"/>
              </a:rPr>
              <a:t>Ajouter des descriptions pour aider l’agent.</a:t>
            </a:r>
            <a:endParaRPr lang="fr-FR" sz="1100" noProof="0"/>
          </a:p>
        </p:txBody>
      </p:sp>
      <p:sp>
        <p:nvSpPr>
          <p:cNvPr id="10" name="Shape 8"/>
          <p:cNvSpPr/>
          <p:nvPr/>
        </p:nvSpPr>
        <p:spPr>
          <a:xfrm>
            <a:off x="4663440" y="1417320"/>
            <a:ext cx="4023360" cy="1371600"/>
          </a:xfrm>
          <a:prstGeom prst="rect">
            <a:avLst/>
          </a:prstGeom>
          <a:solidFill>
            <a:srgbClr val="FFFFFF"/>
          </a:solidFill>
          <a:ln w="12700">
            <a:solidFill>
              <a:srgbClr val="DCE4EE"/>
            </a:solidFill>
            <a:prstDash val="solid"/>
          </a:ln>
          <a:effectLst>
            <a:outerShdw blurRad="88900" dist="38100" dir="5400000" algn="bl" rotWithShape="0">
              <a:srgbClr val="0E2240">
                <a:alpha val="10000"/>
              </a:srgbClr>
            </a:outerShdw>
          </a:effectLst>
        </p:spPr>
        <p:txBody>
          <a:bodyPr/>
          <a:lstStyle/>
          <a:p>
            <a:endParaRPr lang="fr-FR" noProof="0"/>
          </a:p>
        </p:txBody>
      </p:sp>
      <p:sp>
        <p:nvSpPr>
          <p:cNvPr id="11" name="Shape 9"/>
          <p:cNvSpPr/>
          <p:nvPr/>
        </p:nvSpPr>
        <p:spPr>
          <a:xfrm>
            <a:off x="4892040" y="1522429"/>
            <a:ext cx="384048" cy="384048"/>
          </a:xfrm>
          <a:prstGeom prst="ellipse">
            <a:avLst/>
          </a:prstGeom>
          <a:solidFill>
            <a:srgbClr val="F26522"/>
          </a:solidFill>
          <a:ln/>
        </p:spPr>
        <p:txBody>
          <a:bodyPr/>
          <a:lstStyle/>
          <a:p>
            <a:endParaRPr lang="fr-FR" noProof="0"/>
          </a:p>
        </p:txBody>
      </p:sp>
      <p:sp>
        <p:nvSpPr>
          <p:cNvPr id="12" name="Text 10"/>
          <p:cNvSpPr/>
          <p:nvPr/>
        </p:nvSpPr>
        <p:spPr>
          <a:xfrm>
            <a:off x="4892040" y="1531309"/>
            <a:ext cx="384048" cy="384048"/>
          </a:xfrm>
          <a:prstGeom prst="rect">
            <a:avLst/>
          </a:prstGeom>
          <a:noFill/>
          <a:ln/>
        </p:spPr>
        <p:txBody>
          <a:bodyPr wrap="square" rtlCol="0" anchor="ctr"/>
          <a:lstStyle/>
          <a:p>
            <a:pPr marL="0" indent="0" algn="ctr">
              <a:buNone/>
            </a:pPr>
            <a:r>
              <a:rPr lang="fr-FR" sz="1600" b="1" noProof="0">
                <a:solidFill>
                  <a:srgbClr val="FFFFFF"/>
                </a:solidFill>
                <a:latin typeface="Trebuchet MS" pitchFamily="34" charset="0"/>
                <a:ea typeface="Trebuchet MS" pitchFamily="34" charset="-122"/>
                <a:cs typeface="Trebuchet MS" pitchFamily="34" charset="-120"/>
              </a:rPr>
              <a:t>2</a:t>
            </a:r>
            <a:endParaRPr lang="fr-FR" sz="1600" noProof="0"/>
          </a:p>
        </p:txBody>
      </p:sp>
      <p:sp>
        <p:nvSpPr>
          <p:cNvPr id="13" name="Text 11"/>
          <p:cNvSpPr/>
          <p:nvPr/>
        </p:nvSpPr>
        <p:spPr>
          <a:xfrm>
            <a:off x="5440680" y="1485855"/>
            <a:ext cx="3063240" cy="457200"/>
          </a:xfrm>
          <a:prstGeom prst="rect">
            <a:avLst/>
          </a:prstGeom>
          <a:noFill/>
          <a:ln/>
        </p:spPr>
        <p:txBody>
          <a:bodyPr wrap="square" rtlCol="0" anchor="ctr"/>
          <a:lstStyle/>
          <a:p>
            <a:pPr marL="0" indent="0">
              <a:buNone/>
            </a:pPr>
            <a:r>
              <a:rPr lang="fr-FR" sz="1400" b="1" noProof="0">
                <a:solidFill>
                  <a:srgbClr val="1C4E80"/>
                </a:solidFill>
                <a:latin typeface="Trebuchet MS" pitchFamily="34" charset="0"/>
                <a:ea typeface="Trebuchet MS" pitchFamily="34" charset="-122"/>
                <a:cs typeface="Trebuchet MS" pitchFamily="34" charset="-120"/>
              </a:rPr>
              <a:t>Des agents spécialisés</a:t>
            </a:r>
            <a:endParaRPr lang="fr-FR" sz="1400" noProof="0"/>
          </a:p>
        </p:txBody>
      </p:sp>
      <p:sp>
        <p:nvSpPr>
          <p:cNvPr id="14" name="Text 12"/>
          <p:cNvSpPr/>
          <p:nvPr/>
        </p:nvSpPr>
        <p:spPr>
          <a:xfrm>
            <a:off x="5440680" y="1950867"/>
            <a:ext cx="3063240" cy="640080"/>
          </a:xfrm>
          <a:prstGeom prst="rect">
            <a:avLst/>
          </a:prstGeom>
          <a:noFill/>
          <a:ln/>
        </p:spPr>
        <p:txBody>
          <a:bodyPr wrap="square" rtlCol="0" anchor="ctr"/>
          <a:lstStyle/>
          <a:p>
            <a:pPr marL="0" indent="0">
              <a:lnSpc>
                <a:spcPts val="1450"/>
              </a:lnSpc>
              <a:buNone/>
            </a:pPr>
            <a:r>
              <a:rPr lang="fr-FR" sz="1100" noProof="0">
                <a:solidFill>
                  <a:srgbClr val="3C4D63"/>
                </a:solidFill>
                <a:latin typeface="Calibri" pitchFamily="34" charset="0"/>
                <a:ea typeface="Calibri" pitchFamily="34" charset="-122"/>
                <a:cs typeface="Calibri" pitchFamily="34" charset="-120"/>
              </a:rPr>
              <a:t>Définir son rôle et son périmètre.</a:t>
            </a:r>
          </a:p>
          <a:p>
            <a:pPr marL="0" indent="0">
              <a:lnSpc>
                <a:spcPts val="1450"/>
              </a:lnSpc>
              <a:buNone/>
            </a:pPr>
            <a:r>
              <a:rPr lang="fr-FR" sz="1100">
                <a:solidFill>
                  <a:srgbClr val="3C4D63"/>
                </a:solidFill>
                <a:latin typeface="Calibri" pitchFamily="34" charset="0"/>
                <a:ea typeface="Calibri" pitchFamily="34" charset="-122"/>
                <a:cs typeface="Calibri" pitchFamily="34" charset="-120"/>
              </a:rPr>
              <a:t>Spécialiser par domaine ou cas d’usage si besoin.</a:t>
            </a:r>
            <a:endParaRPr lang="fr-FR" sz="1100" noProof="0"/>
          </a:p>
        </p:txBody>
      </p:sp>
      <p:sp>
        <p:nvSpPr>
          <p:cNvPr id="15" name="Shape 13"/>
          <p:cNvSpPr/>
          <p:nvPr/>
        </p:nvSpPr>
        <p:spPr>
          <a:xfrm>
            <a:off x="457200" y="2971800"/>
            <a:ext cx="4023360" cy="1371600"/>
          </a:xfrm>
          <a:prstGeom prst="rect">
            <a:avLst/>
          </a:prstGeom>
          <a:solidFill>
            <a:srgbClr val="FFFFFF"/>
          </a:solidFill>
          <a:ln w="12700">
            <a:solidFill>
              <a:srgbClr val="DCE4EE"/>
            </a:solidFill>
            <a:prstDash val="solid"/>
          </a:ln>
          <a:effectLst>
            <a:outerShdw blurRad="88900" dist="38100" dir="5400000" algn="bl" rotWithShape="0">
              <a:srgbClr val="0E2240">
                <a:alpha val="10000"/>
              </a:srgbClr>
            </a:outerShdw>
          </a:effectLst>
        </p:spPr>
        <p:txBody>
          <a:bodyPr/>
          <a:lstStyle/>
          <a:p>
            <a:endParaRPr lang="fr-FR" noProof="0"/>
          </a:p>
        </p:txBody>
      </p:sp>
      <p:sp>
        <p:nvSpPr>
          <p:cNvPr id="16" name="Shape 14"/>
          <p:cNvSpPr/>
          <p:nvPr/>
        </p:nvSpPr>
        <p:spPr>
          <a:xfrm>
            <a:off x="685800" y="3076909"/>
            <a:ext cx="384048" cy="384048"/>
          </a:xfrm>
          <a:prstGeom prst="ellipse">
            <a:avLst/>
          </a:prstGeom>
          <a:solidFill>
            <a:srgbClr val="F26522"/>
          </a:solidFill>
          <a:ln/>
        </p:spPr>
        <p:txBody>
          <a:bodyPr/>
          <a:lstStyle/>
          <a:p>
            <a:endParaRPr lang="fr-FR" noProof="0"/>
          </a:p>
        </p:txBody>
      </p:sp>
      <p:sp>
        <p:nvSpPr>
          <p:cNvPr id="17" name="Text 15"/>
          <p:cNvSpPr/>
          <p:nvPr/>
        </p:nvSpPr>
        <p:spPr>
          <a:xfrm>
            <a:off x="685800" y="3085789"/>
            <a:ext cx="384048" cy="384048"/>
          </a:xfrm>
          <a:prstGeom prst="rect">
            <a:avLst/>
          </a:prstGeom>
          <a:noFill/>
          <a:ln/>
        </p:spPr>
        <p:txBody>
          <a:bodyPr wrap="square" rtlCol="0" anchor="ctr"/>
          <a:lstStyle/>
          <a:p>
            <a:pPr marL="0" indent="0" algn="ctr">
              <a:buNone/>
            </a:pPr>
            <a:r>
              <a:rPr lang="fr-FR" sz="1600" b="1" noProof="0">
                <a:solidFill>
                  <a:srgbClr val="FFFFFF"/>
                </a:solidFill>
                <a:latin typeface="Trebuchet MS" pitchFamily="34" charset="0"/>
                <a:ea typeface="Trebuchet MS" pitchFamily="34" charset="-122"/>
                <a:cs typeface="Trebuchet MS" pitchFamily="34" charset="-120"/>
              </a:rPr>
              <a:t>3</a:t>
            </a:r>
            <a:endParaRPr lang="fr-FR" sz="1600" noProof="0"/>
          </a:p>
        </p:txBody>
      </p:sp>
      <p:sp>
        <p:nvSpPr>
          <p:cNvPr id="18" name="Text 16"/>
          <p:cNvSpPr/>
          <p:nvPr/>
        </p:nvSpPr>
        <p:spPr>
          <a:xfrm>
            <a:off x="1234440" y="3040335"/>
            <a:ext cx="3063240" cy="457200"/>
          </a:xfrm>
          <a:prstGeom prst="rect">
            <a:avLst/>
          </a:prstGeom>
          <a:noFill/>
          <a:ln/>
        </p:spPr>
        <p:txBody>
          <a:bodyPr wrap="square" rtlCol="0" anchor="ctr"/>
          <a:lstStyle/>
          <a:p>
            <a:pPr marL="0" indent="0">
              <a:buNone/>
            </a:pPr>
            <a:r>
              <a:rPr lang="fr-FR" sz="1400" b="1" noProof="0">
                <a:solidFill>
                  <a:srgbClr val="1C4E80"/>
                </a:solidFill>
                <a:latin typeface="Trebuchet MS" pitchFamily="34" charset="0"/>
                <a:ea typeface="Trebuchet MS" pitchFamily="34" charset="-122"/>
                <a:cs typeface="Trebuchet MS" pitchFamily="34" charset="-120"/>
              </a:rPr>
              <a:t>Une terminologie explicite</a:t>
            </a:r>
            <a:endParaRPr lang="fr-FR" sz="1400" noProof="0"/>
          </a:p>
        </p:txBody>
      </p:sp>
      <p:sp>
        <p:nvSpPr>
          <p:cNvPr id="19" name="Text 17"/>
          <p:cNvSpPr/>
          <p:nvPr/>
        </p:nvSpPr>
        <p:spPr>
          <a:xfrm>
            <a:off x="1234440" y="3505347"/>
            <a:ext cx="3063240" cy="640080"/>
          </a:xfrm>
          <a:prstGeom prst="rect">
            <a:avLst/>
          </a:prstGeom>
          <a:noFill/>
          <a:ln/>
        </p:spPr>
        <p:txBody>
          <a:bodyPr wrap="square" rtlCol="0" anchor="ctr"/>
          <a:lstStyle/>
          <a:p>
            <a:pPr marL="0" indent="0">
              <a:lnSpc>
                <a:spcPts val="1450"/>
              </a:lnSpc>
              <a:buNone/>
            </a:pPr>
            <a:r>
              <a:rPr lang="fr-FR" sz="1100" noProof="0">
                <a:solidFill>
                  <a:srgbClr val="3C4D63"/>
                </a:solidFill>
                <a:latin typeface="Calibri" pitchFamily="34" charset="0"/>
                <a:ea typeface="Calibri" pitchFamily="34" charset="-122"/>
                <a:cs typeface="Calibri" pitchFamily="34" charset="-120"/>
              </a:rPr>
              <a:t>Vocabulaire métier cohérent.</a:t>
            </a:r>
          </a:p>
          <a:p>
            <a:pPr marL="0" indent="0">
              <a:lnSpc>
                <a:spcPts val="1450"/>
              </a:lnSpc>
              <a:buNone/>
            </a:pPr>
            <a:r>
              <a:rPr lang="fr-FR" sz="1100">
                <a:solidFill>
                  <a:srgbClr val="3C4D63"/>
                </a:solidFill>
                <a:latin typeface="Calibri" pitchFamily="34" charset="0"/>
                <a:ea typeface="Calibri" pitchFamily="34" charset="-122"/>
                <a:cs typeface="Calibri" pitchFamily="34" charset="-120"/>
              </a:rPr>
              <a:t>Acronymes définis.</a:t>
            </a:r>
          </a:p>
          <a:p>
            <a:pPr marL="0" indent="0">
              <a:lnSpc>
                <a:spcPts val="1450"/>
              </a:lnSpc>
              <a:buNone/>
            </a:pPr>
            <a:r>
              <a:rPr lang="fr-FR" sz="1100" noProof="0">
                <a:solidFill>
                  <a:srgbClr val="3C4D63"/>
                </a:solidFill>
                <a:latin typeface="Calibri" pitchFamily="34" charset="0"/>
                <a:ea typeface="Calibri" pitchFamily="34" charset="-122"/>
                <a:cs typeface="Calibri" pitchFamily="34" charset="-120"/>
              </a:rPr>
              <a:t>Alignement entre données et langage utilisateur.</a:t>
            </a:r>
            <a:endParaRPr lang="fr-FR" sz="1100" noProof="0"/>
          </a:p>
        </p:txBody>
      </p:sp>
      <p:sp>
        <p:nvSpPr>
          <p:cNvPr id="20" name="Shape 18"/>
          <p:cNvSpPr/>
          <p:nvPr/>
        </p:nvSpPr>
        <p:spPr>
          <a:xfrm>
            <a:off x="4663440" y="2971800"/>
            <a:ext cx="4023360" cy="1371600"/>
          </a:xfrm>
          <a:prstGeom prst="rect">
            <a:avLst/>
          </a:prstGeom>
          <a:solidFill>
            <a:srgbClr val="FFFFFF"/>
          </a:solidFill>
          <a:ln w="12700">
            <a:solidFill>
              <a:srgbClr val="DCE4EE"/>
            </a:solidFill>
            <a:prstDash val="solid"/>
          </a:ln>
          <a:effectLst>
            <a:outerShdw blurRad="88900" dist="38100" dir="5400000" algn="bl" rotWithShape="0">
              <a:srgbClr val="0E2240">
                <a:alpha val="10000"/>
              </a:srgbClr>
            </a:outerShdw>
          </a:effectLst>
        </p:spPr>
        <p:txBody>
          <a:bodyPr/>
          <a:lstStyle/>
          <a:p>
            <a:endParaRPr lang="fr-FR" noProof="0"/>
          </a:p>
        </p:txBody>
      </p:sp>
      <p:sp>
        <p:nvSpPr>
          <p:cNvPr id="21" name="Shape 19"/>
          <p:cNvSpPr/>
          <p:nvPr/>
        </p:nvSpPr>
        <p:spPr>
          <a:xfrm>
            <a:off x="4892040" y="3085789"/>
            <a:ext cx="384048" cy="384048"/>
          </a:xfrm>
          <a:prstGeom prst="ellipse">
            <a:avLst/>
          </a:prstGeom>
          <a:solidFill>
            <a:srgbClr val="F26522"/>
          </a:solidFill>
          <a:ln/>
        </p:spPr>
        <p:txBody>
          <a:bodyPr/>
          <a:lstStyle/>
          <a:p>
            <a:endParaRPr lang="fr-FR" noProof="0"/>
          </a:p>
        </p:txBody>
      </p:sp>
      <p:sp>
        <p:nvSpPr>
          <p:cNvPr id="22" name="Text 20"/>
          <p:cNvSpPr/>
          <p:nvPr/>
        </p:nvSpPr>
        <p:spPr>
          <a:xfrm>
            <a:off x="4892040" y="3076909"/>
            <a:ext cx="384048" cy="384048"/>
          </a:xfrm>
          <a:prstGeom prst="rect">
            <a:avLst/>
          </a:prstGeom>
          <a:noFill/>
          <a:ln/>
        </p:spPr>
        <p:txBody>
          <a:bodyPr wrap="square" rtlCol="0" anchor="ctr"/>
          <a:lstStyle/>
          <a:p>
            <a:pPr marL="0" indent="0" algn="ctr">
              <a:buNone/>
            </a:pPr>
            <a:r>
              <a:rPr lang="fr-FR" sz="1600" b="1" noProof="0">
                <a:solidFill>
                  <a:srgbClr val="FFFFFF"/>
                </a:solidFill>
                <a:latin typeface="Trebuchet MS" pitchFamily="34" charset="0"/>
                <a:ea typeface="Trebuchet MS" pitchFamily="34" charset="-122"/>
                <a:cs typeface="Trebuchet MS" pitchFamily="34" charset="-120"/>
              </a:rPr>
              <a:t>4</a:t>
            </a:r>
            <a:endParaRPr lang="fr-FR" sz="1600" noProof="0"/>
          </a:p>
        </p:txBody>
      </p:sp>
      <p:sp>
        <p:nvSpPr>
          <p:cNvPr id="23" name="Text 21"/>
          <p:cNvSpPr/>
          <p:nvPr/>
        </p:nvSpPr>
        <p:spPr>
          <a:xfrm>
            <a:off x="5440680" y="3040335"/>
            <a:ext cx="3063240" cy="457200"/>
          </a:xfrm>
          <a:prstGeom prst="rect">
            <a:avLst/>
          </a:prstGeom>
          <a:noFill/>
          <a:ln/>
        </p:spPr>
        <p:txBody>
          <a:bodyPr wrap="square" rtlCol="0" anchor="ctr"/>
          <a:lstStyle/>
          <a:p>
            <a:pPr marL="0" indent="0">
              <a:buNone/>
            </a:pPr>
            <a:r>
              <a:rPr lang="fr-FR" sz="1400" b="1" noProof="0">
                <a:solidFill>
                  <a:srgbClr val="1C4E80"/>
                </a:solidFill>
                <a:latin typeface="Trebuchet MS" pitchFamily="34" charset="0"/>
                <a:ea typeface="Trebuchet MS" pitchFamily="34" charset="-122"/>
                <a:cs typeface="Trebuchet MS" pitchFamily="34" charset="-120"/>
              </a:rPr>
              <a:t>Des exemples ciblés</a:t>
            </a:r>
            <a:endParaRPr lang="fr-FR" sz="1400" noProof="0"/>
          </a:p>
        </p:txBody>
      </p:sp>
      <p:sp>
        <p:nvSpPr>
          <p:cNvPr id="24" name="Text 22"/>
          <p:cNvSpPr/>
          <p:nvPr/>
        </p:nvSpPr>
        <p:spPr>
          <a:xfrm>
            <a:off x="5440680" y="3505347"/>
            <a:ext cx="3063240" cy="640080"/>
          </a:xfrm>
          <a:prstGeom prst="rect">
            <a:avLst/>
          </a:prstGeom>
          <a:noFill/>
          <a:ln/>
        </p:spPr>
        <p:txBody>
          <a:bodyPr wrap="square" rtlCol="0" anchor="ctr"/>
          <a:lstStyle/>
          <a:p>
            <a:pPr marL="0" indent="0">
              <a:lnSpc>
                <a:spcPts val="1450"/>
              </a:lnSpc>
              <a:buNone/>
            </a:pPr>
            <a:r>
              <a:rPr lang="fr-FR" sz="1100" noProof="0">
                <a:solidFill>
                  <a:srgbClr val="3C4D63"/>
                </a:solidFill>
                <a:latin typeface="Calibri" pitchFamily="34" charset="0"/>
                <a:ea typeface="Calibri" pitchFamily="34" charset="-122"/>
                <a:cs typeface="Calibri" pitchFamily="34" charset="-120"/>
              </a:rPr>
              <a:t>Fournir quelques </a:t>
            </a:r>
            <a:r>
              <a:rPr lang="fr-FR" sz="1100">
                <a:solidFill>
                  <a:srgbClr val="3C4D63"/>
                </a:solidFill>
                <a:latin typeface="Calibri" pitchFamily="34" charset="0"/>
                <a:ea typeface="Calibri" pitchFamily="34" charset="-122"/>
                <a:cs typeface="Calibri" pitchFamily="34" charset="-120"/>
              </a:rPr>
              <a:t>exemples de référence.</a:t>
            </a:r>
          </a:p>
          <a:p>
            <a:pPr marL="0" indent="0">
              <a:lnSpc>
                <a:spcPts val="1450"/>
              </a:lnSpc>
              <a:buNone/>
            </a:pPr>
            <a:r>
              <a:rPr lang="fr-FR" sz="1100" noProof="0">
                <a:solidFill>
                  <a:srgbClr val="3C4D63"/>
                </a:solidFill>
                <a:latin typeface="Calibri" pitchFamily="34" charset="0"/>
                <a:ea typeface="Calibri" pitchFamily="34" charset="-122"/>
                <a:cs typeface="Calibri" pitchFamily="34" charset="-120"/>
              </a:rPr>
              <a:t>Guider la manière dont l’agent doit raisonner.</a:t>
            </a:r>
            <a:endParaRPr lang="fr-FR" sz="1100" noProof="0"/>
          </a:p>
        </p:txBody>
      </p:sp>
      <p:pic>
        <p:nvPicPr>
          <p:cNvPr id="28" name="Image 27">
            <a:extLst>
              <a:ext uri="{FF2B5EF4-FFF2-40B4-BE49-F238E27FC236}">
                <a16:creationId xmlns:a16="http://schemas.microsoft.com/office/drawing/2014/main" id="{8D00D995-3D89-42E0-D6F5-4CF2B14E6755}"/>
              </a:ext>
            </a:extLst>
          </p:cNvPr>
          <p:cNvPicPr>
            <a:picLocks noChangeAspect="1"/>
          </p:cNvPicPr>
          <p:nvPr/>
        </p:nvPicPr>
        <p:blipFill>
          <a:blip r:embed="rId3"/>
          <a:stretch>
            <a:fillRect/>
          </a:stretch>
        </p:blipFill>
        <p:spPr>
          <a:xfrm>
            <a:off x="63322" y="4764044"/>
            <a:ext cx="315050" cy="324277"/>
          </a:xfrm>
          <a:prstGeom prst="rect">
            <a:avLst/>
          </a:prstGeom>
        </p:spPr>
      </p:pic>
      <p:sp>
        <p:nvSpPr>
          <p:cNvPr id="25" name="Slide Number Placeholder 24">
            <a:extLst>
              <a:ext uri="{FF2B5EF4-FFF2-40B4-BE49-F238E27FC236}">
                <a16:creationId xmlns:a16="http://schemas.microsoft.com/office/drawing/2014/main" id="{3ECB8341-A831-FD5F-E47A-5978AC261E38}"/>
              </a:ext>
            </a:extLst>
          </p:cNvPr>
          <p:cNvSpPr>
            <a:spLocks noGrp="1"/>
          </p:cNvSpPr>
          <p:nvPr>
            <p:ph type="sldNum" sz="quarter" idx="12"/>
          </p:nvPr>
        </p:nvSpPr>
        <p:spPr/>
        <p:txBody>
          <a:bodyPr/>
          <a:lstStyle/>
          <a:p>
            <a:r>
              <a:rPr lang="fr-FR" b="1">
                <a:solidFill>
                  <a:srgbClr val="F26522"/>
                </a:solidFill>
                <a:latin typeface="Calibri" pitchFamily="34" charset="0"/>
                <a:ea typeface="Calibri" pitchFamily="34" charset="-122"/>
                <a:cs typeface="Calibri" pitchFamily="34" charset="-120"/>
              </a:rPr>
              <a:t>Expertime</a:t>
            </a:r>
            <a:r>
              <a:rPr lang="fr-FR">
                <a:solidFill>
                  <a:srgbClr val="5C6B7F"/>
                </a:solidFill>
                <a:latin typeface="Calibri" pitchFamily="34" charset="0"/>
                <a:ea typeface="Calibri" pitchFamily="34" charset="-122"/>
                <a:cs typeface="Calibri" pitchFamily="34" charset="-120"/>
              </a:rPr>
              <a:t>   | </a:t>
            </a:r>
            <a:fld id="{58E94494-CE21-4E82-948B-6B5BB0295547}" type="slidenum">
              <a:rPr lang="fr-FR" smtClean="0"/>
              <a:pPr/>
              <a:t>13</a:t>
            </a:fld>
            <a:endParaRPr lang="fr-FR" sz="85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E2240"/>
        </a:solidFill>
        <a:effectLst/>
      </p:bgPr>
    </p:bg>
    <p:spTree>
      <p:nvGrpSpPr>
        <p:cNvPr id="1" name="">
          <a:extLst>
            <a:ext uri="{FF2B5EF4-FFF2-40B4-BE49-F238E27FC236}">
              <a16:creationId xmlns:a16="http://schemas.microsoft.com/office/drawing/2014/main" id="{8FD2B4B3-35A9-2938-CB65-51D4AAFB876C}"/>
            </a:ext>
          </a:extLst>
        </p:cNvPr>
        <p:cNvGrpSpPr/>
        <p:nvPr/>
      </p:nvGrpSpPr>
      <p:grpSpPr>
        <a:xfrm>
          <a:off x="0" y="0"/>
          <a:ext cx="0" cy="0"/>
          <a:chOff x="0" y="0"/>
          <a:chExt cx="0" cy="0"/>
        </a:xfrm>
      </p:grpSpPr>
      <p:sp>
        <p:nvSpPr>
          <p:cNvPr id="2" name="Number 01">
            <a:extLst>
              <a:ext uri="{FF2B5EF4-FFF2-40B4-BE49-F238E27FC236}">
                <a16:creationId xmlns:a16="http://schemas.microsoft.com/office/drawing/2014/main" id="{FFDF25AB-E3A2-CC7D-2E92-8D5D112D989C}"/>
              </a:ext>
            </a:extLst>
          </p:cNvPr>
          <p:cNvSpPr/>
          <p:nvPr/>
        </p:nvSpPr>
        <p:spPr>
          <a:xfrm>
            <a:off x="640080" y="1325880"/>
            <a:ext cx="3429000" cy="164592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0" b="1" i="0" u="none" strike="noStrike" kern="0" cap="none" spc="0" normalizeH="0" baseline="0" noProof="0">
                <a:ln>
                  <a:noFill/>
                </a:ln>
                <a:solidFill>
                  <a:srgbClr val="F26522"/>
                </a:solidFill>
                <a:effectLst/>
                <a:uLnTx/>
                <a:uFillTx/>
                <a:latin typeface="Trebuchet MS" pitchFamily="34" charset="0"/>
                <a:ea typeface="Trebuchet MS" pitchFamily="34" charset="-122"/>
                <a:cs typeface="Trebuchet MS" pitchFamily="34" charset="-120"/>
              </a:rPr>
              <a:t>04</a:t>
            </a:r>
            <a:endParaRPr kumimoji="0" lang="fr-FR" sz="1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ccent Bar">
            <a:extLst>
              <a:ext uri="{FF2B5EF4-FFF2-40B4-BE49-F238E27FC236}">
                <a16:creationId xmlns:a16="http://schemas.microsoft.com/office/drawing/2014/main" id="{20AD6F19-6BE7-D274-7767-1A64C634F05C}"/>
              </a:ext>
            </a:extLst>
          </p:cNvPr>
          <p:cNvSpPr/>
          <p:nvPr/>
        </p:nvSpPr>
        <p:spPr>
          <a:xfrm>
            <a:off x="676656" y="3209544"/>
            <a:ext cx="2103120" cy="45720"/>
          </a:xfrm>
          <a:prstGeom prst="rect">
            <a:avLst/>
          </a:prstGeom>
          <a:solidFill>
            <a:srgbClr val="F2652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ection Title">
            <a:extLst>
              <a:ext uri="{FF2B5EF4-FFF2-40B4-BE49-F238E27FC236}">
                <a16:creationId xmlns:a16="http://schemas.microsoft.com/office/drawing/2014/main" id="{47AB9C49-DEB6-7957-128D-DCD9F2A32599}"/>
              </a:ext>
            </a:extLst>
          </p:cNvPr>
          <p:cNvSpPr/>
          <p:nvPr/>
        </p:nvSpPr>
        <p:spPr>
          <a:xfrm>
            <a:off x="640080" y="3429000"/>
            <a:ext cx="7559040" cy="1097280"/>
          </a:xfrm>
          <a:prstGeom prst="rect">
            <a:avLst/>
          </a:prstGeom>
          <a:noFill/>
          <a:ln/>
        </p:spPr>
        <p:txBody>
          <a:bodyPr wrap="square" rtlCol="0" anchor="t"/>
          <a:lstStyle/>
          <a:p>
            <a:pPr marL="0" marR="0" lvl="0" indent="0" algn="l" defTabSz="914400" rtl="0" eaLnBrk="1" fontAlgn="auto" latinLnBrk="0" hangingPunct="1">
              <a:lnSpc>
                <a:spcPts val="4200"/>
              </a:lnSpc>
              <a:spcBef>
                <a:spcPts val="0"/>
              </a:spcBef>
              <a:spcAft>
                <a:spcPts val="0"/>
              </a:spcAft>
              <a:buClrTx/>
              <a:buSzTx/>
              <a:buFontTx/>
              <a:buNone/>
              <a:tabLst/>
              <a:defRPr/>
            </a:pPr>
            <a:r>
              <a:rPr kumimoji="0" lang="fr-FR" sz="3600" b="1" i="0" u="none" strike="noStrike" kern="1200" cap="none" spc="0" normalizeH="0" baseline="0" noProof="0">
                <a:ln>
                  <a:noFill/>
                </a:ln>
                <a:solidFill>
                  <a:srgbClr val="FFFFFF"/>
                </a:solidFill>
                <a:effectLst/>
                <a:uLnTx/>
                <a:uFillTx/>
                <a:latin typeface="Trebuchet MS" pitchFamily="34" charset="0"/>
                <a:ea typeface="Trebuchet MS" pitchFamily="34" charset="-122"/>
                <a:cs typeface="Trebuchet MS" pitchFamily="34" charset="-120"/>
              </a:rPr>
              <a:t>Sécurité &amp; RBAC</a:t>
            </a:r>
            <a:endParaRPr kumimoji="0" lang="fr-FR" sz="36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757980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9">
    <p:bg>
      <p:bgPr>
        <a:solidFill>
          <a:srgbClr val="0E2240"/>
        </a:solidFill>
        <a:effectLst/>
      </p:bgPr>
    </p:bg>
    <p:spTree>
      <p:nvGrpSpPr>
        <p:cNvPr id="1" name=""/>
        <p:cNvGrpSpPr/>
        <p:nvPr/>
      </p:nvGrpSpPr>
      <p:grpSpPr>
        <a:xfrm>
          <a:off x="0" y="0"/>
          <a:ext cx="0" cy="0"/>
          <a:chOff x="0" y="0"/>
          <a:chExt cx="0" cy="0"/>
        </a:xfrm>
      </p:grpSpPr>
      <p:pic>
        <p:nvPicPr>
          <p:cNvPr id="2" name="Image 0"/>
          <p:cNvPicPr>
            <a:picLocks noChangeAspect="1"/>
          </p:cNvPicPr>
          <p:nvPr/>
        </p:nvPicPr>
        <p:blipFill>
          <a:blip r:embed="rId3"/>
          <a:srcRect l="22674" r="22674"/>
          <a:stretch/>
        </p:blipFill>
        <p:spPr>
          <a:xfrm>
            <a:off x="5303520" y="0"/>
            <a:ext cx="3840480" cy="5143500"/>
          </a:xfrm>
          <a:prstGeom prst="rect">
            <a:avLst/>
          </a:prstGeom>
        </p:spPr>
      </p:pic>
      <p:sp>
        <p:nvSpPr>
          <p:cNvPr id="3" name="Shape 0"/>
          <p:cNvSpPr/>
          <p:nvPr/>
        </p:nvSpPr>
        <p:spPr>
          <a:xfrm>
            <a:off x="5303520" y="0"/>
            <a:ext cx="3840480" cy="5143500"/>
          </a:xfrm>
          <a:prstGeom prst="rect">
            <a:avLst/>
          </a:prstGeom>
          <a:solidFill>
            <a:srgbClr val="0E2240">
              <a:alpha val="65000"/>
            </a:srgbClr>
          </a:solidFill>
          <a:ln/>
        </p:spPr>
        <p:txBody>
          <a:bodyPr/>
          <a:lstStyle/>
          <a:p>
            <a:endParaRPr lang="fr-FR" noProof="0"/>
          </a:p>
        </p:txBody>
      </p:sp>
      <p:sp>
        <p:nvSpPr>
          <p:cNvPr id="4" name="Shape 1"/>
          <p:cNvSpPr/>
          <p:nvPr/>
        </p:nvSpPr>
        <p:spPr>
          <a:xfrm>
            <a:off x="5120640" y="0"/>
            <a:ext cx="822960" cy="5143500"/>
          </a:xfrm>
          <a:prstGeom prst="rect">
            <a:avLst/>
          </a:prstGeom>
          <a:solidFill>
            <a:srgbClr val="0E2240">
              <a:alpha val="85000"/>
            </a:srgbClr>
          </a:solidFill>
          <a:ln/>
        </p:spPr>
        <p:txBody>
          <a:bodyPr/>
          <a:lstStyle/>
          <a:p>
            <a:endParaRPr lang="fr-FR" noProof="0"/>
          </a:p>
        </p:txBody>
      </p:sp>
      <p:sp>
        <p:nvSpPr>
          <p:cNvPr id="5" name="Shape 2"/>
          <p:cNvSpPr/>
          <p:nvPr/>
        </p:nvSpPr>
        <p:spPr>
          <a:xfrm>
            <a:off x="640080" y="640080"/>
            <a:ext cx="146304" cy="457200"/>
          </a:xfrm>
          <a:prstGeom prst="rect">
            <a:avLst/>
          </a:prstGeom>
          <a:solidFill>
            <a:srgbClr val="F26522"/>
          </a:solidFill>
          <a:ln/>
        </p:spPr>
        <p:txBody>
          <a:bodyPr/>
          <a:lstStyle/>
          <a:p>
            <a:endParaRPr lang="fr-FR" noProof="0"/>
          </a:p>
        </p:txBody>
      </p:sp>
      <p:sp>
        <p:nvSpPr>
          <p:cNvPr id="6" name="Text 3"/>
          <p:cNvSpPr/>
          <p:nvPr/>
        </p:nvSpPr>
        <p:spPr>
          <a:xfrm>
            <a:off x="868680" y="640080"/>
            <a:ext cx="4572000" cy="457200"/>
          </a:xfrm>
          <a:prstGeom prst="rect">
            <a:avLst/>
          </a:prstGeom>
          <a:noFill/>
          <a:ln/>
        </p:spPr>
        <p:txBody>
          <a:bodyPr wrap="square" rtlCol="0" anchor="ctr"/>
          <a:lstStyle/>
          <a:p>
            <a:pPr marL="0" indent="0">
              <a:buNone/>
            </a:pPr>
            <a:r>
              <a:rPr lang="fr-FR" sz="1200" b="1" kern="0" spc="200" noProof="0">
                <a:solidFill>
                  <a:srgbClr val="F26522"/>
                </a:solidFill>
                <a:latin typeface="Calibri" pitchFamily="34" charset="0"/>
                <a:ea typeface="Calibri" pitchFamily="34" charset="-122"/>
                <a:cs typeface="Calibri" pitchFamily="34" charset="-120"/>
              </a:rPr>
              <a:t>SÉCURITÉ &amp; GOUVERNANCE</a:t>
            </a:r>
            <a:endParaRPr lang="fr-FR" sz="1200" noProof="0"/>
          </a:p>
        </p:txBody>
      </p:sp>
      <p:sp>
        <p:nvSpPr>
          <p:cNvPr id="7" name="Text 4"/>
          <p:cNvSpPr/>
          <p:nvPr/>
        </p:nvSpPr>
        <p:spPr>
          <a:xfrm>
            <a:off x="595946" y="1142622"/>
            <a:ext cx="4707573" cy="502920"/>
          </a:xfrm>
          <a:prstGeom prst="rect">
            <a:avLst/>
          </a:prstGeom>
          <a:noFill/>
          <a:ln/>
        </p:spPr>
        <p:txBody>
          <a:bodyPr wrap="square" rtlCol="0" anchor="ctr"/>
          <a:lstStyle/>
          <a:p>
            <a:pPr marL="0" indent="0">
              <a:buNone/>
            </a:pPr>
            <a:r>
              <a:rPr lang="fr-FR" sz="2500" b="1" noProof="0">
                <a:solidFill>
                  <a:srgbClr val="FFFFFF"/>
                </a:solidFill>
                <a:latin typeface="Trebuchet MS" pitchFamily="34" charset="0"/>
                <a:ea typeface="Trebuchet MS" pitchFamily="34" charset="-122"/>
                <a:cs typeface="Trebuchet MS" pitchFamily="34" charset="-120"/>
              </a:rPr>
              <a:t>La sécurité dès la conception</a:t>
            </a:r>
            <a:endParaRPr lang="fr-FR" sz="2500" noProof="0"/>
          </a:p>
        </p:txBody>
      </p:sp>
      <p:sp>
        <p:nvSpPr>
          <p:cNvPr id="8" name="Shape 5"/>
          <p:cNvSpPr/>
          <p:nvPr/>
        </p:nvSpPr>
        <p:spPr>
          <a:xfrm>
            <a:off x="640080" y="1956816"/>
            <a:ext cx="91440" cy="603504"/>
          </a:xfrm>
          <a:prstGeom prst="rect">
            <a:avLst/>
          </a:prstGeom>
          <a:solidFill>
            <a:srgbClr val="F26522"/>
          </a:solidFill>
          <a:ln/>
        </p:spPr>
        <p:txBody>
          <a:bodyPr/>
          <a:lstStyle/>
          <a:p>
            <a:endParaRPr lang="fr-FR" noProof="0"/>
          </a:p>
        </p:txBody>
      </p:sp>
      <p:sp>
        <p:nvSpPr>
          <p:cNvPr id="9" name="Text 6"/>
          <p:cNvSpPr/>
          <p:nvPr/>
        </p:nvSpPr>
        <p:spPr>
          <a:xfrm>
            <a:off x="868680" y="1901952"/>
            <a:ext cx="3977640" cy="274320"/>
          </a:xfrm>
          <a:prstGeom prst="rect">
            <a:avLst/>
          </a:prstGeom>
          <a:noFill/>
          <a:ln/>
        </p:spPr>
        <p:txBody>
          <a:bodyPr wrap="square" rtlCol="0" anchor="ctr"/>
          <a:lstStyle/>
          <a:p>
            <a:pPr marL="0" indent="0">
              <a:buNone/>
            </a:pPr>
            <a:r>
              <a:rPr lang="fr-FR" sz="1400" b="1" noProof="0">
                <a:solidFill>
                  <a:srgbClr val="FFFFFF"/>
                </a:solidFill>
                <a:latin typeface="Trebuchet MS" pitchFamily="34" charset="0"/>
                <a:ea typeface="Trebuchet MS" pitchFamily="34" charset="-122"/>
                <a:cs typeface="Trebuchet MS" pitchFamily="34" charset="-120"/>
              </a:rPr>
              <a:t>Identité Entra ID</a:t>
            </a:r>
            <a:endParaRPr lang="fr-FR" sz="1400" noProof="0"/>
          </a:p>
        </p:txBody>
      </p:sp>
      <p:sp>
        <p:nvSpPr>
          <p:cNvPr id="10" name="Text 7"/>
          <p:cNvSpPr/>
          <p:nvPr/>
        </p:nvSpPr>
        <p:spPr>
          <a:xfrm>
            <a:off x="868680" y="2176272"/>
            <a:ext cx="3977640" cy="603504"/>
          </a:xfrm>
          <a:prstGeom prst="rect">
            <a:avLst/>
          </a:prstGeom>
          <a:noFill/>
          <a:ln/>
        </p:spPr>
        <p:txBody>
          <a:bodyPr wrap="square" rtlCol="0" anchor="t"/>
          <a:lstStyle/>
          <a:p>
            <a:pPr marL="0" indent="0">
              <a:lnSpc>
                <a:spcPts val="1350"/>
              </a:lnSpc>
              <a:buNone/>
            </a:pPr>
            <a:r>
              <a:rPr lang="fr-FR" sz="1050" noProof="0">
                <a:solidFill>
                  <a:srgbClr val="C4D3E8"/>
                </a:solidFill>
                <a:latin typeface="Calibri" pitchFamily="34" charset="0"/>
                <a:ea typeface="Calibri" pitchFamily="34" charset="-122"/>
                <a:cs typeface="Calibri" pitchFamily="34" charset="-120"/>
              </a:rPr>
              <a:t>L'accès s'exécute sous l'identité de l'utilisateur (Entra ID) — Les schémas sont lus et </a:t>
            </a:r>
            <a:r>
              <a:rPr lang="fr-FR" sz="1050">
                <a:solidFill>
                  <a:srgbClr val="C4D3E8"/>
                </a:solidFill>
                <a:latin typeface="Calibri" pitchFamily="34" charset="0"/>
                <a:ea typeface="Calibri" pitchFamily="34" charset="-122"/>
                <a:cs typeface="Calibri" pitchFamily="34" charset="-120"/>
              </a:rPr>
              <a:t>les </a:t>
            </a:r>
            <a:r>
              <a:rPr lang="fr-FR" sz="1050" noProof="0">
                <a:solidFill>
                  <a:srgbClr val="C4D3E8"/>
                </a:solidFill>
                <a:latin typeface="Calibri" pitchFamily="34" charset="0"/>
                <a:ea typeface="Calibri" pitchFamily="34" charset="-122"/>
                <a:cs typeface="Calibri" pitchFamily="34" charset="-120"/>
              </a:rPr>
              <a:t>requêtes sont exécutées seulement si les droits existent.</a:t>
            </a:r>
            <a:endParaRPr lang="fr-FR" sz="1050" noProof="0"/>
          </a:p>
        </p:txBody>
      </p:sp>
      <p:sp>
        <p:nvSpPr>
          <p:cNvPr id="11" name="Shape 8"/>
          <p:cNvSpPr/>
          <p:nvPr/>
        </p:nvSpPr>
        <p:spPr>
          <a:xfrm>
            <a:off x="640080" y="2889504"/>
            <a:ext cx="91440" cy="603504"/>
          </a:xfrm>
          <a:prstGeom prst="rect">
            <a:avLst/>
          </a:prstGeom>
          <a:solidFill>
            <a:srgbClr val="F26522"/>
          </a:solidFill>
          <a:ln/>
        </p:spPr>
        <p:txBody>
          <a:bodyPr/>
          <a:lstStyle/>
          <a:p>
            <a:endParaRPr lang="fr-FR" noProof="0"/>
          </a:p>
        </p:txBody>
      </p:sp>
      <p:sp>
        <p:nvSpPr>
          <p:cNvPr id="12" name="Text 9"/>
          <p:cNvSpPr/>
          <p:nvPr/>
        </p:nvSpPr>
        <p:spPr>
          <a:xfrm>
            <a:off x="868680" y="2834640"/>
            <a:ext cx="3977640" cy="274320"/>
          </a:xfrm>
          <a:prstGeom prst="rect">
            <a:avLst/>
          </a:prstGeom>
          <a:noFill/>
          <a:ln/>
        </p:spPr>
        <p:txBody>
          <a:bodyPr wrap="square" rtlCol="0" anchor="ctr"/>
          <a:lstStyle/>
          <a:p>
            <a:pPr marL="0" indent="0">
              <a:buNone/>
            </a:pPr>
            <a:r>
              <a:rPr lang="fr-FR" sz="1400" b="1" noProof="0">
                <a:solidFill>
                  <a:srgbClr val="FFFFFF"/>
                </a:solidFill>
                <a:latin typeface="Trebuchet MS" pitchFamily="34" charset="0"/>
                <a:ea typeface="Trebuchet MS" pitchFamily="34" charset="-122"/>
                <a:cs typeface="Trebuchet MS" pitchFamily="34" charset="-120"/>
              </a:rPr>
              <a:t>Permissions &amp; Rôles</a:t>
            </a:r>
            <a:endParaRPr lang="fr-FR" sz="1400" noProof="0"/>
          </a:p>
        </p:txBody>
      </p:sp>
      <p:sp>
        <p:nvSpPr>
          <p:cNvPr id="13" name="Text 10"/>
          <p:cNvSpPr/>
          <p:nvPr/>
        </p:nvSpPr>
        <p:spPr>
          <a:xfrm>
            <a:off x="868680" y="3108960"/>
            <a:ext cx="3977640" cy="603504"/>
          </a:xfrm>
          <a:prstGeom prst="rect">
            <a:avLst/>
          </a:prstGeom>
          <a:noFill/>
          <a:ln/>
        </p:spPr>
        <p:txBody>
          <a:bodyPr wrap="square" rtlCol="0" anchor="t"/>
          <a:lstStyle/>
          <a:p>
            <a:pPr marL="0" indent="0">
              <a:lnSpc>
                <a:spcPts val="1350"/>
              </a:lnSpc>
              <a:buNone/>
            </a:pPr>
            <a:r>
              <a:rPr lang="fr-FR" sz="1050" noProof="0">
                <a:solidFill>
                  <a:srgbClr val="C4D3E8"/>
                </a:solidFill>
                <a:latin typeface="Calibri" pitchFamily="34" charset="0"/>
                <a:ea typeface="Calibri" pitchFamily="34" charset="-122"/>
                <a:cs typeface="Calibri" pitchFamily="34" charset="-120"/>
              </a:rPr>
              <a:t>L'agent respecte les règles de sécurité Fabric : rôles permissions d’espace de travail et sécurité au niveau ligne (RLS).</a:t>
            </a:r>
            <a:endParaRPr lang="fr-FR" sz="1050" noProof="0"/>
          </a:p>
        </p:txBody>
      </p:sp>
      <p:sp>
        <p:nvSpPr>
          <p:cNvPr id="14" name="Shape 11"/>
          <p:cNvSpPr/>
          <p:nvPr/>
        </p:nvSpPr>
        <p:spPr>
          <a:xfrm>
            <a:off x="640080" y="3822192"/>
            <a:ext cx="91440" cy="603504"/>
          </a:xfrm>
          <a:prstGeom prst="rect">
            <a:avLst/>
          </a:prstGeom>
          <a:solidFill>
            <a:srgbClr val="F26522"/>
          </a:solidFill>
          <a:ln/>
        </p:spPr>
        <p:txBody>
          <a:bodyPr/>
          <a:lstStyle/>
          <a:p>
            <a:endParaRPr lang="fr-FR" noProof="0"/>
          </a:p>
        </p:txBody>
      </p:sp>
      <p:sp>
        <p:nvSpPr>
          <p:cNvPr id="15" name="Text 12"/>
          <p:cNvSpPr/>
          <p:nvPr/>
        </p:nvSpPr>
        <p:spPr>
          <a:xfrm>
            <a:off x="868680" y="3767328"/>
            <a:ext cx="3977640" cy="274320"/>
          </a:xfrm>
          <a:prstGeom prst="rect">
            <a:avLst/>
          </a:prstGeom>
          <a:noFill/>
          <a:ln/>
        </p:spPr>
        <p:txBody>
          <a:bodyPr wrap="square" rtlCol="0" anchor="ctr"/>
          <a:lstStyle/>
          <a:p>
            <a:pPr marL="0" indent="0">
              <a:buNone/>
            </a:pPr>
            <a:r>
              <a:rPr lang="fr-FR" sz="1400" b="1" noProof="0">
                <a:solidFill>
                  <a:srgbClr val="FFFFFF"/>
                </a:solidFill>
                <a:latin typeface="Trebuchet MS" pitchFamily="34" charset="0"/>
                <a:ea typeface="Trebuchet MS" pitchFamily="34" charset="-122"/>
                <a:cs typeface="Trebuchet MS" pitchFamily="34" charset="-120"/>
              </a:rPr>
              <a:t>Protection des données</a:t>
            </a:r>
            <a:endParaRPr lang="fr-FR" sz="1400" noProof="0"/>
          </a:p>
        </p:txBody>
      </p:sp>
      <p:sp>
        <p:nvSpPr>
          <p:cNvPr id="16" name="Text 13"/>
          <p:cNvSpPr/>
          <p:nvPr/>
        </p:nvSpPr>
        <p:spPr>
          <a:xfrm>
            <a:off x="868680" y="4041648"/>
            <a:ext cx="3977640" cy="603504"/>
          </a:xfrm>
          <a:prstGeom prst="rect">
            <a:avLst/>
          </a:prstGeom>
          <a:noFill/>
          <a:ln/>
        </p:spPr>
        <p:txBody>
          <a:bodyPr wrap="square" rtlCol="0" anchor="t"/>
          <a:lstStyle/>
          <a:p>
            <a:pPr marL="0" indent="0">
              <a:lnSpc>
                <a:spcPts val="1350"/>
              </a:lnSpc>
              <a:buNone/>
            </a:pPr>
            <a:r>
              <a:rPr lang="fr-FR" sz="1050" noProof="0">
                <a:solidFill>
                  <a:srgbClr val="C4D3E8"/>
                </a:solidFill>
                <a:latin typeface="Calibri" pitchFamily="34" charset="0"/>
                <a:ea typeface="Calibri" pitchFamily="34" charset="-122"/>
                <a:cs typeface="Calibri" pitchFamily="34" charset="-120"/>
              </a:rPr>
              <a:t>Les politiques </a:t>
            </a:r>
            <a:r>
              <a:rPr lang="fr-FR" sz="1050" noProof="0" err="1">
                <a:solidFill>
                  <a:srgbClr val="C4D3E8"/>
                </a:solidFill>
                <a:latin typeface="Calibri" pitchFamily="34" charset="0"/>
                <a:ea typeface="Calibri" pitchFamily="34" charset="-122"/>
                <a:cs typeface="Calibri" pitchFamily="34" charset="-120"/>
              </a:rPr>
              <a:t>Purview</a:t>
            </a:r>
            <a:r>
              <a:rPr lang="fr-FR" sz="1050" noProof="0">
                <a:solidFill>
                  <a:srgbClr val="C4D3E8"/>
                </a:solidFill>
                <a:latin typeface="Calibri" pitchFamily="34" charset="0"/>
                <a:ea typeface="Calibri" pitchFamily="34" charset="-122"/>
                <a:cs typeface="Calibri" pitchFamily="34" charset="-120"/>
              </a:rPr>
              <a:t> (DLP, restrictions d’accès) empêchent la consultation ou la restitution de données sensibles (et donc ce qu’un agent interroge ou renvoie).</a:t>
            </a:r>
            <a:endParaRPr lang="fr-FR" sz="1050" noProof="0"/>
          </a:p>
        </p:txBody>
      </p:sp>
      <p:pic>
        <p:nvPicPr>
          <p:cNvPr id="20" name="Picture 19">
            <a:extLst>
              <a:ext uri="{FF2B5EF4-FFF2-40B4-BE49-F238E27FC236}">
                <a16:creationId xmlns:a16="http://schemas.microsoft.com/office/drawing/2014/main" id="{1B4A912B-D2FD-454A-C2B9-C91FAAFD2722}"/>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2424929" y="1929384"/>
            <a:ext cx="219456" cy="219456"/>
          </a:xfrm>
          <a:prstGeom prst="rect">
            <a:avLst/>
          </a:prstGeom>
        </p:spPr>
      </p:pic>
      <p:pic>
        <p:nvPicPr>
          <p:cNvPr id="22" name="Picture 21">
            <a:extLst>
              <a:ext uri="{FF2B5EF4-FFF2-40B4-BE49-F238E27FC236}">
                <a16:creationId xmlns:a16="http://schemas.microsoft.com/office/drawing/2014/main" id="{0BE89153-6B33-DB19-BCCB-1D08E8BC7B80}"/>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2969326" y="3775466"/>
            <a:ext cx="258043" cy="258043"/>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0">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457200" y="384048"/>
            <a:ext cx="146304" cy="146304"/>
          </a:xfrm>
          <a:prstGeom prst="rect">
            <a:avLst/>
          </a:prstGeom>
          <a:solidFill>
            <a:srgbClr val="F26522"/>
          </a:solidFill>
          <a:ln/>
        </p:spPr>
        <p:txBody>
          <a:bodyPr/>
          <a:lstStyle/>
          <a:p>
            <a:endParaRPr lang="fr-FR" noProof="0"/>
          </a:p>
        </p:txBody>
      </p:sp>
      <p:sp>
        <p:nvSpPr>
          <p:cNvPr id="3" name="Text 1"/>
          <p:cNvSpPr/>
          <p:nvPr/>
        </p:nvSpPr>
        <p:spPr>
          <a:xfrm>
            <a:off x="713232" y="347472"/>
            <a:ext cx="7955280" cy="237744"/>
          </a:xfrm>
          <a:prstGeom prst="rect">
            <a:avLst/>
          </a:prstGeom>
          <a:noFill/>
          <a:ln/>
        </p:spPr>
        <p:txBody>
          <a:bodyPr wrap="square" rtlCol="0" anchor="ctr"/>
          <a:lstStyle/>
          <a:p>
            <a:pPr marL="0" indent="0">
              <a:buNone/>
            </a:pPr>
            <a:r>
              <a:rPr lang="fr-FR" sz="1100" b="1" kern="0" spc="200" noProof="0">
                <a:solidFill>
                  <a:srgbClr val="F26522"/>
                </a:solidFill>
                <a:latin typeface="Calibri" pitchFamily="34" charset="0"/>
                <a:ea typeface="Calibri" pitchFamily="34" charset="-122"/>
                <a:cs typeface="Calibri" pitchFamily="34" charset="-120"/>
              </a:rPr>
              <a:t>ROLES D’ESPACE DE TRAVAIL FABRIC</a:t>
            </a:r>
            <a:endParaRPr lang="fr-FR" sz="1100" noProof="0"/>
          </a:p>
        </p:txBody>
      </p:sp>
      <p:sp>
        <p:nvSpPr>
          <p:cNvPr id="4" name="Text 2"/>
          <p:cNvSpPr/>
          <p:nvPr/>
        </p:nvSpPr>
        <p:spPr>
          <a:xfrm>
            <a:off x="438912" y="566928"/>
            <a:ext cx="8266176" cy="566928"/>
          </a:xfrm>
          <a:prstGeom prst="rect">
            <a:avLst/>
          </a:prstGeom>
          <a:noFill/>
          <a:ln/>
        </p:spPr>
        <p:txBody>
          <a:bodyPr wrap="square" rtlCol="0" anchor="ctr"/>
          <a:lstStyle/>
          <a:p>
            <a:pPr marL="0" indent="0">
              <a:buNone/>
            </a:pPr>
            <a:r>
              <a:rPr lang="fr-FR" sz="2600" b="1" noProof="0">
                <a:solidFill>
                  <a:srgbClr val="16273D"/>
                </a:solidFill>
                <a:latin typeface="Trebuchet MS" pitchFamily="34" charset="0"/>
                <a:ea typeface="Trebuchet MS" pitchFamily="34" charset="-122"/>
                <a:cs typeface="Trebuchet MS" pitchFamily="34" charset="-120"/>
              </a:rPr>
              <a:t>Qui peut faire quoi ?</a:t>
            </a:r>
            <a:endParaRPr lang="fr-FR" sz="2600" noProof="0"/>
          </a:p>
        </p:txBody>
      </p:sp>
      <p:sp>
        <p:nvSpPr>
          <p:cNvPr id="5" name="Shape 3"/>
          <p:cNvSpPr/>
          <p:nvPr/>
        </p:nvSpPr>
        <p:spPr>
          <a:xfrm>
            <a:off x="457200" y="1207764"/>
            <a:ext cx="8229600" cy="438912"/>
          </a:xfrm>
          <a:prstGeom prst="rect">
            <a:avLst/>
          </a:prstGeom>
          <a:solidFill>
            <a:srgbClr val="0E2240"/>
          </a:solidFill>
          <a:ln/>
        </p:spPr>
        <p:txBody>
          <a:bodyPr/>
          <a:lstStyle/>
          <a:p>
            <a:endParaRPr lang="fr-FR" noProof="0"/>
          </a:p>
        </p:txBody>
      </p:sp>
      <p:sp>
        <p:nvSpPr>
          <p:cNvPr id="6" name="Text 4"/>
          <p:cNvSpPr/>
          <p:nvPr/>
        </p:nvSpPr>
        <p:spPr>
          <a:xfrm>
            <a:off x="621792" y="1207764"/>
            <a:ext cx="3383280" cy="438912"/>
          </a:xfrm>
          <a:prstGeom prst="rect">
            <a:avLst/>
          </a:prstGeom>
          <a:noFill/>
          <a:ln/>
        </p:spPr>
        <p:txBody>
          <a:bodyPr wrap="square" rtlCol="0" anchor="ctr"/>
          <a:lstStyle/>
          <a:p>
            <a:pPr marL="0" indent="0">
              <a:buNone/>
            </a:pPr>
            <a:r>
              <a:rPr lang="fr-FR" sz="1200" b="1" noProof="0">
                <a:solidFill>
                  <a:srgbClr val="FFFFFF"/>
                </a:solidFill>
                <a:latin typeface="Trebuchet MS" pitchFamily="34" charset="0"/>
                <a:ea typeface="Trebuchet MS" pitchFamily="34" charset="-122"/>
                <a:cs typeface="Trebuchet MS" pitchFamily="34" charset="-120"/>
              </a:rPr>
              <a:t>Capacité</a:t>
            </a:r>
            <a:endParaRPr lang="fr-FR" sz="1200" noProof="0"/>
          </a:p>
        </p:txBody>
      </p:sp>
      <p:sp>
        <p:nvSpPr>
          <p:cNvPr id="7" name="Text 5"/>
          <p:cNvSpPr/>
          <p:nvPr/>
        </p:nvSpPr>
        <p:spPr>
          <a:xfrm>
            <a:off x="4023360" y="1207764"/>
            <a:ext cx="1165860" cy="438912"/>
          </a:xfrm>
          <a:prstGeom prst="rect">
            <a:avLst/>
          </a:prstGeom>
          <a:noFill/>
          <a:ln/>
        </p:spPr>
        <p:txBody>
          <a:bodyPr wrap="square" rtlCol="0" anchor="ctr"/>
          <a:lstStyle/>
          <a:p>
            <a:pPr marL="0" indent="0" algn="ctr">
              <a:buNone/>
            </a:pPr>
            <a:r>
              <a:rPr lang="fr-FR" sz="1200" b="1" noProof="0">
                <a:solidFill>
                  <a:srgbClr val="FFFFFF"/>
                </a:solidFill>
                <a:latin typeface="Trebuchet MS" pitchFamily="34" charset="0"/>
                <a:ea typeface="Trebuchet MS" pitchFamily="34" charset="-122"/>
                <a:cs typeface="Trebuchet MS" pitchFamily="34" charset="-120"/>
              </a:rPr>
              <a:t>Admin</a:t>
            </a:r>
            <a:endParaRPr lang="fr-FR" sz="1200" noProof="0"/>
          </a:p>
        </p:txBody>
      </p:sp>
      <p:sp>
        <p:nvSpPr>
          <p:cNvPr id="8" name="Text 6"/>
          <p:cNvSpPr/>
          <p:nvPr/>
        </p:nvSpPr>
        <p:spPr>
          <a:xfrm>
            <a:off x="5189220" y="1207764"/>
            <a:ext cx="1165860" cy="438912"/>
          </a:xfrm>
          <a:prstGeom prst="rect">
            <a:avLst/>
          </a:prstGeom>
          <a:noFill/>
          <a:ln/>
        </p:spPr>
        <p:txBody>
          <a:bodyPr wrap="square" rtlCol="0" anchor="ctr"/>
          <a:lstStyle/>
          <a:p>
            <a:pPr marL="0" indent="0" algn="ctr">
              <a:buNone/>
            </a:pPr>
            <a:r>
              <a:rPr lang="fr-FR" sz="1200" b="1" noProof="0">
                <a:solidFill>
                  <a:srgbClr val="FFFFFF"/>
                </a:solidFill>
                <a:latin typeface="Trebuchet MS" pitchFamily="34" charset="0"/>
                <a:ea typeface="Trebuchet MS" pitchFamily="34" charset="-122"/>
                <a:cs typeface="Trebuchet MS" pitchFamily="34" charset="-120"/>
              </a:rPr>
              <a:t>Membre</a:t>
            </a:r>
            <a:endParaRPr lang="fr-FR" sz="1200" noProof="0"/>
          </a:p>
        </p:txBody>
      </p:sp>
      <p:sp>
        <p:nvSpPr>
          <p:cNvPr id="9" name="Text 7"/>
          <p:cNvSpPr/>
          <p:nvPr/>
        </p:nvSpPr>
        <p:spPr>
          <a:xfrm>
            <a:off x="6355080" y="1207764"/>
            <a:ext cx="1165860" cy="438912"/>
          </a:xfrm>
          <a:prstGeom prst="rect">
            <a:avLst/>
          </a:prstGeom>
          <a:noFill/>
          <a:ln/>
        </p:spPr>
        <p:txBody>
          <a:bodyPr wrap="square" rtlCol="0" anchor="ctr"/>
          <a:lstStyle/>
          <a:p>
            <a:pPr marL="0" indent="0" algn="ctr">
              <a:buNone/>
            </a:pPr>
            <a:r>
              <a:rPr lang="fr-FR" sz="1200" b="1" noProof="0">
                <a:solidFill>
                  <a:srgbClr val="FFFFFF"/>
                </a:solidFill>
                <a:latin typeface="Trebuchet MS" pitchFamily="34" charset="0"/>
                <a:ea typeface="Trebuchet MS" pitchFamily="34" charset="-122"/>
                <a:cs typeface="Trebuchet MS" pitchFamily="34" charset="-120"/>
              </a:rPr>
              <a:t>Contributeur</a:t>
            </a:r>
            <a:endParaRPr lang="fr-FR" sz="1200" noProof="0"/>
          </a:p>
        </p:txBody>
      </p:sp>
      <p:sp>
        <p:nvSpPr>
          <p:cNvPr id="10" name="Text 8"/>
          <p:cNvSpPr/>
          <p:nvPr/>
        </p:nvSpPr>
        <p:spPr>
          <a:xfrm>
            <a:off x="7520940" y="1207764"/>
            <a:ext cx="1165860" cy="438912"/>
          </a:xfrm>
          <a:prstGeom prst="rect">
            <a:avLst/>
          </a:prstGeom>
          <a:noFill/>
          <a:ln/>
        </p:spPr>
        <p:txBody>
          <a:bodyPr wrap="square" rtlCol="0" anchor="ctr"/>
          <a:lstStyle/>
          <a:p>
            <a:pPr marL="0" indent="0" algn="ctr">
              <a:buNone/>
            </a:pPr>
            <a:r>
              <a:rPr lang="fr-FR" sz="1200" b="1" noProof="0">
                <a:solidFill>
                  <a:srgbClr val="F26522"/>
                </a:solidFill>
                <a:latin typeface="Trebuchet MS" pitchFamily="34" charset="0"/>
                <a:ea typeface="Trebuchet MS" pitchFamily="34" charset="-122"/>
                <a:cs typeface="Trebuchet MS" pitchFamily="34" charset="-120"/>
              </a:rPr>
              <a:t>Lecteur</a:t>
            </a:r>
            <a:endParaRPr lang="fr-FR" sz="1200" noProof="0"/>
          </a:p>
        </p:txBody>
      </p:sp>
      <p:sp>
        <p:nvSpPr>
          <p:cNvPr id="11" name="Shape 9"/>
          <p:cNvSpPr/>
          <p:nvPr/>
        </p:nvSpPr>
        <p:spPr>
          <a:xfrm>
            <a:off x="457200" y="1646676"/>
            <a:ext cx="8229600" cy="512064"/>
          </a:xfrm>
          <a:prstGeom prst="rect">
            <a:avLst/>
          </a:prstGeom>
          <a:solidFill>
            <a:srgbClr val="FFFFFF"/>
          </a:solidFill>
          <a:ln w="9525">
            <a:solidFill>
              <a:srgbClr val="DCE4EE"/>
            </a:solidFill>
            <a:prstDash val="solid"/>
          </a:ln>
        </p:spPr>
        <p:txBody>
          <a:bodyPr/>
          <a:lstStyle/>
          <a:p>
            <a:endParaRPr lang="fr-FR" noProof="0"/>
          </a:p>
        </p:txBody>
      </p:sp>
      <p:sp>
        <p:nvSpPr>
          <p:cNvPr id="12" name="Text 10"/>
          <p:cNvSpPr/>
          <p:nvPr/>
        </p:nvSpPr>
        <p:spPr>
          <a:xfrm>
            <a:off x="621792" y="1646676"/>
            <a:ext cx="3337560" cy="512064"/>
          </a:xfrm>
          <a:prstGeom prst="rect">
            <a:avLst/>
          </a:prstGeom>
          <a:noFill/>
          <a:ln/>
        </p:spPr>
        <p:txBody>
          <a:bodyPr wrap="square" rtlCol="0" anchor="ctr"/>
          <a:lstStyle/>
          <a:p>
            <a:pPr marL="0" indent="0">
              <a:buNone/>
            </a:pPr>
            <a:r>
              <a:rPr lang="fr-FR" sz="1150" b="1" noProof="0">
                <a:solidFill>
                  <a:srgbClr val="16273D"/>
                </a:solidFill>
                <a:latin typeface="Calibri" pitchFamily="34" charset="0"/>
                <a:ea typeface="Calibri" pitchFamily="34" charset="-122"/>
                <a:cs typeface="Calibri" pitchFamily="34" charset="-120"/>
              </a:rPr>
              <a:t>Lire les données / interroger l'agent</a:t>
            </a:r>
            <a:endParaRPr lang="fr-FR" sz="1150" noProof="0"/>
          </a:p>
        </p:txBody>
      </p:sp>
      <p:sp>
        <p:nvSpPr>
          <p:cNvPr id="13" name="Text 11"/>
          <p:cNvSpPr/>
          <p:nvPr/>
        </p:nvSpPr>
        <p:spPr>
          <a:xfrm>
            <a:off x="4023360" y="1646676"/>
            <a:ext cx="1165860" cy="512064"/>
          </a:xfrm>
          <a:prstGeom prst="rect">
            <a:avLst/>
          </a:prstGeom>
          <a:noFill/>
          <a:ln/>
        </p:spPr>
        <p:txBody>
          <a:bodyPr wrap="square" rtlCol="0" anchor="ctr"/>
          <a:lstStyle/>
          <a:p>
            <a:pPr marL="0" indent="0" algn="ctr">
              <a:buNone/>
            </a:pPr>
            <a:r>
              <a:rPr lang="fr-FR" sz="1500" b="1" noProof="0">
                <a:solidFill>
                  <a:srgbClr val="2E9E5B"/>
                </a:solidFill>
                <a:latin typeface="Calibri" pitchFamily="34" charset="0"/>
                <a:ea typeface="Calibri" pitchFamily="34" charset="-122"/>
                <a:cs typeface="Calibri" pitchFamily="34" charset="-120"/>
              </a:rPr>
              <a:t>✓</a:t>
            </a:r>
            <a:endParaRPr lang="fr-FR" sz="1500" noProof="0"/>
          </a:p>
        </p:txBody>
      </p:sp>
      <p:sp>
        <p:nvSpPr>
          <p:cNvPr id="14" name="Text 12"/>
          <p:cNvSpPr/>
          <p:nvPr/>
        </p:nvSpPr>
        <p:spPr>
          <a:xfrm>
            <a:off x="5189220" y="1646676"/>
            <a:ext cx="1165860" cy="512064"/>
          </a:xfrm>
          <a:prstGeom prst="rect">
            <a:avLst/>
          </a:prstGeom>
          <a:noFill/>
          <a:ln/>
        </p:spPr>
        <p:txBody>
          <a:bodyPr wrap="square" rtlCol="0" anchor="ctr"/>
          <a:lstStyle/>
          <a:p>
            <a:pPr marL="0" indent="0" algn="ctr">
              <a:buNone/>
            </a:pPr>
            <a:r>
              <a:rPr lang="fr-FR" sz="1500" b="1" noProof="0">
                <a:solidFill>
                  <a:srgbClr val="2E9E5B"/>
                </a:solidFill>
                <a:latin typeface="Calibri" pitchFamily="34" charset="0"/>
                <a:ea typeface="Calibri" pitchFamily="34" charset="-122"/>
                <a:cs typeface="Calibri" pitchFamily="34" charset="-120"/>
              </a:rPr>
              <a:t>✓</a:t>
            </a:r>
            <a:endParaRPr lang="fr-FR" sz="1500" noProof="0"/>
          </a:p>
        </p:txBody>
      </p:sp>
      <p:sp>
        <p:nvSpPr>
          <p:cNvPr id="15" name="Text 13"/>
          <p:cNvSpPr/>
          <p:nvPr/>
        </p:nvSpPr>
        <p:spPr>
          <a:xfrm>
            <a:off x="6355080" y="1646676"/>
            <a:ext cx="1165860" cy="512064"/>
          </a:xfrm>
          <a:prstGeom prst="rect">
            <a:avLst/>
          </a:prstGeom>
          <a:noFill/>
          <a:ln/>
        </p:spPr>
        <p:txBody>
          <a:bodyPr wrap="square" rtlCol="0" anchor="ctr"/>
          <a:lstStyle/>
          <a:p>
            <a:pPr marL="0" indent="0" algn="ctr">
              <a:buNone/>
            </a:pPr>
            <a:r>
              <a:rPr lang="fr-FR" sz="1500" b="1" noProof="0">
                <a:solidFill>
                  <a:srgbClr val="2E9E5B"/>
                </a:solidFill>
                <a:latin typeface="Calibri" pitchFamily="34" charset="0"/>
                <a:ea typeface="Calibri" pitchFamily="34" charset="-122"/>
                <a:cs typeface="Calibri" pitchFamily="34" charset="-120"/>
              </a:rPr>
              <a:t>✓</a:t>
            </a:r>
            <a:endParaRPr lang="fr-FR" sz="1500" noProof="0"/>
          </a:p>
        </p:txBody>
      </p:sp>
      <p:sp>
        <p:nvSpPr>
          <p:cNvPr id="16" name="Text 14"/>
          <p:cNvSpPr/>
          <p:nvPr/>
        </p:nvSpPr>
        <p:spPr>
          <a:xfrm>
            <a:off x="7520940" y="1646676"/>
            <a:ext cx="1165860" cy="512064"/>
          </a:xfrm>
          <a:prstGeom prst="rect">
            <a:avLst/>
          </a:prstGeom>
          <a:noFill/>
          <a:ln/>
        </p:spPr>
        <p:txBody>
          <a:bodyPr wrap="square" rtlCol="0" anchor="ctr"/>
          <a:lstStyle/>
          <a:p>
            <a:pPr marL="0" indent="0" algn="ctr">
              <a:buNone/>
            </a:pPr>
            <a:r>
              <a:rPr lang="fr-FR" sz="1500" b="1" noProof="0">
                <a:solidFill>
                  <a:srgbClr val="2E9E5B"/>
                </a:solidFill>
                <a:latin typeface="Calibri" pitchFamily="34" charset="0"/>
                <a:ea typeface="Calibri" pitchFamily="34" charset="-122"/>
                <a:cs typeface="Calibri" pitchFamily="34" charset="-120"/>
              </a:rPr>
              <a:t>✓</a:t>
            </a:r>
            <a:endParaRPr lang="fr-FR" sz="1500" noProof="0"/>
          </a:p>
        </p:txBody>
      </p:sp>
      <p:sp>
        <p:nvSpPr>
          <p:cNvPr id="17" name="Shape 15"/>
          <p:cNvSpPr/>
          <p:nvPr/>
        </p:nvSpPr>
        <p:spPr>
          <a:xfrm>
            <a:off x="457200" y="2158740"/>
            <a:ext cx="8229600" cy="512064"/>
          </a:xfrm>
          <a:prstGeom prst="rect">
            <a:avLst/>
          </a:prstGeom>
          <a:solidFill>
            <a:srgbClr val="EAF0F8"/>
          </a:solidFill>
          <a:ln w="9525">
            <a:solidFill>
              <a:srgbClr val="DCE4EE"/>
            </a:solidFill>
            <a:prstDash val="solid"/>
          </a:ln>
        </p:spPr>
        <p:txBody>
          <a:bodyPr/>
          <a:lstStyle/>
          <a:p>
            <a:endParaRPr lang="fr-FR" noProof="0"/>
          </a:p>
        </p:txBody>
      </p:sp>
      <p:sp>
        <p:nvSpPr>
          <p:cNvPr id="18" name="Text 16"/>
          <p:cNvSpPr/>
          <p:nvPr/>
        </p:nvSpPr>
        <p:spPr>
          <a:xfrm>
            <a:off x="621792" y="2158740"/>
            <a:ext cx="3337560" cy="512064"/>
          </a:xfrm>
          <a:prstGeom prst="rect">
            <a:avLst/>
          </a:prstGeom>
          <a:noFill/>
          <a:ln/>
        </p:spPr>
        <p:txBody>
          <a:bodyPr wrap="square" rtlCol="0" anchor="ctr"/>
          <a:lstStyle/>
          <a:p>
            <a:pPr marL="0" indent="0">
              <a:buNone/>
            </a:pPr>
            <a:r>
              <a:rPr lang="fr-FR" sz="1150" b="1" noProof="0">
                <a:solidFill>
                  <a:srgbClr val="16273D"/>
                </a:solidFill>
                <a:latin typeface="Calibri" pitchFamily="34" charset="0"/>
                <a:ea typeface="Calibri" pitchFamily="34" charset="-122"/>
                <a:cs typeface="Calibri" pitchFamily="34" charset="-120"/>
              </a:rPr>
              <a:t>Créer &amp; modifier un agent</a:t>
            </a:r>
            <a:endParaRPr lang="fr-FR" sz="1150" noProof="0"/>
          </a:p>
        </p:txBody>
      </p:sp>
      <p:sp>
        <p:nvSpPr>
          <p:cNvPr id="19" name="Text 17"/>
          <p:cNvSpPr/>
          <p:nvPr/>
        </p:nvSpPr>
        <p:spPr>
          <a:xfrm>
            <a:off x="4023360" y="2158740"/>
            <a:ext cx="1165860" cy="512064"/>
          </a:xfrm>
          <a:prstGeom prst="rect">
            <a:avLst/>
          </a:prstGeom>
          <a:noFill/>
          <a:ln/>
        </p:spPr>
        <p:txBody>
          <a:bodyPr wrap="square" rtlCol="0" anchor="ctr"/>
          <a:lstStyle/>
          <a:p>
            <a:pPr marL="0" indent="0" algn="ctr">
              <a:buNone/>
            </a:pPr>
            <a:r>
              <a:rPr lang="fr-FR" sz="1500" b="1" noProof="0">
                <a:solidFill>
                  <a:srgbClr val="2E9E5B"/>
                </a:solidFill>
                <a:latin typeface="Calibri" pitchFamily="34" charset="0"/>
                <a:ea typeface="Calibri" pitchFamily="34" charset="-122"/>
                <a:cs typeface="Calibri" pitchFamily="34" charset="-120"/>
              </a:rPr>
              <a:t>✓</a:t>
            </a:r>
            <a:endParaRPr lang="fr-FR" sz="1500" noProof="0"/>
          </a:p>
        </p:txBody>
      </p:sp>
      <p:sp>
        <p:nvSpPr>
          <p:cNvPr id="20" name="Text 18"/>
          <p:cNvSpPr/>
          <p:nvPr/>
        </p:nvSpPr>
        <p:spPr>
          <a:xfrm>
            <a:off x="5189220" y="2158740"/>
            <a:ext cx="1165860" cy="512064"/>
          </a:xfrm>
          <a:prstGeom prst="rect">
            <a:avLst/>
          </a:prstGeom>
          <a:noFill/>
          <a:ln/>
        </p:spPr>
        <p:txBody>
          <a:bodyPr wrap="square" rtlCol="0" anchor="ctr"/>
          <a:lstStyle/>
          <a:p>
            <a:pPr marL="0" indent="0" algn="ctr">
              <a:buNone/>
            </a:pPr>
            <a:r>
              <a:rPr lang="fr-FR" sz="1500" b="1" noProof="0">
                <a:solidFill>
                  <a:srgbClr val="2E9E5B"/>
                </a:solidFill>
                <a:latin typeface="Calibri" pitchFamily="34" charset="0"/>
                <a:ea typeface="Calibri" pitchFamily="34" charset="-122"/>
                <a:cs typeface="Calibri" pitchFamily="34" charset="-120"/>
              </a:rPr>
              <a:t>✓</a:t>
            </a:r>
            <a:endParaRPr lang="fr-FR" sz="1500" noProof="0"/>
          </a:p>
        </p:txBody>
      </p:sp>
      <p:sp>
        <p:nvSpPr>
          <p:cNvPr id="21" name="Text 19"/>
          <p:cNvSpPr/>
          <p:nvPr/>
        </p:nvSpPr>
        <p:spPr>
          <a:xfrm>
            <a:off x="6355080" y="2158740"/>
            <a:ext cx="1165860" cy="512064"/>
          </a:xfrm>
          <a:prstGeom prst="rect">
            <a:avLst/>
          </a:prstGeom>
          <a:noFill/>
          <a:ln/>
        </p:spPr>
        <p:txBody>
          <a:bodyPr wrap="square" rtlCol="0" anchor="ctr"/>
          <a:lstStyle/>
          <a:p>
            <a:pPr marL="0" indent="0" algn="ctr">
              <a:buNone/>
            </a:pPr>
            <a:r>
              <a:rPr lang="fr-FR" sz="1500" b="1" noProof="0">
                <a:solidFill>
                  <a:srgbClr val="2E9E5B"/>
                </a:solidFill>
                <a:latin typeface="Calibri" pitchFamily="34" charset="0"/>
                <a:ea typeface="Calibri" pitchFamily="34" charset="-122"/>
                <a:cs typeface="Calibri" pitchFamily="34" charset="-120"/>
              </a:rPr>
              <a:t>✓</a:t>
            </a:r>
            <a:endParaRPr lang="fr-FR" sz="1500" noProof="0"/>
          </a:p>
        </p:txBody>
      </p:sp>
      <p:sp>
        <p:nvSpPr>
          <p:cNvPr id="22" name="Text 20"/>
          <p:cNvSpPr/>
          <p:nvPr/>
        </p:nvSpPr>
        <p:spPr>
          <a:xfrm>
            <a:off x="7520940" y="2158740"/>
            <a:ext cx="1165860" cy="512064"/>
          </a:xfrm>
          <a:prstGeom prst="rect">
            <a:avLst/>
          </a:prstGeom>
          <a:noFill/>
          <a:ln/>
        </p:spPr>
        <p:txBody>
          <a:bodyPr wrap="square" rtlCol="0" anchor="ctr"/>
          <a:lstStyle/>
          <a:p>
            <a:pPr marL="0" indent="0" algn="ctr">
              <a:buNone/>
            </a:pPr>
            <a:r>
              <a:rPr lang="fr-FR" sz="1500" b="1" noProof="0">
                <a:solidFill>
                  <a:srgbClr val="C2CCDA"/>
                </a:solidFill>
                <a:latin typeface="Calibri" pitchFamily="34" charset="0"/>
                <a:ea typeface="Calibri" pitchFamily="34" charset="-122"/>
                <a:cs typeface="Calibri" pitchFamily="34" charset="-120"/>
              </a:rPr>
              <a:t>—</a:t>
            </a:r>
            <a:endParaRPr lang="fr-FR" sz="1500" noProof="0"/>
          </a:p>
        </p:txBody>
      </p:sp>
      <p:sp>
        <p:nvSpPr>
          <p:cNvPr id="23" name="Shape 21"/>
          <p:cNvSpPr/>
          <p:nvPr/>
        </p:nvSpPr>
        <p:spPr>
          <a:xfrm>
            <a:off x="457200" y="2670804"/>
            <a:ext cx="8229600" cy="512064"/>
          </a:xfrm>
          <a:prstGeom prst="rect">
            <a:avLst/>
          </a:prstGeom>
          <a:solidFill>
            <a:srgbClr val="FFFFFF"/>
          </a:solidFill>
          <a:ln w="9525">
            <a:solidFill>
              <a:srgbClr val="DCE4EE"/>
            </a:solidFill>
            <a:prstDash val="solid"/>
          </a:ln>
        </p:spPr>
        <p:txBody>
          <a:bodyPr/>
          <a:lstStyle/>
          <a:p>
            <a:endParaRPr lang="fr-FR" noProof="0"/>
          </a:p>
        </p:txBody>
      </p:sp>
      <p:sp>
        <p:nvSpPr>
          <p:cNvPr id="24" name="Text 22"/>
          <p:cNvSpPr/>
          <p:nvPr/>
        </p:nvSpPr>
        <p:spPr>
          <a:xfrm>
            <a:off x="621792" y="2670804"/>
            <a:ext cx="3337560" cy="512064"/>
          </a:xfrm>
          <a:prstGeom prst="rect">
            <a:avLst/>
          </a:prstGeom>
          <a:noFill/>
          <a:ln/>
        </p:spPr>
        <p:txBody>
          <a:bodyPr wrap="square" rtlCol="0" anchor="ctr"/>
          <a:lstStyle/>
          <a:p>
            <a:pPr marL="0" indent="0">
              <a:buNone/>
            </a:pPr>
            <a:r>
              <a:rPr lang="fr-FR" sz="1150" b="1" noProof="0">
                <a:solidFill>
                  <a:srgbClr val="16273D"/>
                </a:solidFill>
                <a:latin typeface="Calibri" pitchFamily="34" charset="0"/>
                <a:ea typeface="Calibri" pitchFamily="34" charset="-122"/>
                <a:cs typeface="Calibri" pitchFamily="34" charset="-120"/>
              </a:rPr>
              <a:t>Partager l'agent</a:t>
            </a:r>
            <a:endParaRPr lang="fr-FR" sz="1150" noProof="0"/>
          </a:p>
        </p:txBody>
      </p:sp>
      <p:sp>
        <p:nvSpPr>
          <p:cNvPr id="25" name="Text 23"/>
          <p:cNvSpPr/>
          <p:nvPr/>
        </p:nvSpPr>
        <p:spPr>
          <a:xfrm>
            <a:off x="4023360" y="2670804"/>
            <a:ext cx="1165860" cy="512064"/>
          </a:xfrm>
          <a:prstGeom prst="rect">
            <a:avLst/>
          </a:prstGeom>
          <a:noFill/>
          <a:ln/>
        </p:spPr>
        <p:txBody>
          <a:bodyPr wrap="square" rtlCol="0" anchor="ctr"/>
          <a:lstStyle/>
          <a:p>
            <a:pPr marL="0" indent="0" algn="ctr">
              <a:buNone/>
            </a:pPr>
            <a:r>
              <a:rPr lang="fr-FR" sz="1500" b="1" noProof="0">
                <a:solidFill>
                  <a:srgbClr val="2E9E5B"/>
                </a:solidFill>
                <a:latin typeface="Calibri" pitchFamily="34" charset="0"/>
                <a:ea typeface="Calibri" pitchFamily="34" charset="-122"/>
                <a:cs typeface="Calibri" pitchFamily="34" charset="-120"/>
              </a:rPr>
              <a:t>✓</a:t>
            </a:r>
            <a:endParaRPr lang="fr-FR" sz="1500" noProof="0"/>
          </a:p>
        </p:txBody>
      </p:sp>
      <p:sp>
        <p:nvSpPr>
          <p:cNvPr id="26" name="Text 24"/>
          <p:cNvSpPr/>
          <p:nvPr/>
        </p:nvSpPr>
        <p:spPr>
          <a:xfrm>
            <a:off x="5189220" y="2670804"/>
            <a:ext cx="1165860" cy="512064"/>
          </a:xfrm>
          <a:prstGeom prst="rect">
            <a:avLst/>
          </a:prstGeom>
          <a:noFill/>
          <a:ln/>
        </p:spPr>
        <p:txBody>
          <a:bodyPr wrap="square" rtlCol="0" anchor="ctr"/>
          <a:lstStyle/>
          <a:p>
            <a:pPr marL="0" indent="0" algn="ctr">
              <a:buNone/>
            </a:pPr>
            <a:r>
              <a:rPr lang="fr-FR" sz="1500" b="1" noProof="0">
                <a:solidFill>
                  <a:srgbClr val="2E9E5B"/>
                </a:solidFill>
                <a:latin typeface="Calibri" pitchFamily="34" charset="0"/>
                <a:ea typeface="Calibri" pitchFamily="34" charset="-122"/>
                <a:cs typeface="Calibri" pitchFamily="34" charset="-120"/>
              </a:rPr>
              <a:t>✓</a:t>
            </a:r>
            <a:endParaRPr lang="fr-FR" sz="1500" noProof="0"/>
          </a:p>
        </p:txBody>
      </p:sp>
      <p:sp>
        <p:nvSpPr>
          <p:cNvPr id="27" name="Text 25"/>
          <p:cNvSpPr/>
          <p:nvPr/>
        </p:nvSpPr>
        <p:spPr>
          <a:xfrm>
            <a:off x="6355080" y="2670804"/>
            <a:ext cx="1165860" cy="512064"/>
          </a:xfrm>
          <a:prstGeom prst="rect">
            <a:avLst/>
          </a:prstGeom>
          <a:noFill/>
          <a:ln/>
        </p:spPr>
        <p:txBody>
          <a:bodyPr wrap="square" rtlCol="0" anchor="ctr"/>
          <a:lstStyle/>
          <a:p>
            <a:pPr marL="0" indent="0" algn="ctr">
              <a:buNone/>
            </a:pPr>
            <a:r>
              <a:rPr lang="fr-FR" sz="1500" b="1" noProof="0">
                <a:solidFill>
                  <a:srgbClr val="C2CCDA"/>
                </a:solidFill>
                <a:latin typeface="Calibri" pitchFamily="34" charset="0"/>
                <a:ea typeface="Calibri" pitchFamily="34" charset="-122"/>
                <a:cs typeface="Calibri" pitchFamily="34" charset="-120"/>
              </a:rPr>
              <a:t>—</a:t>
            </a:r>
            <a:endParaRPr lang="fr-FR" sz="1500" noProof="0"/>
          </a:p>
        </p:txBody>
      </p:sp>
      <p:sp>
        <p:nvSpPr>
          <p:cNvPr id="28" name="Text 26"/>
          <p:cNvSpPr/>
          <p:nvPr/>
        </p:nvSpPr>
        <p:spPr>
          <a:xfrm>
            <a:off x="7520940" y="2670804"/>
            <a:ext cx="1165860" cy="512064"/>
          </a:xfrm>
          <a:prstGeom prst="rect">
            <a:avLst/>
          </a:prstGeom>
          <a:noFill/>
          <a:ln/>
        </p:spPr>
        <p:txBody>
          <a:bodyPr wrap="square" rtlCol="0" anchor="ctr"/>
          <a:lstStyle/>
          <a:p>
            <a:pPr marL="0" indent="0" algn="ctr">
              <a:buNone/>
            </a:pPr>
            <a:r>
              <a:rPr lang="fr-FR" sz="1500" b="1" noProof="0">
                <a:solidFill>
                  <a:srgbClr val="C2CCDA"/>
                </a:solidFill>
                <a:latin typeface="Calibri" pitchFamily="34" charset="0"/>
                <a:ea typeface="Calibri" pitchFamily="34" charset="-122"/>
                <a:cs typeface="Calibri" pitchFamily="34" charset="-120"/>
              </a:rPr>
              <a:t>—</a:t>
            </a:r>
            <a:endParaRPr lang="fr-FR" sz="1500" noProof="0"/>
          </a:p>
        </p:txBody>
      </p:sp>
      <p:sp>
        <p:nvSpPr>
          <p:cNvPr id="29" name="Shape 27"/>
          <p:cNvSpPr/>
          <p:nvPr/>
        </p:nvSpPr>
        <p:spPr>
          <a:xfrm>
            <a:off x="457200" y="3182868"/>
            <a:ext cx="8229600" cy="512064"/>
          </a:xfrm>
          <a:prstGeom prst="rect">
            <a:avLst/>
          </a:prstGeom>
          <a:solidFill>
            <a:srgbClr val="EAF0F8"/>
          </a:solidFill>
          <a:ln w="9525">
            <a:solidFill>
              <a:srgbClr val="DCE4EE"/>
            </a:solidFill>
            <a:prstDash val="solid"/>
          </a:ln>
        </p:spPr>
        <p:txBody>
          <a:bodyPr/>
          <a:lstStyle/>
          <a:p>
            <a:endParaRPr lang="fr-FR" noProof="0"/>
          </a:p>
        </p:txBody>
      </p:sp>
      <p:sp>
        <p:nvSpPr>
          <p:cNvPr id="30" name="Text 28"/>
          <p:cNvSpPr/>
          <p:nvPr/>
        </p:nvSpPr>
        <p:spPr>
          <a:xfrm>
            <a:off x="621792" y="3182868"/>
            <a:ext cx="3337560" cy="512064"/>
          </a:xfrm>
          <a:prstGeom prst="rect">
            <a:avLst/>
          </a:prstGeom>
          <a:noFill/>
          <a:ln/>
        </p:spPr>
        <p:txBody>
          <a:bodyPr wrap="square" rtlCol="0" anchor="ctr"/>
          <a:lstStyle/>
          <a:p>
            <a:pPr marL="0" indent="0">
              <a:buNone/>
            </a:pPr>
            <a:r>
              <a:rPr lang="fr-FR" sz="1150" b="1" noProof="0">
                <a:solidFill>
                  <a:srgbClr val="16273D"/>
                </a:solidFill>
                <a:latin typeface="Calibri" pitchFamily="34" charset="0"/>
                <a:ea typeface="Calibri" pitchFamily="34" charset="-122"/>
                <a:cs typeface="Calibri" pitchFamily="34" charset="-120"/>
              </a:rPr>
              <a:t>Gérer les permissions</a:t>
            </a:r>
            <a:endParaRPr lang="fr-FR" sz="1150" noProof="0"/>
          </a:p>
        </p:txBody>
      </p:sp>
      <p:sp>
        <p:nvSpPr>
          <p:cNvPr id="31" name="Text 29"/>
          <p:cNvSpPr/>
          <p:nvPr/>
        </p:nvSpPr>
        <p:spPr>
          <a:xfrm>
            <a:off x="4023360" y="3182868"/>
            <a:ext cx="1165860" cy="512064"/>
          </a:xfrm>
          <a:prstGeom prst="rect">
            <a:avLst/>
          </a:prstGeom>
          <a:noFill/>
          <a:ln/>
        </p:spPr>
        <p:txBody>
          <a:bodyPr wrap="square" rtlCol="0" anchor="ctr"/>
          <a:lstStyle/>
          <a:p>
            <a:pPr marL="0" indent="0" algn="ctr">
              <a:buNone/>
            </a:pPr>
            <a:r>
              <a:rPr lang="fr-FR" sz="1500" b="1" noProof="0">
                <a:solidFill>
                  <a:srgbClr val="2E9E5B"/>
                </a:solidFill>
                <a:latin typeface="Calibri" pitchFamily="34" charset="0"/>
                <a:ea typeface="Calibri" pitchFamily="34" charset="-122"/>
                <a:cs typeface="Calibri" pitchFamily="34" charset="-120"/>
              </a:rPr>
              <a:t>✓</a:t>
            </a:r>
            <a:endParaRPr lang="fr-FR" sz="1500" noProof="0"/>
          </a:p>
        </p:txBody>
      </p:sp>
      <p:sp>
        <p:nvSpPr>
          <p:cNvPr id="32" name="Text 30"/>
          <p:cNvSpPr/>
          <p:nvPr/>
        </p:nvSpPr>
        <p:spPr>
          <a:xfrm>
            <a:off x="5189220" y="3182868"/>
            <a:ext cx="1165860" cy="512064"/>
          </a:xfrm>
          <a:prstGeom prst="rect">
            <a:avLst/>
          </a:prstGeom>
          <a:noFill/>
          <a:ln/>
        </p:spPr>
        <p:txBody>
          <a:bodyPr wrap="square" rtlCol="0" anchor="ctr"/>
          <a:lstStyle/>
          <a:p>
            <a:pPr marL="0" indent="0" algn="ctr">
              <a:buNone/>
            </a:pPr>
            <a:r>
              <a:rPr lang="fr-FR" sz="1500" b="1" noProof="0">
                <a:solidFill>
                  <a:srgbClr val="C2CCDA"/>
                </a:solidFill>
                <a:latin typeface="Calibri" pitchFamily="34" charset="0"/>
                <a:ea typeface="Calibri" pitchFamily="34" charset="-122"/>
                <a:cs typeface="Calibri" pitchFamily="34" charset="-120"/>
              </a:rPr>
              <a:t>—</a:t>
            </a:r>
            <a:endParaRPr lang="fr-FR" sz="1500" noProof="0"/>
          </a:p>
        </p:txBody>
      </p:sp>
      <p:sp>
        <p:nvSpPr>
          <p:cNvPr id="33" name="Text 31"/>
          <p:cNvSpPr/>
          <p:nvPr/>
        </p:nvSpPr>
        <p:spPr>
          <a:xfrm>
            <a:off x="6355080" y="3182868"/>
            <a:ext cx="1165860" cy="512064"/>
          </a:xfrm>
          <a:prstGeom prst="rect">
            <a:avLst/>
          </a:prstGeom>
          <a:noFill/>
          <a:ln/>
        </p:spPr>
        <p:txBody>
          <a:bodyPr wrap="square" rtlCol="0" anchor="ctr"/>
          <a:lstStyle/>
          <a:p>
            <a:pPr marL="0" indent="0" algn="ctr">
              <a:buNone/>
            </a:pPr>
            <a:r>
              <a:rPr lang="fr-FR" sz="1500" b="1" noProof="0">
                <a:solidFill>
                  <a:srgbClr val="C2CCDA"/>
                </a:solidFill>
                <a:latin typeface="Calibri" pitchFamily="34" charset="0"/>
                <a:ea typeface="Calibri" pitchFamily="34" charset="-122"/>
                <a:cs typeface="Calibri" pitchFamily="34" charset="-120"/>
              </a:rPr>
              <a:t>—</a:t>
            </a:r>
            <a:endParaRPr lang="fr-FR" sz="1500" noProof="0"/>
          </a:p>
        </p:txBody>
      </p:sp>
      <p:sp>
        <p:nvSpPr>
          <p:cNvPr id="34" name="Text 32"/>
          <p:cNvSpPr/>
          <p:nvPr/>
        </p:nvSpPr>
        <p:spPr>
          <a:xfrm>
            <a:off x="7520940" y="3182868"/>
            <a:ext cx="1165860" cy="512064"/>
          </a:xfrm>
          <a:prstGeom prst="rect">
            <a:avLst/>
          </a:prstGeom>
          <a:noFill/>
          <a:ln/>
        </p:spPr>
        <p:txBody>
          <a:bodyPr wrap="square" rtlCol="0" anchor="ctr"/>
          <a:lstStyle/>
          <a:p>
            <a:pPr marL="0" indent="0" algn="ctr">
              <a:buNone/>
            </a:pPr>
            <a:r>
              <a:rPr lang="fr-FR" sz="1500" b="1" noProof="0">
                <a:solidFill>
                  <a:srgbClr val="C2CCDA"/>
                </a:solidFill>
                <a:latin typeface="Calibri" pitchFamily="34" charset="0"/>
                <a:ea typeface="Calibri" pitchFamily="34" charset="-122"/>
                <a:cs typeface="Calibri" pitchFamily="34" charset="-120"/>
              </a:rPr>
              <a:t>—</a:t>
            </a:r>
            <a:endParaRPr lang="fr-FR" sz="1500" noProof="0"/>
          </a:p>
        </p:txBody>
      </p:sp>
      <p:sp>
        <p:nvSpPr>
          <p:cNvPr id="35" name="Shape 33"/>
          <p:cNvSpPr/>
          <p:nvPr/>
        </p:nvSpPr>
        <p:spPr>
          <a:xfrm>
            <a:off x="457200" y="3694932"/>
            <a:ext cx="8229600" cy="512064"/>
          </a:xfrm>
          <a:prstGeom prst="rect">
            <a:avLst/>
          </a:prstGeom>
          <a:solidFill>
            <a:srgbClr val="FFFFFF"/>
          </a:solidFill>
          <a:ln w="9525">
            <a:solidFill>
              <a:srgbClr val="DCE4EE"/>
            </a:solidFill>
            <a:prstDash val="solid"/>
          </a:ln>
        </p:spPr>
        <p:txBody>
          <a:bodyPr/>
          <a:lstStyle/>
          <a:p>
            <a:endParaRPr lang="fr-FR" noProof="0"/>
          </a:p>
        </p:txBody>
      </p:sp>
      <p:sp>
        <p:nvSpPr>
          <p:cNvPr id="36" name="Text 34"/>
          <p:cNvSpPr/>
          <p:nvPr/>
        </p:nvSpPr>
        <p:spPr>
          <a:xfrm>
            <a:off x="621792" y="3694932"/>
            <a:ext cx="3337560" cy="512064"/>
          </a:xfrm>
          <a:prstGeom prst="rect">
            <a:avLst/>
          </a:prstGeom>
          <a:noFill/>
          <a:ln/>
        </p:spPr>
        <p:txBody>
          <a:bodyPr wrap="square" rtlCol="0" anchor="ctr"/>
          <a:lstStyle/>
          <a:p>
            <a:pPr marL="0" indent="0">
              <a:buNone/>
            </a:pPr>
            <a:r>
              <a:rPr lang="fr-FR" sz="1150" b="1" noProof="0">
                <a:solidFill>
                  <a:srgbClr val="16273D"/>
                </a:solidFill>
                <a:latin typeface="Calibri" pitchFamily="34" charset="0"/>
                <a:ea typeface="Calibri" pitchFamily="34" charset="-122"/>
                <a:cs typeface="Calibri" pitchFamily="34" charset="-120"/>
              </a:rPr>
              <a:t>Supprimer / administrer l'espace</a:t>
            </a:r>
            <a:endParaRPr lang="fr-FR" sz="1150" noProof="0"/>
          </a:p>
        </p:txBody>
      </p:sp>
      <p:sp>
        <p:nvSpPr>
          <p:cNvPr id="37" name="Text 35"/>
          <p:cNvSpPr/>
          <p:nvPr/>
        </p:nvSpPr>
        <p:spPr>
          <a:xfrm>
            <a:off x="4023360" y="3694932"/>
            <a:ext cx="1165860" cy="512064"/>
          </a:xfrm>
          <a:prstGeom prst="rect">
            <a:avLst/>
          </a:prstGeom>
          <a:noFill/>
          <a:ln/>
        </p:spPr>
        <p:txBody>
          <a:bodyPr wrap="square" rtlCol="0" anchor="ctr"/>
          <a:lstStyle/>
          <a:p>
            <a:pPr marL="0" indent="0" algn="ctr">
              <a:buNone/>
            </a:pPr>
            <a:r>
              <a:rPr lang="fr-FR" sz="1500" b="1" noProof="0">
                <a:solidFill>
                  <a:srgbClr val="2E9E5B"/>
                </a:solidFill>
                <a:latin typeface="Calibri" pitchFamily="34" charset="0"/>
                <a:ea typeface="Calibri" pitchFamily="34" charset="-122"/>
                <a:cs typeface="Calibri" pitchFamily="34" charset="-120"/>
              </a:rPr>
              <a:t>✓</a:t>
            </a:r>
            <a:endParaRPr lang="fr-FR" sz="1500" noProof="0"/>
          </a:p>
        </p:txBody>
      </p:sp>
      <p:sp>
        <p:nvSpPr>
          <p:cNvPr id="38" name="Text 36"/>
          <p:cNvSpPr/>
          <p:nvPr/>
        </p:nvSpPr>
        <p:spPr>
          <a:xfrm>
            <a:off x="5189220" y="3694932"/>
            <a:ext cx="1165860" cy="512064"/>
          </a:xfrm>
          <a:prstGeom prst="rect">
            <a:avLst/>
          </a:prstGeom>
          <a:noFill/>
          <a:ln/>
        </p:spPr>
        <p:txBody>
          <a:bodyPr wrap="square" rtlCol="0" anchor="ctr"/>
          <a:lstStyle/>
          <a:p>
            <a:pPr marL="0" indent="0" algn="ctr">
              <a:buNone/>
            </a:pPr>
            <a:r>
              <a:rPr lang="fr-FR" sz="1500" b="1" noProof="0">
                <a:solidFill>
                  <a:srgbClr val="C2CCDA"/>
                </a:solidFill>
                <a:latin typeface="Calibri" pitchFamily="34" charset="0"/>
                <a:ea typeface="Calibri" pitchFamily="34" charset="-122"/>
                <a:cs typeface="Calibri" pitchFamily="34" charset="-120"/>
              </a:rPr>
              <a:t>—</a:t>
            </a:r>
            <a:endParaRPr lang="fr-FR" sz="1500" noProof="0"/>
          </a:p>
        </p:txBody>
      </p:sp>
      <p:sp>
        <p:nvSpPr>
          <p:cNvPr id="39" name="Text 37"/>
          <p:cNvSpPr/>
          <p:nvPr/>
        </p:nvSpPr>
        <p:spPr>
          <a:xfrm>
            <a:off x="6355080" y="3694932"/>
            <a:ext cx="1165860" cy="512064"/>
          </a:xfrm>
          <a:prstGeom prst="rect">
            <a:avLst/>
          </a:prstGeom>
          <a:noFill/>
          <a:ln/>
        </p:spPr>
        <p:txBody>
          <a:bodyPr wrap="square" rtlCol="0" anchor="ctr"/>
          <a:lstStyle/>
          <a:p>
            <a:pPr marL="0" indent="0" algn="ctr">
              <a:buNone/>
            </a:pPr>
            <a:r>
              <a:rPr lang="fr-FR" sz="1500" b="1" noProof="0">
                <a:solidFill>
                  <a:srgbClr val="C2CCDA"/>
                </a:solidFill>
                <a:latin typeface="Calibri" pitchFamily="34" charset="0"/>
                <a:ea typeface="Calibri" pitchFamily="34" charset="-122"/>
                <a:cs typeface="Calibri" pitchFamily="34" charset="-120"/>
              </a:rPr>
              <a:t>—</a:t>
            </a:r>
            <a:endParaRPr lang="fr-FR" sz="1500" noProof="0"/>
          </a:p>
        </p:txBody>
      </p:sp>
      <p:sp>
        <p:nvSpPr>
          <p:cNvPr id="40" name="Text 38"/>
          <p:cNvSpPr/>
          <p:nvPr/>
        </p:nvSpPr>
        <p:spPr>
          <a:xfrm>
            <a:off x="7520940" y="3694932"/>
            <a:ext cx="1165860" cy="512064"/>
          </a:xfrm>
          <a:prstGeom prst="rect">
            <a:avLst/>
          </a:prstGeom>
          <a:noFill/>
          <a:ln/>
        </p:spPr>
        <p:txBody>
          <a:bodyPr wrap="square" rtlCol="0" anchor="ctr"/>
          <a:lstStyle/>
          <a:p>
            <a:pPr marL="0" indent="0" algn="ctr">
              <a:buNone/>
            </a:pPr>
            <a:r>
              <a:rPr lang="fr-FR" sz="1500" b="1" noProof="0">
                <a:solidFill>
                  <a:srgbClr val="C2CCDA"/>
                </a:solidFill>
                <a:latin typeface="Calibri" pitchFamily="34" charset="0"/>
                <a:ea typeface="Calibri" pitchFamily="34" charset="-122"/>
                <a:cs typeface="Calibri" pitchFamily="34" charset="-120"/>
              </a:rPr>
              <a:t>—</a:t>
            </a:r>
            <a:endParaRPr lang="fr-FR" sz="1500" noProof="0"/>
          </a:p>
        </p:txBody>
      </p:sp>
      <p:sp>
        <p:nvSpPr>
          <p:cNvPr id="41" name="Text 39"/>
          <p:cNvSpPr/>
          <p:nvPr/>
        </p:nvSpPr>
        <p:spPr>
          <a:xfrm>
            <a:off x="457200" y="4370832"/>
            <a:ext cx="8229600" cy="388620"/>
          </a:xfrm>
          <a:prstGeom prst="rect">
            <a:avLst/>
          </a:prstGeom>
          <a:noFill/>
          <a:ln/>
        </p:spPr>
        <p:txBody>
          <a:bodyPr wrap="square" rtlCol="0" anchor="ctr"/>
          <a:lstStyle/>
          <a:p>
            <a:pPr marL="0" indent="0">
              <a:buNone/>
            </a:pPr>
            <a:endParaRPr lang="fr-FR" sz="950" noProof="0"/>
          </a:p>
        </p:txBody>
      </p:sp>
      <p:pic>
        <p:nvPicPr>
          <p:cNvPr id="45" name="Image 44">
            <a:extLst>
              <a:ext uri="{FF2B5EF4-FFF2-40B4-BE49-F238E27FC236}">
                <a16:creationId xmlns:a16="http://schemas.microsoft.com/office/drawing/2014/main" id="{4F842E36-EC30-987B-01C3-ED172BCCC059}"/>
              </a:ext>
            </a:extLst>
          </p:cNvPr>
          <p:cNvPicPr>
            <a:picLocks noChangeAspect="1"/>
          </p:cNvPicPr>
          <p:nvPr/>
        </p:nvPicPr>
        <p:blipFill>
          <a:blip r:embed="rId3"/>
          <a:stretch>
            <a:fillRect/>
          </a:stretch>
        </p:blipFill>
        <p:spPr>
          <a:xfrm>
            <a:off x="63322" y="4764044"/>
            <a:ext cx="315050" cy="324277"/>
          </a:xfrm>
          <a:prstGeom prst="rect">
            <a:avLst/>
          </a:prstGeom>
        </p:spPr>
      </p:pic>
      <p:sp>
        <p:nvSpPr>
          <p:cNvPr id="47" name="Shape 21">
            <a:extLst>
              <a:ext uri="{FF2B5EF4-FFF2-40B4-BE49-F238E27FC236}">
                <a16:creationId xmlns:a16="http://schemas.microsoft.com/office/drawing/2014/main" id="{D993E5E3-AF72-EDA4-42CA-9941FFA010C8}"/>
              </a:ext>
            </a:extLst>
          </p:cNvPr>
          <p:cNvSpPr/>
          <p:nvPr/>
        </p:nvSpPr>
        <p:spPr>
          <a:xfrm>
            <a:off x="457200" y="4283964"/>
            <a:ext cx="8229600" cy="512064"/>
          </a:xfrm>
          <a:prstGeom prst="rect">
            <a:avLst/>
          </a:prstGeom>
          <a:solidFill>
            <a:srgbClr val="EAF0F8"/>
          </a:solidFill>
          <a:ln/>
        </p:spPr>
        <p:txBody>
          <a:bodyPr/>
          <a:lstStyle/>
          <a:p>
            <a:endParaRPr lang="fr-FR" noProof="0"/>
          </a:p>
        </p:txBody>
      </p:sp>
      <p:sp>
        <p:nvSpPr>
          <p:cNvPr id="49" name="Shape 22">
            <a:extLst>
              <a:ext uri="{FF2B5EF4-FFF2-40B4-BE49-F238E27FC236}">
                <a16:creationId xmlns:a16="http://schemas.microsoft.com/office/drawing/2014/main" id="{40421F1E-7716-75C4-7A5C-1BA0596FFDED}"/>
              </a:ext>
            </a:extLst>
          </p:cNvPr>
          <p:cNvSpPr/>
          <p:nvPr/>
        </p:nvSpPr>
        <p:spPr>
          <a:xfrm>
            <a:off x="457200" y="4283964"/>
            <a:ext cx="82296" cy="512064"/>
          </a:xfrm>
          <a:prstGeom prst="rect">
            <a:avLst/>
          </a:prstGeom>
          <a:solidFill>
            <a:srgbClr val="F26522"/>
          </a:solidFill>
          <a:ln/>
        </p:spPr>
        <p:txBody>
          <a:bodyPr/>
          <a:lstStyle/>
          <a:p>
            <a:endParaRPr lang="fr-FR" noProof="0"/>
          </a:p>
        </p:txBody>
      </p:sp>
      <p:sp>
        <p:nvSpPr>
          <p:cNvPr id="51" name="Text 23">
            <a:extLst>
              <a:ext uri="{FF2B5EF4-FFF2-40B4-BE49-F238E27FC236}">
                <a16:creationId xmlns:a16="http://schemas.microsoft.com/office/drawing/2014/main" id="{45751D24-EE45-FDA9-BD97-FB0D29C12480}"/>
              </a:ext>
            </a:extLst>
          </p:cNvPr>
          <p:cNvSpPr/>
          <p:nvPr/>
        </p:nvSpPr>
        <p:spPr>
          <a:xfrm>
            <a:off x="685800" y="4283964"/>
            <a:ext cx="7863840" cy="512064"/>
          </a:xfrm>
          <a:prstGeom prst="rect">
            <a:avLst/>
          </a:prstGeom>
          <a:noFill/>
          <a:ln/>
        </p:spPr>
        <p:txBody>
          <a:bodyPr wrap="square" rtlCol="0" anchor="ctr"/>
          <a:lstStyle/>
          <a:p>
            <a:pPr>
              <a:lnSpc>
                <a:spcPts val="1350"/>
              </a:lnSpc>
            </a:pPr>
            <a:r>
              <a:rPr lang="fr-FR" sz="1050" b="1" noProof="0">
                <a:solidFill>
                  <a:srgbClr val="16273D"/>
                </a:solidFill>
                <a:latin typeface="Calibri" pitchFamily="34" charset="0"/>
                <a:ea typeface="Calibri" pitchFamily="34" charset="-122"/>
                <a:cs typeface="Calibri" pitchFamily="34" charset="-120"/>
              </a:rPr>
              <a:t>Astuce : </a:t>
            </a:r>
            <a:r>
              <a:rPr lang="fr-FR" sz="1050" noProof="0">
                <a:solidFill>
                  <a:srgbClr val="5C6B7F"/>
                </a:solidFill>
                <a:latin typeface="Calibri" pitchFamily="34" charset="0"/>
                <a:ea typeface="Calibri" pitchFamily="34" charset="-122"/>
                <a:cs typeface="Calibri" pitchFamily="34" charset="-120"/>
              </a:rPr>
              <a:t>Les rôles s'appliquent à tous les items de l'espace de travail, comprenant les Data Agents. Sans rôle, aucun accès. Les permissions d'item permettent un partage plus granulaire (ex : création, usage ou supervision d’un agent).</a:t>
            </a:r>
            <a:endParaRPr lang="fr-FR" sz="1050" noProof="0"/>
          </a:p>
        </p:txBody>
      </p:sp>
      <p:sp>
        <p:nvSpPr>
          <p:cNvPr id="42" name="Slide Number Placeholder 41">
            <a:extLst>
              <a:ext uri="{FF2B5EF4-FFF2-40B4-BE49-F238E27FC236}">
                <a16:creationId xmlns:a16="http://schemas.microsoft.com/office/drawing/2014/main" id="{B74F0F37-8361-667F-CD54-D1D53AD46776}"/>
              </a:ext>
            </a:extLst>
          </p:cNvPr>
          <p:cNvSpPr>
            <a:spLocks noGrp="1"/>
          </p:cNvSpPr>
          <p:nvPr>
            <p:ph type="sldNum" sz="quarter" idx="12"/>
          </p:nvPr>
        </p:nvSpPr>
        <p:spPr/>
        <p:txBody>
          <a:bodyPr/>
          <a:lstStyle/>
          <a:p>
            <a:r>
              <a:rPr lang="fr-FR" b="1">
                <a:solidFill>
                  <a:srgbClr val="F26522"/>
                </a:solidFill>
                <a:latin typeface="Calibri" pitchFamily="34" charset="0"/>
                <a:ea typeface="Calibri" pitchFamily="34" charset="-122"/>
                <a:cs typeface="Calibri" pitchFamily="34" charset="-120"/>
              </a:rPr>
              <a:t>Expertime</a:t>
            </a:r>
            <a:r>
              <a:rPr lang="fr-FR">
                <a:solidFill>
                  <a:srgbClr val="5C6B7F"/>
                </a:solidFill>
                <a:latin typeface="Calibri" pitchFamily="34" charset="0"/>
                <a:ea typeface="Calibri" pitchFamily="34" charset="-122"/>
                <a:cs typeface="Calibri" pitchFamily="34" charset="-120"/>
              </a:rPr>
              <a:t>   | </a:t>
            </a:r>
            <a:fld id="{58E94494-CE21-4E82-948B-6B5BB0295547}" type="slidenum">
              <a:rPr lang="fr-FR" smtClean="0"/>
              <a:pPr/>
              <a:t>16</a:t>
            </a:fld>
            <a:endParaRPr lang="fr-FR" sz="85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1">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457200" y="384048"/>
            <a:ext cx="146304" cy="146304"/>
          </a:xfrm>
          <a:prstGeom prst="rect">
            <a:avLst/>
          </a:prstGeom>
          <a:solidFill>
            <a:srgbClr val="F26522"/>
          </a:solidFill>
          <a:ln/>
        </p:spPr>
        <p:txBody>
          <a:bodyPr/>
          <a:lstStyle/>
          <a:p>
            <a:endParaRPr lang="fr-FR" noProof="0"/>
          </a:p>
        </p:txBody>
      </p:sp>
      <p:sp>
        <p:nvSpPr>
          <p:cNvPr id="3" name="Text 1"/>
          <p:cNvSpPr/>
          <p:nvPr/>
        </p:nvSpPr>
        <p:spPr>
          <a:xfrm>
            <a:off x="713232" y="347472"/>
            <a:ext cx="7955280" cy="237744"/>
          </a:xfrm>
          <a:prstGeom prst="rect">
            <a:avLst/>
          </a:prstGeom>
          <a:noFill/>
          <a:ln/>
        </p:spPr>
        <p:txBody>
          <a:bodyPr wrap="square" rtlCol="0" anchor="ctr"/>
          <a:lstStyle/>
          <a:p>
            <a:pPr marL="0" indent="0">
              <a:buNone/>
            </a:pPr>
            <a:r>
              <a:rPr lang="fr-FR" sz="1100" b="1" kern="0" spc="200" noProof="0">
                <a:solidFill>
                  <a:srgbClr val="F26522"/>
                </a:solidFill>
                <a:latin typeface="Calibri" pitchFamily="34" charset="0"/>
                <a:ea typeface="Calibri" pitchFamily="34" charset="-122"/>
                <a:cs typeface="Calibri" pitchFamily="34" charset="-120"/>
              </a:rPr>
              <a:t>PERMISSIONS &amp; PARTAGE</a:t>
            </a:r>
            <a:endParaRPr lang="fr-FR" sz="1100" noProof="0"/>
          </a:p>
        </p:txBody>
      </p:sp>
      <p:sp>
        <p:nvSpPr>
          <p:cNvPr id="4" name="Text 2"/>
          <p:cNvSpPr/>
          <p:nvPr/>
        </p:nvSpPr>
        <p:spPr>
          <a:xfrm>
            <a:off x="438911" y="566928"/>
            <a:ext cx="8538834" cy="566928"/>
          </a:xfrm>
          <a:prstGeom prst="rect">
            <a:avLst/>
          </a:prstGeom>
          <a:noFill/>
          <a:ln/>
        </p:spPr>
        <p:txBody>
          <a:bodyPr wrap="square" rtlCol="0" anchor="ctr"/>
          <a:lstStyle/>
          <a:p>
            <a:pPr marL="0" indent="0">
              <a:buNone/>
            </a:pPr>
            <a:r>
              <a:rPr lang="fr-FR" sz="2600" b="1" noProof="0">
                <a:solidFill>
                  <a:srgbClr val="16273D"/>
                </a:solidFill>
                <a:latin typeface="Trebuchet MS" pitchFamily="34" charset="0"/>
                <a:ea typeface="Trebuchet MS" pitchFamily="34" charset="-122"/>
                <a:cs typeface="Trebuchet MS" pitchFamily="34" charset="-120"/>
              </a:rPr>
              <a:t>Comment l’agent accède aux données et se partage ?</a:t>
            </a:r>
            <a:endParaRPr lang="fr-FR" sz="2600" noProof="0"/>
          </a:p>
        </p:txBody>
      </p:sp>
      <p:sp>
        <p:nvSpPr>
          <p:cNvPr id="5" name="Shape 3"/>
          <p:cNvSpPr/>
          <p:nvPr/>
        </p:nvSpPr>
        <p:spPr>
          <a:xfrm>
            <a:off x="457200" y="1371600"/>
            <a:ext cx="3977640" cy="3063240"/>
          </a:xfrm>
          <a:prstGeom prst="rect">
            <a:avLst/>
          </a:prstGeom>
          <a:solidFill>
            <a:srgbClr val="FFFFFF"/>
          </a:solidFill>
          <a:ln w="12700">
            <a:solidFill>
              <a:srgbClr val="DCE4EE"/>
            </a:solidFill>
            <a:prstDash val="solid"/>
          </a:ln>
          <a:effectLst>
            <a:outerShdw blurRad="88900" dist="38100" dir="5400000" algn="bl" rotWithShape="0">
              <a:srgbClr val="0E2240">
                <a:alpha val="10000"/>
              </a:srgbClr>
            </a:outerShdw>
          </a:effectLst>
        </p:spPr>
        <p:txBody>
          <a:bodyPr/>
          <a:lstStyle/>
          <a:p>
            <a:endParaRPr lang="fr-FR" noProof="0"/>
          </a:p>
        </p:txBody>
      </p:sp>
      <p:sp>
        <p:nvSpPr>
          <p:cNvPr id="6" name="Shape 4"/>
          <p:cNvSpPr/>
          <p:nvPr/>
        </p:nvSpPr>
        <p:spPr>
          <a:xfrm>
            <a:off x="457200" y="1371600"/>
            <a:ext cx="3977640" cy="457200"/>
          </a:xfrm>
          <a:prstGeom prst="rect">
            <a:avLst/>
          </a:prstGeom>
          <a:solidFill>
            <a:srgbClr val="1C4E80"/>
          </a:solidFill>
          <a:ln/>
        </p:spPr>
        <p:txBody>
          <a:bodyPr/>
          <a:lstStyle/>
          <a:p>
            <a:endParaRPr lang="fr-FR" noProof="0"/>
          </a:p>
        </p:txBody>
      </p:sp>
      <p:sp>
        <p:nvSpPr>
          <p:cNvPr id="7" name="Text 5"/>
          <p:cNvSpPr/>
          <p:nvPr/>
        </p:nvSpPr>
        <p:spPr>
          <a:xfrm>
            <a:off x="658368" y="1371600"/>
            <a:ext cx="3611880" cy="457200"/>
          </a:xfrm>
          <a:prstGeom prst="rect">
            <a:avLst/>
          </a:prstGeom>
          <a:noFill/>
          <a:ln/>
        </p:spPr>
        <p:txBody>
          <a:bodyPr wrap="square" rtlCol="0" anchor="ctr"/>
          <a:lstStyle/>
          <a:p>
            <a:pPr marL="0" indent="0">
              <a:buNone/>
            </a:pPr>
            <a:r>
              <a:rPr lang="fr-FR" sz="1400" b="1" noProof="0">
                <a:solidFill>
                  <a:srgbClr val="FFFFFF"/>
                </a:solidFill>
                <a:latin typeface="Trebuchet MS" pitchFamily="34" charset="0"/>
                <a:ea typeface="Trebuchet MS" pitchFamily="34" charset="-122"/>
                <a:cs typeface="Trebuchet MS" pitchFamily="34" charset="-120"/>
              </a:rPr>
              <a:t>Accès</a:t>
            </a:r>
            <a:r>
              <a:rPr lang="fr-FR" sz="1400" b="1">
                <a:solidFill>
                  <a:srgbClr val="FFFFFF"/>
                </a:solidFill>
                <a:latin typeface="Trebuchet MS" pitchFamily="34" charset="0"/>
                <a:ea typeface="Trebuchet MS" pitchFamily="34" charset="-122"/>
                <a:cs typeface="Trebuchet MS" pitchFamily="34" charset="-120"/>
              </a:rPr>
              <a:t> </a:t>
            </a:r>
            <a:r>
              <a:rPr lang="fr-FR" sz="1400" b="1" noProof="0">
                <a:solidFill>
                  <a:srgbClr val="FFFFFF"/>
                </a:solidFill>
                <a:latin typeface="Trebuchet MS" pitchFamily="34" charset="0"/>
                <a:ea typeface="Trebuchet MS" pitchFamily="34" charset="-122"/>
                <a:cs typeface="Trebuchet MS" pitchFamily="34" charset="-120"/>
              </a:rPr>
              <a:t>aux données et modèles</a:t>
            </a:r>
            <a:endParaRPr lang="fr-FR" sz="1400" noProof="0"/>
          </a:p>
        </p:txBody>
      </p:sp>
      <p:sp>
        <p:nvSpPr>
          <p:cNvPr id="8" name="Text 6"/>
          <p:cNvSpPr/>
          <p:nvPr/>
        </p:nvSpPr>
        <p:spPr>
          <a:xfrm>
            <a:off x="640080" y="1941774"/>
            <a:ext cx="228600" cy="274320"/>
          </a:xfrm>
          <a:prstGeom prst="rect">
            <a:avLst/>
          </a:prstGeom>
          <a:noFill/>
          <a:ln/>
        </p:spPr>
        <p:txBody>
          <a:bodyPr wrap="square" rtlCol="0" anchor="t"/>
          <a:lstStyle/>
          <a:p>
            <a:pPr marL="0" indent="0">
              <a:buNone/>
            </a:pPr>
            <a:r>
              <a:rPr lang="fr-FR" sz="1600" b="1" noProof="0">
                <a:solidFill>
                  <a:srgbClr val="F26522"/>
                </a:solidFill>
                <a:latin typeface="Calibri" pitchFamily="34" charset="0"/>
                <a:ea typeface="Calibri" pitchFamily="34" charset="-122"/>
                <a:cs typeface="Calibri" pitchFamily="34" charset="-120"/>
              </a:rPr>
              <a:t>•</a:t>
            </a:r>
            <a:endParaRPr lang="fr-FR" sz="1600" noProof="0"/>
          </a:p>
        </p:txBody>
      </p:sp>
      <p:sp>
        <p:nvSpPr>
          <p:cNvPr id="9" name="Text 7"/>
          <p:cNvSpPr/>
          <p:nvPr/>
        </p:nvSpPr>
        <p:spPr>
          <a:xfrm>
            <a:off x="868680" y="1993392"/>
            <a:ext cx="3383280" cy="256032"/>
          </a:xfrm>
          <a:prstGeom prst="rect">
            <a:avLst/>
          </a:prstGeom>
          <a:noFill/>
          <a:ln/>
        </p:spPr>
        <p:txBody>
          <a:bodyPr wrap="square" rtlCol="0" anchor="ctr"/>
          <a:lstStyle/>
          <a:p>
            <a:pPr marL="0" indent="0">
              <a:buNone/>
            </a:pPr>
            <a:r>
              <a:rPr lang="fr-FR" sz="1200" b="1" noProof="0">
                <a:solidFill>
                  <a:srgbClr val="16273D"/>
                </a:solidFill>
                <a:latin typeface="Trebuchet MS" pitchFamily="34" charset="0"/>
                <a:ea typeface="Trebuchet MS" pitchFamily="34" charset="-122"/>
                <a:cs typeface="Trebuchet MS" pitchFamily="34" charset="-120"/>
              </a:rPr>
              <a:t>Accès aux données</a:t>
            </a:r>
            <a:endParaRPr lang="fr-FR" sz="1200" noProof="0"/>
          </a:p>
        </p:txBody>
      </p:sp>
      <p:sp>
        <p:nvSpPr>
          <p:cNvPr id="10" name="Text 8"/>
          <p:cNvSpPr/>
          <p:nvPr/>
        </p:nvSpPr>
        <p:spPr>
          <a:xfrm>
            <a:off x="868680" y="2249424"/>
            <a:ext cx="3383280" cy="502920"/>
          </a:xfrm>
          <a:prstGeom prst="rect">
            <a:avLst/>
          </a:prstGeom>
          <a:noFill/>
          <a:ln/>
        </p:spPr>
        <p:txBody>
          <a:bodyPr wrap="square" rtlCol="0" anchor="t"/>
          <a:lstStyle/>
          <a:p>
            <a:pPr marL="0" indent="0">
              <a:lnSpc>
                <a:spcPts val="1300"/>
              </a:lnSpc>
              <a:buNone/>
            </a:pPr>
            <a:r>
              <a:rPr lang="fr-FR" sz="1050" noProof="0">
                <a:solidFill>
                  <a:srgbClr val="5C6B7F"/>
                </a:solidFill>
                <a:latin typeface="Calibri" pitchFamily="34" charset="0"/>
                <a:ea typeface="Calibri" pitchFamily="34" charset="-122"/>
                <a:cs typeface="Calibri" pitchFamily="34" charset="-120"/>
              </a:rPr>
              <a:t>L’accès en lecture suffit car l’agent n’interroge que les sources auxquelles vous avez accès – il ne peut exécuter de requêtes que sur les objets autorisés.</a:t>
            </a:r>
            <a:endParaRPr lang="fr-FR" sz="1050" noProof="0"/>
          </a:p>
        </p:txBody>
      </p:sp>
      <p:sp>
        <p:nvSpPr>
          <p:cNvPr id="11" name="Text 9"/>
          <p:cNvSpPr/>
          <p:nvPr/>
        </p:nvSpPr>
        <p:spPr>
          <a:xfrm>
            <a:off x="640080" y="2779482"/>
            <a:ext cx="228600" cy="274320"/>
          </a:xfrm>
          <a:prstGeom prst="rect">
            <a:avLst/>
          </a:prstGeom>
          <a:noFill/>
          <a:ln/>
        </p:spPr>
        <p:txBody>
          <a:bodyPr wrap="square" rtlCol="0" anchor="t"/>
          <a:lstStyle/>
          <a:p>
            <a:pPr marL="0" indent="0">
              <a:buNone/>
            </a:pPr>
            <a:r>
              <a:rPr lang="fr-FR" sz="1600" b="1" noProof="0">
                <a:solidFill>
                  <a:srgbClr val="F26522"/>
                </a:solidFill>
                <a:latin typeface="Calibri" pitchFamily="34" charset="0"/>
                <a:ea typeface="Calibri" pitchFamily="34" charset="-122"/>
                <a:cs typeface="Calibri" pitchFamily="34" charset="-120"/>
              </a:rPr>
              <a:t>•</a:t>
            </a:r>
            <a:endParaRPr lang="fr-FR" sz="1600" noProof="0"/>
          </a:p>
        </p:txBody>
      </p:sp>
      <p:sp>
        <p:nvSpPr>
          <p:cNvPr id="12" name="Text 10"/>
          <p:cNvSpPr/>
          <p:nvPr/>
        </p:nvSpPr>
        <p:spPr>
          <a:xfrm>
            <a:off x="868680" y="2816352"/>
            <a:ext cx="3383280" cy="256032"/>
          </a:xfrm>
          <a:prstGeom prst="rect">
            <a:avLst/>
          </a:prstGeom>
          <a:noFill/>
          <a:ln/>
        </p:spPr>
        <p:txBody>
          <a:bodyPr wrap="square" rtlCol="0" anchor="ctr"/>
          <a:lstStyle/>
          <a:p>
            <a:pPr marL="0" indent="0">
              <a:buNone/>
            </a:pPr>
            <a:r>
              <a:rPr lang="fr-FR" sz="1200" b="1" noProof="0">
                <a:solidFill>
                  <a:srgbClr val="16273D"/>
                </a:solidFill>
                <a:latin typeface="Trebuchet MS" pitchFamily="34" charset="0"/>
                <a:ea typeface="Trebuchet MS" pitchFamily="34" charset="-122"/>
                <a:cs typeface="Trebuchet MS" pitchFamily="34" charset="-120"/>
              </a:rPr>
              <a:t>Accès au modèle sémantique</a:t>
            </a:r>
            <a:endParaRPr lang="fr-FR" sz="1200" noProof="0"/>
          </a:p>
        </p:txBody>
      </p:sp>
      <p:sp>
        <p:nvSpPr>
          <p:cNvPr id="13" name="Text 11"/>
          <p:cNvSpPr/>
          <p:nvPr/>
        </p:nvSpPr>
        <p:spPr>
          <a:xfrm>
            <a:off x="868680" y="3072384"/>
            <a:ext cx="3383280" cy="502920"/>
          </a:xfrm>
          <a:prstGeom prst="rect">
            <a:avLst/>
          </a:prstGeom>
          <a:noFill/>
          <a:ln/>
        </p:spPr>
        <p:txBody>
          <a:bodyPr wrap="square" rtlCol="0" anchor="t"/>
          <a:lstStyle/>
          <a:p>
            <a:pPr marL="0" indent="0">
              <a:lnSpc>
                <a:spcPts val="1300"/>
              </a:lnSpc>
              <a:buNone/>
            </a:pPr>
            <a:r>
              <a:rPr lang="fr-FR" sz="1050" noProof="0">
                <a:solidFill>
                  <a:srgbClr val="5C6B7F"/>
                </a:solidFill>
                <a:latin typeface="Calibri" pitchFamily="34" charset="0"/>
                <a:ea typeface="Calibri" pitchFamily="34" charset="-122"/>
                <a:cs typeface="Calibri" pitchFamily="34" charset="-120"/>
              </a:rPr>
              <a:t>Un accès en lecture au modèle sémantique suffit désormais – plus besoin d’accès à l’espace de travail.</a:t>
            </a:r>
            <a:endParaRPr lang="fr-FR" sz="1050" noProof="0"/>
          </a:p>
        </p:txBody>
      </p:sp>
      <p:sp>
        <p:nvSpPr>
          <p:cNvPr id="14" name="Text 12"/>
          <p:cNvSpPr/>
          <p:nvPr/>
        </p:nvSpPr>
        <p:spPr>
          <a:xfrm>
            <a:off x="640080" y="3489087"/>
            <a:ext cx="228600" cy="274320"/>
          </a:xfrm>
          <a:prstGeom prst="rect">
            <a:avLst/>
          </a:prstGeom>
          <a:noFill/>
          <a:ln/>
        </p:spPr>
        <p:txBody>
          <a:bodyPr wrap="square" rtlCol="0" anchor="t"/>
          <a:lstStyle/>
          <a:p>
            <a:pPr marL="0" indent="0">
              <a:buNone/>
            </a:pPr>
            <a:r>
              <a:rPr lang="fr-FR" sz="1600" b="1" noProof="0">
                <a:solidFill>
                  <a:srgbClr val="F26522"/>
                </a:solidFill>
                <a:latin typeface="Calibri" pitchFamily="34" charset="0"/>
                <a:ea typeface="Calibri" pitchFamily="34" charset="-122"/>
                <a:cs typeface="Calibri" pitchFamily="34" charset="-120"/>
              </a:rPr>
              <a:t>•</a:t>
            </a:r>
            <a:endParaRPr lang="fr-FR" sz="1600" noProof="0"/>
          </a:p>
        </p:txBody>
      </p:sp>
      <p:sp>
        <p:nvSpPr>
          <p:cNvPr id="15" name="Text 13"/>
          <p:cNvSpPr/>
          <p:nvPr/>
        </p:nvSpPr>
        <p:spPr>
          <a:xfrm>
            <a:off x="868680" y="3525957"/>
            <a:ext cx="3383280" cy="256032"/>
          </a:xfrm>
          <a:prstGeom prst="rect">
            <a:avLst/>
          </a:prstGeom>
          <a:noFill/>
          <a:ln/>
        </p:spPr>
        <p:txBody>
          <a:bodyPr wrap="square" rtlCol="0" anchor="ctr"/>
          <a:lstStyle/>
          <a:p>
            <a:pPr marL="0" indent="0">
              <a:buNone/>
            </a:pPr>
            <a:r>
              <a:rPr lang="fr-FR" sz="1200" b="1" noProof="0">
                <a:solidFill>
                  <a:srgbClr val="16273D"/>
                </a:solidFill>
                <a:latin typeface="Trebuchet MS" pitchFamily="34" charset="0"/>
                <a:ea typeface="Trebuchet MS" pitchFamily="34" charset="-122"/>
                <a:cs typeface="Trebuchet MS" pitchFamily="34" charset="-120"/>
              </a:rPr>
              <a:t>Accès en lecture à l’agent</a:t>
            </a:r>
            <a:endParaRPr lang="fr-FR" sz="1200" noProof="0"/>
          </a:p>
        </p:txBody>
      </p:sp>
      <p:sp>
        <p:nvSpPr>
          <p:cNvPr id="16" name="Text 14"/>
          <p:cNvSpPr/>
          <p:nvPr/>
        </p:nvSpPr>
        <p:spPr>
          <a:xfrm>
            <a:off x="868680" y="3781989"/>
            <a:ext cx="3383280" cy="502920"/>
          </a:xfrm>
          <a:prstGeom prst="rect">
            <a:avLst/>
          </a:prstGeom>
          <a:noFill/>
          <a:ln/>
        </p:spPr>
        <p:txBody>
          <a:bodyPr wrap="square" rtlCol="0" anchor="t"/>
          <a:lstStyle/>
          <a:p>
            <a:pPr marL="0" indent="0">
              <a:lnSpc>
                <a:spcPts val="1300"/>
              </a:lnSpc>
              <a:buNone/>
            </a:pPr>
            <a:r>
              <a:rPr lang="fr-FR" sz="1050" noProof="0">
                <a:solidFill>
                  <a:srgbClr val="5C6B7F"/>
                </a:solidFill>
                <a:latin typeface="Calibri" pitchFamily="34" charset="0"/>
                <a:ea typeface="Calibri" pitchFamily="34" charset="-122"/>
                <a:cs typeface="Calibri" pitchFamily="34" charset="-120"/>
              </a:rPr>
              <a:t>L’accès en lecture suffit pour interroger un agent. </a:t>
            </a:r>
          </a:p>
          <a:p>
            <a:pPr marL="0" indent="0">
              <a:lnSpc>
                <a:spcPts val="1300"/>
              </a:lnSpc>
              <a:buNone/>
            </a:pPr>
            <a:r>
              <a:rPr lang="fr-FR" sz="1050" noProof="0">
                <a:solidFill>
                  <a:srgbClr val="5C6B7F"/>
                </a:solidFill>
                <a:latin typeface="Calibri" pitchFamily="34" charset="0"/>
                <a:ea typeface="Calibri" pitchFamily="34" charset="-122"/>
                <a:cs typeface="Calibri" pitchFamily="34" charset="-120"/>
              </a:rPr>
              <a:t>Les droits d’écriture ne sont nécessaires que pour modifier le modèle.</a:t>
            </a:r>
            <a:endParaRPr lang="fr-FR" sz="1050" noProof="0"/>
          </a:p>
        </p:txBody>
      </p:sp>
      <p:sp>
        <p:nvSpPr>
          <p:cNvPr id="17" name="Shape 15"/>
          <p:cNvSpPr/>
          <p:nvPr/>
        </p:nvSpPr>
        <p:spPr>
          <a:xfrm>
            <a:off x="4709160" y="1371600"/>
            <a:ext cx="3977640" cy="3063240"/>
          </a:xfrm>
          <a:prstGeom prst="rect">
            <a:avLst/>
          </a:prstGeom>
          <a:solidFill>
            <a:srgbClr val="FFFFFF"/>
          </a:solidFill>
          <a:ln w="12700">
            <a:solidFill>
              <a:srgbClr val="DCE4EE"/>
            </a:solidFill>
            <a:prstDash val="solid"/>
          </a:ln>
          <a:effectLst>
            <a:outerShdw blurRad="88900" dist="38100" dir="5400000" algn="bl" rotWithShape="0">
              <a:srgbClr val="0E2240">
                <a:alpha val="10000"/>
              </a:srgbClr>
            </a:outerShdw>
          </a:effectLst>
        </p:spPr>
        <p:txBody>
          <a:bodyPr/>
          <a:lstStyle/>
          <a:p>
            <a:endParaRPr lang="fr-FR" noProof="0"/>
          </a:p>
        </p:txBody>
      </p:sp>
      <p:sp>
        <p:nvSpPr>
          <p:cNvPr id="18" name="Shape 16"/>
          <p:cNvSpPr/>
          <p:nvPr/>
        </p:nvSpPr>
        <p:spPr>
          <a:xfrm>
            <a:off x="4709160" y="1371600"/>
            <a:ext cx="3977640" cy="457200"/>
          </a:xfrm>
          <a:prstGeom prst="rect">
            <a:avLst/>
          </a:prstGeom>
          <a:solidFill>
            <a:srgbClr val="0E2240"/>
          </a:solidFill>
          <a:ln/>
        </p:spPr>
        <p:txBody>
          <a:bodyPr/>
          <a:lstStyle/>
          <a:p>
            <a:endParaRPr lang="fr-FR" noProof="0"/>
          </a:p>
        </p:txBody>
      </p:sp>
      <p:sp>
        <p:nvSpPr>
          <p:cNvPr id="19" name="Text 17"/>
          <p:cNvSpPr/>
          <p:nvPr/>
        </p:nvSpPr>
        <p:spPr>
          <a:xfrm>
            <a:off x="4910328" y="1371600"/>
            <a:ext cx="3611880" cy="457200"/>
          </a:xfrm>
          <a:prstGeom prst="rect">
            <a:avLst/>
          </a:prstGeom>
          <a:noFill/>
          <a:ln/>
        </p:spPr>
        <p:txBody>
          <a:bodyPr wrap="square" rtlCol="0" anchor="ctr"/>
          <a:lstStyle/>
          <a:p>
            <a:pPr marL="0" indent="0">
              <a:buNone/>
            </a:pPr>
            <a:r>
              <a:rPr lang="fr-FR" sz="1400" b="1" noProof="0">
                <a:solidFill>
                  <a:srgbClr val="FFFFFF"/>
                </a:solidFill>
                <a:latin typeface="Trebuchet MS" pitchFamily="34" charset="0"/>
                <a:ea typeface="Trebuchet MS" pitchFamily="34" charset="-122"/>
                <a:cs typeface="Trebuchet MS" pitchFamily="34" charset="-120"/>
              </a:rPr>
              <a:t>Diffusion et contrôle de l'agent</a:t>
            </a:r>
            <a:endParaRPr lang="fr-FR" sz="1400" noProof="0"/>
          </a:p>
        </p:txBody>
      </p:sp>
      <p:sp>
        <p:nvSpPr>
          <p:cNvPr id="20" name="Text 18"/>
          <p:cNvSpPr/>
          <p:nvPr/>
        </p:nvSpPr>
        <p:spPr>
          <a:xfrm>
            <a:off x="4892040" y="1941774"/>
            <a:ext cx="228600" cy="274320"/>
          </a:xfrm>
          <a:prstGeom prst="rect">
            <a:avLst/>
          </a:prstGeom>
          <a:noFill/>
          <a:ln/>
        </p:spPr>
        <p:txBody>
          <a:bodyPr wrap="square" rtlCol="0" anchor="t"/>
          <a:lstStyle/>
          <a:p>
            <a:pPr marL="0" indent="0">
              <a:buNone/>
            </a:pPr>
            <a:r>
              <a:rPr lang="fr-FR" sz="1600" b="1" noProof="0">
                <a:solidFill>
                  <a:srgbClr val="F26522"/>
                </a:solidFill>
                <a:latin typeface="Calibri" pitchFamily="34" charset="0"/>
                <a:ea typeface="Calibri" pitchFamily="34" charset="-122"/>
                <a:cs typeface="Calibri" pitchFamily="34" charset="-120"/>
              </a:rPr>
              <a:t>•</a:t>
            </a:r>
            <a:endParaRPr lang="fr-FR" sz="1600" noProof="0"/>
          </a:p>
        </p:txBody>
      </p:sp>
      <p:sp>
        <p:nvSpPr>
          <p:cNvPr id="21" name="Text 19"/>
          <p:cNvSpPr/>
          <p:nvPr/>
        </p:nvSpPr>
        <p:spPr>
          <a:xfrm>
            <a:off x="5120640" y="1993392"/>
            <a:ext cx="3383280" cy="256032"/>
          </a:xfrm>
          <a:prstGeom prst="rect">
            <a:avLst/>
          </a:prstGeom>
          <a:noFill/>
          <a:ln/>
        </p:spPr>
        <p:txBody>
          <a:bodyPr wrap="square" rtlCol="0" anchor="ctr"/>
          <a:lstStyle/>
          <a:p>
            <a:pPr marL="0" indent="0">
              <a:buNone/>
            </a:pPr>
            <a:r>
              <a:rPr lang="fr-FR" sz="1200" b="1" noProof="0">
                <a:solidFill>
                  <a:srgbClr val="16273D"/>
                </a:solidFill>
                <a:latin typeface="Trebuchet MS" pitchFamily="34" charset="0"/>
                <a:ea typeface="Trebuchet MS" pitchFamily="34" charset="-122"/>
                <a:cs typeface="Trebuchet MS" pitchFamily="34" charset="-120"/>
              </a:rPr>
              <a:t>Contrôle total</a:t>
            </a:r>
            <a:endParaRPr lang="fr-FR" sz="1200" noProof="0"/>
          </a:p>
        </p:txBody>
      </p:sp>
      <p:sp>
        <p:nvSpPr>
          <p:cNvPr id="22" name="Text 20"/>
          <p:cNvSpPr/>
          <p:nvPr/>
        </p:nvSpPr>
        <p:spPr>
          <a:xfrm>
            <a:off x="5120640" y="2249424"/>
            <a:ext cx="3383280" cy="502920"/>
          </a:xfrm>
          <a:prstGeom prst="rect">
            <a:avLst/>
          </a:prstGeom>
          <a:noFill/>
          <a:ln/>
        </p:spPr>
        <p:txBody>
          <a:bodyPr wrap="square" rtlCol="0" anchor="t"/>
          <a:lstStyle/>
          <a:p>
            <a:pPr marL="0" indent="0">
              <a:lnSpc>
                <a:spcPts val="1300"/>
              </a:lnSpc>
              <a:buNone/>
            </a:pPr>
            <a:r>
              <a:rPr lang="fr-FR" sz="1050" noProof="0">
                <a:solidFill>
                  <a:srgbClr val="5C6B7F"/>
                </a:solidFill>
                <a:latin typeface="Calibri" pitchFamily="34" charset="0"/>
                <a:ea typeface="Calibri" pitchFamily="34" charset="-122"/>
                <a:cs typeface="Calibri" pitchFamily="34" charset="-120"/>
              </a:rPr>
              <a:t>Vous décidez qui accède à votre agent et comment il est utilisé, via les permissions Fabric ou les permissions d’item.</a:t>
            </a:r>
            <a:endParaRPr lang="fr-FR" sz="1050" noProof="0"/>
          </a:p>
        </p:txBody>
      </p:sp>
      <p:sp>
        <p:nvSpPr>
          <p:cNvPr id="23" name="Text 21"/>
          <p:cNvSpPr/>
          <p:nvPr/>
        </p:nvSpPr>
        <p:spPr>
          <a:xfrm>
            <a:off x="4892040" y="2779482"/>
            <a:ext cx="228600" cy="274320"/>
          </a:xfrm>
          <a:prstGeom prst="rect">
            <a:avLst/>
          </a:prstGeom>
          <a:noFill/>
          <a:ln/>
        </p:spPr>
        <p:txBody>
          <a:bodyPr wrap="square" rtlCol="0" anchor="t"/>
          <a:lstStyle/>
          <a:p>
            <a:pPr marL="0" indent="0">
              <a:buNone/>
            </a:pPr>
            <a:r>
              <a:rPr lang="fr-FR" sz="1600" b="1" noProof="0">
                <a:solidFill>
                  <a:srgbClr val="F26522"/>
                </a:solidFill>
                <a:latin typeface="Calibri" pitchFamily="34" charset="0"/>
                <a:ea typeface="Calibri" pitchFamily="34" charset="-122"/>
                <a:cs typeface="Calibri" pitchFamily="34" charset="-120"/>
              </a:rPr>
              <a:t>•</a:t>
            </a:r>
            <a:endParaRPr lang="fr-FR" sz="1600" noProof="0"/>
          </a:p>
        </p:txBody>
      </p:sp>
      <p:sp>
        <p:nvSpPr>
          <p:cNvPr id="24" name="Text 22"/>
          <p:cNvSpPr/>
          <p:nvPr/>
        </p:nvSpPr>
        <p:spPr>
          <a:xfrm>
            <a:off x="5120640" y="2816352"/>
            <a:ext cx="3383280" cy="256032"/>
          </a:xfrm>
          <a:prstGeom prst="rect">
            <a:avLst/>
          </a:prstGeom>
          <a:noFill/>
          <a:ln/>
        </p:spPr>
        <p:txBody>
          <a:bodyPr wrap="square" rtlCol="0" anchor="ctr"/>
          <a:lstStyle/>
          <a:p>
            <a:pPr marL="0" indent="0">
              <a:buNone/>
            </a:pPr>
            <a:r>
              <a:rPr lang="fr-FR" sz="1200" b="1" noProof="0">
                <a:solidFill>
                  <a:srgbClr val="16273D"/>
                </a:solidFill>
                <a:latin typeface="Trebuchet MS" pitchFamily="34" charset="0"/>
                <a:ea typeface="Trebuchet MS" pitchFamily="34" charset="-122"/>
                <a:cs typeface="Trebuchet MS" pitchFamily="34" charset="-120"/>
              </a:rPr>
              <a:t>Accès à la source requis</a:t>
            </a:r>
            <a:endParaRPr lang="fr-FR" sz="1200" noProof="0"/>
          </a:p>
        </p:txBody>
      </p:sp>
      <p:sp>
        <p:nvSpPr>
          <p:cNvPr id="25" name="Text 23"/>
          <p:cNvSpPr/>
          <p:nvPr/>
        </p:nvSpPr>
        <p:spPr>
          <a:xfrm>
            <a:off x="5120640" y="3072384"/>
            <a:ext cx="3383280" cy="502920"/>
          </a:xfrm>
          <a:prstGeom prst="rect">
            <a:avLst/>
          </a:prstGeom>
          <a:noFill/>
          <a:ln/>
        </p:spPr>
        <p:txBody>
          <a:bodyPr wrap="square" rtlCol="0" anchor="t"/>
          <a:lstStyle/>
          <a:p>
            <a:pPr marL="0" indent="0">
              <a:lnSpc>
                <a:spcPts val="1300"/>
              </a:lnSpc>
              <a:buNone/>
            </a:pPr>
            <a:r>
              <a:rPr lang="fr-FR" sz="1050" noProof="0">
                <a:solidFill>
                  <a:srgbClr val="5C6B7F"/>
                </a:solidFill>
                <a:latin typeface="Calibri" pitchFamily="34" charset="0"/>
                <a:ea typeface="Calibri" pitchFamily="34" charset="-122"/>
                <a:cs typeface="Calibri" pitchFamily="34" charset="-120"/>
              </a:rPr>
              <a:t>Pour obtenir une réponse, l’utilisateur doit aussi disposer des droits d’accès aux données sous-jacentes.</a:t>
            </a:r>
            <a:endParaRPr lang="fr-FR" sz="1050" noProof="0"/>
          </a:p>
        </p:txBody>
      </p:sp>
      <p:sp>
        <p:nvSpPr>
          <p:cNvPr id="26" name="Text 24"/>
          <p:cNvSpPr/>
          <p:nvPr/>
        </p:nvSpPr>
        <p:spPr>
          <a:xfrm>
            <a:off x="4892040" y="3595068"/>
            <a:ext cx="228600" cy="274320"/>
          </a:xfrm>
          <a:prstGeom prst="rect">
            <a:avLst/>
          </a:prstGeom>
          <a:noFill/>
          <a:ln/>
        </p:spPr>
        <p:txBody>
          <a:bodyPr wrap="square" rtlCol="0" anchor="t"/>
          <a:lstStyle/>
          <a:p>
            <a:pPr marL="0" indent="0">
              <a:buNone/>
            </a:pPr>
            <a:r>
              <a:rPr lang="fr-FR" sz="1600" b="1" noProof="0">
                <a:solidFill>
                  <a:srgbClr val="F26522"/>
                </a:solidFill>
                <a:latin typeface="Calibri" pitchFamily="34" charset="0"/>
                <a:ea typeface="Calibri" pitchFamily="34" charset="-122"/>
                <a:cs typeface="Calibri" pitchFamily="34" charset="-120"/>
              </a:rPr>
              <a:t>•</a:t>
            </a:r>
            <a:endParaRPr lang="fr-FR" sz="1600" noProof="0"/>
          </a:p>
        </p:txBody>
      </p:sp>
      <p:sp>
        <p:nvSpPr>
          <p:cNvPr id="27" name="Text 25"/>
          <p:cNvSpPr/>
          <p:nvPr/>
        </p:nvSpPr>
        <p:spPr>
          <a:xfrm>
            <a:off x="5120640" y="3639312"/>
            <a:ext cx="3383280" cy="256032"/>
          </a:xfrm>
          <a:prstGeom prst="rect">
            <a:avLst/>
          </a:prstGeom>
          <a:noFill/>
          <a:ln/>
        </p:spPr>
        <p:txBody>
          <a:bodyPr wrap="square" rtlCol="0" anchor="ctr"/>
          <a:lstStyle/>
          <a:p>
            <a:pPr marL="0" indent="0">
              <a:buNone/>
            </a:pPr>
            <a:r>
              <a:rPr lang="fr-FR" sz="1200" b="1" noProof="0">
                <a:solidFill>
                  <a:srgbClr val="16273D"/>
                </a:solidFill>
                <a:latin typeface="Trebuchet MS" pitchFamily="34" charset="0"/>
                <a:ea typeface="Trebuchet MS" pitchFamily="34" charset="-122"/>
                <a:cs typeface="Trebuchet MS" pitchFamily="34" charset="-120"/>
              </a:rPr>
              <a:t>Publication en lecture seule</a:t>
            </a:r>
            <a:endParaRPr lang="fr-FR" sz="1200" noProof="0"/>
          </a:p>
        </p:txBody>
      </p:sp>
      <p:sp>
        <p:nvSpPr>
          <p:cNvPr id="28" name="Text 26"/>
          <p:cNvSpPr/>
          <p:nvPr/>
        </p:nvSpPr>
        <p:spPr>
          <a:xfrm>
            <a:off x="5120640" y="3895344"/>
            <a:ext cx="3383280" cy="502920"/>
          </a:xfrm>
          <a:prstGeom prst="rect">
            <a:avLst/>
          </a:prstGeom>
          <a:noFill/>
          <a:ln/>
        </p:spPr>
        <p:txBody>
          <a:bodyPr wrap="square" rtlCol="0" anchor="t"/>
          <a:lstStyle/>
          <a:p>
            <a:pPr marL="0" indent="0">
              <a:lnSpc>
                <a:spcPts val="1300"/>
              </a:lnSpc>
              <a:buNone/>
            </a:pPr>
            <a:r>
              <a:rPr lang="fr-FR" sz="1050" noProof="0">
                <a:solidFill>
                  <a:srgbClr val="5C6B7F"/>
                </a:solidFill>
                <a:latin typeface="Calibri" pitchFamily="34" charset="0"/>
                <a:ea typeface="Calibri" pitchFamily="34" charset="-122"/>
                <a:cs typeface="Calibri" pitchFamily="34" charset="-120"/>
              </a:rPr>
              <a:t>La publication crée une version figée, partageable de l’agent, distincte du brouillon en cours d’édition.</a:t>
            </a:r>
            <a:endParaRPr lang="fr-FR" sz="1050" noProof="0"/>
          </a:p>
        </p:txBody>
      </p:sp>
      <p:pic>
        <p:nvPicPr>
          <p:cNvPr id="32" name="Image 31">
            <a:extLst>
              <a:ext uri="{FF2B5EF4-FFF2-40B4-BE49-F238E27FC236}">
                <a16:creationId xmlns:a16="http://schemas.microsoft.com/office/drawing/2014/main" id="{E36DE9E3-5B1B-E234-8A4C-B5550F6A76BA}"/>
              </a:ext>
            </a:extLst>
          </p:cNvPr>
          <p:cNvPicPr>
            <a:picLocks noChangeAspect="1"/>
          </p:cNvPicPr>
          <p:nvPr/>
        </p:nvPicPr>
        <p:blipFill>
          <a:blip r:embed="rId3"/>
          <a:stretch>
            <a:fillRect/>
          </a:stretch>
        </p:blipFill>
        <p:spPr>
          <a:xfrm>
            <a:off x="63322" y="4764044"/>
            <a:ext cx="315050" cy="324277"/>
          </a:xfrm>
          <a:prstGeom prst="rect">
            <a:avLst/>
          </a:prstGeom>
        </p:spPr>
      </p:pic>
      <p:sp>
        <p:nvSpPr>
          <p:cNvPr id="29" name="Slide Number Placeholder 28">
            <a:extLst>
              <a:ext uri="{FF2B5EF4-FFF2-40B4-BE49-F238E27FC236}">
                <a16:creationId xmlns:a16="http://schemas.microsoft.com/office/drawing/2014/main" id="{7712BD7A-BA75-3308-F998-1422CE93AA71}"/>
              </a:ext>
            </a:extLst>
          </p:cNvPr>
          <p:cNvSpPr>
            <a:spLocks noGrp="1"/>
          </p:cNvSpPr>
          <p:nvPr>
            <p:ph type="sldNum" sz="quarter" idx="12"/>
          </p:nvPr>
        </p:nvSpPr>
        <p:spPr/>
        <p:txBody>
          <a:bodyPr/>
          <a:lstStyle/>
          <a:p>
            <a:r>
              <a:rPr lang="fr-FR" b="1">
                <a:solidFill>
                  <a:srgbClr val="F26522"/>
                </a:solidFill>
                <a:latin typeface="Calibri" pitchFamily="34" charset="0"/>
                <a:ea typeface="Calibri" pitchFamily="34" charset="-122"/>
                <a:cs typeface="Calibri" pitchFamily="34" charset="-120"/>
              </a:rPr>
              <a:t>Expertime</a:t>
            </a:r>
            <a:r>
              <a:rPr lang="fr-FR">
                <a:solidFill>
                  <a:srgbClr val="5C6B7F"/>
                </a:solidFill>
                <a:latin typeface="Calibri" pitchFamily="34" charset="0"/>
                <a:ea typeface="Calibri" pitchFamily="34" charset="-122"/>
                <a:cs typeface="Calibri" pitchFamily="34" charset="-120"/>
              </a:rPr>
              <a:t>   | </a:t>
            </a:r>
            <a:fld id="{58E94494-CE21-4E82-948B-6B5BB0295547}" type="slidenum">
              <a:rPr lang="fr-FR" smtClean="0"/>
              <a:pPr/>
              <a:t>17</a:t>
            </a:fld>
            <a:endParaRPr lang="fr-FR" sz="85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E2240"/>
        </a:solidFill>
        <a:effectLst/>
      </p:bgPr>
    </p:bg>
    <p:spTree>
      <p:nvGrpSpPr>
        <p:cNvPr id="1" name="">
          <a:extLst>
            <a:ext uri="{FF2B5EF4-FFF2-40B4-BE49-F238E27FC236}">
              <a16:creationId xmlns:a16="http://schemas.microsoft.com/office/drawing/2014/main" id="{FF200B8B-250B-687C-2B7F-9445BE5FDB66}"/>
            </a:ext>
          </a:extLst>
        </p:cNvPr>
        <p:cNvGrpSpPr/>
        <p:nvPr/>
      </p:nvGrpSpPr>
      <p:grpSpPr>
        <a:xfrm>
          <a:off x="0" y="0"/>
          <a:ext cx="0" cy="0"/>
          <a:chOff x="0" y="0"/>
          <a:chExt cx="0" cy="0"/>
        </a:xfrm>
      </p:grpSpPr>
      <p:sp>
        <p:nvSpPr>
          <p:cNvPr id="2" name="Number 01">
            <a:extLst>
              <a:ext uri="{FF2B5EF4-FFF2-40B4-BE49-F238E27FC236}">
                <a16:creationId xmlns:a16="http://schemas.microsoft.com/office/drawing/2014/main" id="{DDC10824-B608-E01D-4B86-9AD13D5CCCD7}"/>
              </a:ext>
            </a:extLst>
          </p:cNvPr>
          <p:cNvSpPr/>
          <p:nvPr/>
        </p:nvSpPr>
        <p:spPr>
          <a:xfrm>
            <a:off x="640080" y="1325880"/>
            <a:ext cx="3429000" cy="164592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0" b="1" i="0" u="none" strike="noStrike" kern="0" cap="none" spc="0" normalizeH="0" baseline="0" noProof="0">
                <a:ln>
                  <a:noFill/>
                </a:ln>
                <a:solidFill>
                  <a:srgbClr val="F26522"/>
                </a:solidFill>
                <a:effectLst/>
                <a:uLnTx/>
                <a:uFillTx/>
                <a:latin typeface="Trebuchet MS" pitchFamily="34" charset="0"/>
                <a:ea typeface="Trebuchet MS" pitchFamily="34" charset="-122"/>
                <a:cs typeface="Trebuchet MS" pitchFamily="34" charset="-120"/>
              </a:rPr>
              <a:t>05</a:t>
            </a:r>
            <a:endParaRPr kumimoji="0" lang="fr-FR" sz="1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ccent Bar">
            <a:extLst>
              <a:ext uri="{FF2B5EF4-FFF2-40B4-BE49-F238E27FC236}">
                <a16:creationId xmlns:a16="http://schemas.microsoft.com/office/drawing/2014/main" id="{1D608D84-F50E-7D98-4705-B8753C7A794B}"/>
              </a:ext>
            </a:extLst>
          </p:cNvPr>
          <p:cNvSpPr/>
          <p:nvPr/>
        </p:nvSpPr>
        <p:spPr>
          <a:xfrm>
            <a:off x="676656" y="3209544"/>
            <a:ext cx="2103120" cy="45720"/>
          </a:xfrm>
          <a:prstGeom prst="rect">
            <a:avLst/>
          </a:prstGeom>
          <a:solidFill>
            <a:srgbClr val="F2652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ection Title">
            <a:extLst>
              <a:ext uri="{FF2B5EF4-FFF2-40B4-BE49-F238E27FC236}">
                <a16:creationId xmlns:a16="http://schemas.microsoft.com/office/drawing/2014/main" id="{6349DC05-4201-C35A-999D-1D708AA322F7}"/>
              </a:ext>
            </a:extLst>
          </p:cNvPr>
          <p:cNvSpPr/>
          <p:nvPr/>
        </p:nvSpPr>
        <p:spPr>
          <a:xfrm>
            <a:off x="640080" y="3429000"/>
            <a:ext cx="7559040" cy="1097280"/>
          </a:xfrm>
          <a:prstGeom prst="rect">
            <a:avLst/>
          </a:prstGeom>
          <a:noFill/>
          <a:ln/>
        </p:spPr>
        <p:txBody>
          <a:bodyPr wrap="square" rtlCol="0" anchor="t"/>
          <a:lstStyle/>
          <a:p>
            <a:pPr marL="0" marR="0" lvl="0" indent="0" algn="l" defTabSz="914400" rtl="0" eaLnBrk="1" fontAlgn="auto" latinLnBrk="0" hangingPunct="1">
              <a:lnSpc>
                <a:spcPts val="4200"/>
              </a:lnSpc>
              <a:spcBef>
                <a:spcPts val="0"/>
              </a:spcBef>
              <a:spcAft>
                <a:spcPts val="0"/>
              </a:spcAft>
              <a:buClrTx/>
              <a:buSzTx/>
              <a:buFontTx/>
              <a:buNone/>
              <a:tabLst/>
              <a:defRPr/>
            </a:pPr>
            <a:r>
              <a:rPr kumimoji="0" lang="fr-FR" sz="3600" b="1" i="0" u="none" strike="noStrike" kern="1200" cap="none" spc="0" normalizeH="0" baseline="0" noProof="0">
                <a:ln>
                  <a:noFill/>
                </a:ln>
                <a:solidFill>
                  <a:srgbClr val="FFFFFF"/>
                </a:solidFill>
                <a:effectLst/>
                <a:uLnTx/>
                <a:uFillTx/>
                <a:latin typeface="Trebuchet MS" pitchFamily="34" charset="0"/>
                <a:ea typeface="Trebuchet MS" pitchFamily="34" charset="-122"/>
                <a:cs typeface="Trebuchet MS" pitchFamily="34" charset="-120"/>
              </a:rPr>
              <a:t>Publication du Data Agent</a:t>
            </a:r>
            <a:endParaRPr kumimoji="0" lang="fr-FR" sz="36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741378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2">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457200" y="384048"/>
            <a:ext cx="146304" cy="146304"/>
          </a:xfrm>
          <a:prstGeom prst="rect">
            <a:avLst/>
          </a:prstGeom>
          <a:solidFill>
            <a:srgbClr val="F26522"/>
          </a:solidFill>
          <a:ln/>
        </p:spPr>
        <p:txBody>
          <a:bodyPr/>
          <a:lstStyle/>
          <a:p>
            <a:endParaRPr lang="fr-FR" noProof="0"/>
          </a:p>
        </p:txBody>
      </p:sp>
      <p:sp>
        <p:nvSpPr>
          <p:cNvPr id="3" name="Text 1"/>
          <p:cNvSpPr/>
          <p:nvPr/>
        </p:nvSpPr>
        <p:spPr>
          <a:xfrm>
            <a:off x="713232" y="347472"/>
            <a:ext cx="7955280" cy="237744"/>
          </a:xfrm>
          <a:prstGeom prst="rect">
            <a:avLst/>
          </a:prstGeom>
          <a:noFill/>
          <a:ln/>
        </p:spPr>
        <p:txBody>
          <a:bodyPr wrap="square" rtlCol="0" anchor="ctr"/>
          <a:lstStyle/>
          <a:p>
            <a:pPr marL="0" indent="0">
              <a:buNone/>
            </a:pPr>
            <a:r>
              <a:rPr lang="fr-FR" sz="1100" b="1" kern="0" spc="200" noProof="0">
                <a:solidFill>
                  <a:srgbClr val="F26522"/>
                </a:solidFill>
                <a:latin typeface="Calibri" pitchFamily="34" charset="0"/>
                <a:ea typeface="Calibri" pitchFamily="34" charset="-122"/>
                <a:cs typeface="Calibri" pitchFamily="34" charset="-120"/>
              </a:rPr>
              <a:t>CYCLE DE VIE</a:t>
            </a:r>
            <a:endParaRPr lang="fr-FR" sz="1100" noProof="0"/>
          </a:p>
        </p:txBody>
      </p:sp>
      <p:sp>
        <p:nvSpPr>
          <p:cNvPr id="4" name="Text 2"/>
          <p:cNvSpPr/>
          <p:nvPr/>
        </p:nvSpPr>
        <p:spPr>
          <a:xfrm>
            <a:off x="438912" y="566928"/>
            <a:ext cx="8266176" cy="566928"/>
          </a:xfrm>
          <a:prstGeom prst="rect">
            <a:avLst/>
          </a:prstGeom>
          <a:noFill/>
          <a:ln/>
        </p:spPr>
        <p:txBody>
          <a:bodyPr wrap="square" rtlCol="0" anchor="ctr"/>
          <a:lstStyle/>
          <a:p>
            <a:pPr marL="0" indent="0">
              <a:buNone/>
            </a:pPr>
            <a:r>
              <a:rPr lang="fr-FR" sz="2600" b="1" noProof="0">
                <a:solidFill>
                  <a:srgbClr val="16273D"/>
                </a:solidFill>
                <a:latin typeface="Trebuchet MS" pitchFamily="34" charset="0"/>
                <a:ea typeface="Trebuchet MS" pitchFamily="34" charset="-122"/>
                <a:cs typeface="Trebuchet MS" pitchFamily="34" charset="-120"/>
              </a:rPr>
              <a:t>Publication &amp; gestion des versions</a:t>
            </a:r>
            <a:endParaRPr lang="fr-FR" sz="2600" noProof="0"/>
          </a:p>
        </p:txBody>
      </p:sp>
      <p:sp>
        <p:nvSpPr>
          <p:cNvPr id="5" name="Shape 3"/>
          <p:cNvSpPr/>
          <p:nvPr/>
        </p:nvSpPr>
        <p:spPr>
          <a:xfrm>
            <a:off x="457200" y="1508760"/>
            <a:ext cx="3566160" cy="1920240"/>
          </a:xfrm>
          <a:prstGeom prst="rect">
            <a:avLst/>
          </a:prstGeom>
          <a:solidFill>
            <a:srgbClr val="FFFFFF"/>
          </a:solidFill>
          <a:ln w="12700">
            <a:solidFill>
              <a:srgbClr val="DCE4EE"/>
            </a:solidFill>
            <a:prstDash val="solid"/>
          </a:ln>
          <a:effectLst>
            <a:outerShdw blurRad="88900" dist="38100" dir="5400000" algn="bl" rotWithShape="0">
              <a:srgbClr val="0E2240">
                <a:alpha val="10000"/>
              </a:srgbClr>
            </a:outerShdw>
          </a:effectLst>
        </p:spPr>
        <p:txBody>
          <a:bodyPr/>
          <a:lstStyle/>
          <a:p>
            <a:endParaRPr lang="fr-FR" noProof="0"/>
          </a:p>
        </p:txBody>
      </p:sp>
      <p:sp>
        <p:nvSpPr>
          <p:cNvPr id="6" name="Shape 4"/>
          <p:cNvSpPr/>
          <p:nvPr/>
        </p:nvSpPr>
        <p:spPr>
          <a:xfrm>
            <a:off x="457200" y="1508760"/>
            <a:ext cx="3566160" cy="457200"/>
          </a:xfrm>
          <a:prstGeom prst="rect">
            <a:avLst/>
          </a:prstGeom>
          <a:solidFill>
            <a:srgbClr val="2E6BB0"/>
          </a:solidFill>
          <a:ln/>
        </p:spPr>
        <p:txBody>
          <a:bodyPr/>
          <a:lstStyle/>
          <a:p>
            <a:endParaRPr lang="fr-FR" noProof="0"/>
          </a:p>
        </p:txBody>
      </p:sp>
      <p:sp>
        <p:nvSpPr>
          <p:cNvPr id="7" name="Text 5"/>
          <p:cNvSpPr/>
          <p:nvPr/>
        </p:nvSpPr>
        <p:spPr>
          <a:xfrm>
            <a:off x="640080" y="1508760"/>
            <a:ext cx="3200400" cy="457200"/>
          </a:xfrm>
          <a:prstGeom prst="rect">
            <a:avLst/>
          </a:prstGeom>
          <a:noFill/>
          <a:ln/>
        </p:spPr>
        <p:txBody>
          <a:bodyPr wrap="square" rtlCol="0" anchor="ctr"/>
          <a:lstStyle/>
          <a:p>
            <a:pPr marL="0" indent="0">
              <a:buNone/>
            </a:pPr>
            <a:r>
              <a:rPr lang="fr-FR" sz="1400" b="1" noProof="0">
                <a:solidFill>
                  <a:srgbClr val="FFFFFF"/>
                </a:solidFill>
                <a:latin typeface="Trebuchet MS" pitchFamily="34" charset="0"/>
                <a:ea typeface="Trebuchet MS" pitchFamily="34" charset="-122"/>
                <a:cs typeface="Trebuchet MS" pitchFamily="34" charset="-120"/>
              </a:rPr>
              <a:t>Version de brouillon</a:t>
            </a:r>
            <a:endParaRPr lang="fr-FR" sz="1400" noProof="0"/>
          </a:p>
        </p:txBody>
      </p:sp>
      <p:sp>
        <p:nvSpPr>
          <p:cNvPr id="8" name="Text 6"/>
          <p:cNvSpPr/>
          <p:nvPr/>
        </p:nvSpPr>
        <p:spPr>
          <a:xfrm>
            <a:off x="713232" y="2075688"/>
            <a:ext cx="3032858" cy="1280160"/>
          </a:xfrm>
          <a:prstGeom prst="rect">
            <a:avLst/>
          </a:prstGeom>
          <a:noFill/>
          <a:ln/>
        </p:spPr>
        <p:txBody>
          <a:bodyPr wrap="square" rtlCol="0" anchor="t"/>
          <a:lstStyle/>
          <a:p>
            <a:pPr marL="342900" indent="-342900">
              <a:lnSpc>
                <a:spcPts val="1600"/>
              </a:lnSpc>
              <a:buSzPct val="100000"/>
              <a:buChar char="•"/>
            </a:pPr>
            <a:r>
              <a:rPr lang="fr-FR" sz="1150" noProof="0">
                <a:solidFill>
                  <a:srgbClr val="3C4D63"/>
                </a:solidFill>
                <a:latin typeface="Calibri" pitchFamily="34" charset="0"/>
                <a:ea typeface="Calibri" pitchFamily="34" charset="-122"/>
                <a:cs typeface="Calibri" pitchFamily="34" charset="-120"/>
              </a:rPr>
              <a:t>Affinage du périmètre et des sources pertinentes ;</a:t>
            </a:r>
            <a:endParaRPr lang="fr-FR" sz="1150" noProof="0"/>
          </a:p>
          <a:p>
            <a:pPr marL="342900" indent="-342900">
              <a:lnSpc>
                <a:spcPts val="1600"/>
              </a:lnSpc>
              <a:buSzPct val="100000"/>
              <a:buChar char="•"/>
            </a:pPr>
            <a:r>
              <a:rPr lang="fr-FR" sz="1150" noProof="0">
                <a:solidFill>
                  <a:srgbClr val="3C4D63"/>
                </a:solidFill>
                <a:latin typeface="Calibri" pitchFamily="34" charset="0"/>
                <a:ea typeface="Calibri" pitchFamily="34" charset="-122"/>
                <a:cs typeface="Calibri" pitchFamily="34" charset="-120"/>
              </a:rPr>
              <a:t>Rédaction des instructions ;</a:t>
            </a:r>
            <a:endParaRPr lang="fr-FR" sz="1150" noProof="0"/>
          </a:p>
          <a:p>
            <a:pPr marL="342900" indent="-342900">
              <a:lnSpc>
                <a:spcPts val="1600"/>
              </a:lnSpc>
              <a:buSzPct val="100000"/>
              <a:buChar char="•"/>
            </a:pPr>
            <a:r>
              <a:rPr lang="fr-FR" sz="1150" noProof="0">
                <a:solidFill>
                  <a:srgbClr val="3C4D63"/>
                </a:solidFill>
                <a:latin typeface="Calibri" pitchFamily="34" charset="0"/>
                <a:ea typeface="Calibri" pitchFamily="34" charset="-122"/>
                <a:cs typeface="Calibri" pitchFamily="34" charset="-120"/>
              </a:rPr>
              <a:t>Création d'exemples de requêtes ;</a:t>
            </a:r>
            <a:endParaRPr lang="fr-FR" sz="1150" noProof="0"/>
          </a:p>
          <a:p>
            <a:pPr marL="342900" indent="-342900">
              <a:lnSpc>
                <a:spcPts val="1600"/>
              </a:lnSpc>
              <a:buSzPct val="100000"/>
              <a:buChar char="•"/>
            </a:pPr>
            <a:r>
              <a:rPr lang="fr-FR" sz="1150" noProof="0">
                <a:solidFill>
                  <a:srgbClr val="3C4D63"/>
                </a:solidFill>
                <a:latin typeface="Calibri" pitchFamily="34" charset="0"/>
                <a:ea typeface="Calibri" pitchFamily="34" charset="-122"/>
                <a:cs typeface="Calibri" pitchFamily="34" charset="-120"/>
              </a:rPr>
              <a:t>Tests &amp; Ajustements sans impacter les utilisateurs finaux.</a:t>
            </a:r>
            <a:endParaRPr lang="fr-FR" sz="1150" noProof="0"/>
          </a:p>
        </p:txBody>
      </p:sp>
      <p:sp>
        <p:nvSpPr>
          <p:cNvPr id="9" name="Shape 7"/>
          <p:cNvSpPr/>
          <p:nvPr/>
        </p:nvSpPr>
        <p:spPr>
          <a:xfrm>
            <a:off x="4160520" y="2286000"/>
            <a:ext cx="822960" cy="146304"/>
          </a:xfrm>
          <a:prstGeom prst="rect">
            <a:avLst/>
          </a:prstGeom>
          <a:solidFill>
            <a:srgbClr val="F26522"/>
          </a:solidFill>
          <a:ln/>
        </p:spPr>
        <p:txBody>
          <a:bodyPr/>
          <a:lstStyle/>
          <a:p>
            <a:endParaRPr lang="fr-FR" noProof="0"/>
          </a:p>
        </p:txBody>
      </p:sp>
      <p:sp>
        <p:nvSpPr>
          <p:cNvPr id="10" name="Text 8"/>
          <p:cNvSpPr/>
          <p:nvPr/>
        </p:nvSpPr>
        <p:spPr>
          <a:xfrm>
            <a:off x="4069080" y="1783080"/>
            <a:ext cx="1005840" cy="274320"/>
          </a:xfrm>
          <a:prstGeom prst="rect">
            <a:avLst/>
          </a:prstGeom>
          <a:noFill/>
          <a:ln/>
        </p:spPr>
        <p:txBody>
          <a:bodyPr wrap="square" rtlCol="0" anchor="ctr"/>
          <a:lstStyle/>
          <a:p>
            <a:pPr marL="0" indent="0" algn="ctr">
              <a:buNone/>
            </a:pPr>
            <a:r>
              <a:rPr lang="fr-FR" sz="900" b="1" kern="0" spc="100" noProof="0">
                <a:solidFill>
                  <a:srgbClr val="F26522"/>
                </a:solidFill>
                <a:latin typeface="Calibri" pitchFamily="34" charset="0"/>
                <a:ea typeface="Calibri" pitchFamily="34" charset="-122"/>
                <a:cs typeface="Calibri" pitchFamily="34" charset="-120"/>
              </a:rPr>
              <a:t>PUBLIER</a:t>
            </a:r>
            <a:endParaRPr lang="fr-FR" sz="900" noProof="0"/>
          </a:p>
        </p:txBody>
      </p:sp>
      <p:sp>
        <p:nvSpPr>
          <p:cNvPr id="11" name="Shape 9"/>
          <p:cNvSpPr/>
          <p:nvPr/>
        </p:nvSpPr>
        <p:spPr>
          <a:xfrm>
            <a:off x="5120640" y="1508760"/>
            <a:ext cx="3566160" cy="1920240"/>
          </a:xfrm>
          <a:prstGeom prst="rect">
            <a:avLst/>
          </a:prstGeom>
          <a:solidFill>
            <a:srgbClr val="0E2240"/>
          </a:solidFill>
          <a:ln/>
          <a:effectLst>
            <a:outerShdw blurRad="88900" dist="38100" dir="5400000" algn="bl" rotWithShape="0">
              <a:srgbClr val="0E2240">
                <a:alpha val="10000"/>
              </a:srgbClr>
            </a:outerShdw>
          </a:effectLst>
        </p:spPr>
        <p:txBody>
          <a:bodyPr/>
          <a:lstStyle/>
          <a:p>
            <a:endParaRPr lang="fr-FR" noProof="0"/>
          </a:p>
        </p:txBody>
      </p:sp>
      <p:sp>
        <p:nvSpPr>
          <p:cNvPr id="12" name="Shape 10"/>
          <p:cNvSpPr/>
          <p:nvPr/>
        </p:nvSpPr>
        <p:spPr>
          <a:xfrm>
            <a:off x="5120640" y="1508760"/>
            <a:ext cx="3566160" cy="457200"/>
          </a:xfrm>
          <a:prstGeom prst="rect">
            <a:avLst/>
          </a:prstGeom>
          <a:solidFill>
            <a:srgbClr val="F26522"/>
          </a:solidFill>
          <a:ln/>
        </p:spPr>
        <p:txBody>
          <a:bodyPr/>
          <a:lstStyle/>
          <a:p>
            <a:endParaRPr lang="fr-FR" noProof="0"/>
          </a:p>
        </p:txBody>
      </p:sp>
      <p:sp>
        <p:nvSpPr>
          <p:cNvPr id="13" name="Text 11"/>
          <p:cNvSpPr/>
          <p:nvPr/>
        </p:nvSpPr>
        <p:spPr>
          <a:xfrm>
            <a:off x="5303520" y="1508760"/>
            <a:ext cx="3200400" cy="457200"/>
          </a:xfrm>
          <a:prstGeom prst="rect">
            <a:avLst/>
          </a:prstGeom>
          <a:noFill/>
          <a:ln/>
        </p:spPr>
        <p:txBody>
          <a:bodyPr wrap="square" rtlCol="0" anchor="ctr"/>
          <a:lstStyle/>
          <a:p>
            <a:pPr marL="0" indent="0">
              <a:buNone/>
            </a:pPr>
            <a:r>
              <a:rPr lang="fr-FR" sz="1400" b="1" noProof="0">
                <a:solidFill>
                  <a:srgbClr val="FFFFFF"/>
                </a:solidFill>
                <a:latin typeface="Trebuchet MS" pitchFamily="34" charset="0"/>
                <a:ea typeface="Trebuchet MS" pitchFamily="34" charset="-122"/>
                <a:cs typeface="Trebuchet MS" pitchFamily="34" charset="-120"/>
              </a:rPr>
              <a:t>Version publiée</a:t>
            </a:r>
            <a:endParaRPr lang="fr-FR" sz="1400" noProof="0"/>
          </a:p>
        </p:txBody>
      </p:sp>
      <p:sp>
        <p:nvSpPr>
          <p:cNvPr id="14" name="Text 12"/>
          <p:cNvSpPr/>
          <p:nvPr/>
        </p:nvSpPr>
        <p:spPr>
          <a:xfrm>
            <a:off x="5376672" y="2075688"/>
            <a:ext cx="3054096" cy="1280160"/>
          </a:xfrm>
          <a:prstGeom prst="rect">
            <a:avLst/>
          </a:prstGeom>
          <a:noFill/>
          <a:ln/>
        </p:spPr>
        <p:txBody>
          <a:bodyPr wrap="square" rtlCol="0" anchor="t"/>
          <a:lstStyle/>
          <a:p>
            <a:pPr marL="342900" indent="-342900">
              <a:lnSpc>
                <a:spcPts val="1600"/>
              </a:lnSpc>
              <a:buSzPct val="100000"/>
              <a:buChar char="•"/>
            </a:pPr>
            <a:r>
              <a:rPr lang="fr-FR" sz="1150" noProof="0">
                <a:solidFill>
                  <a:srgbClr val="DCE6F4"/>
                </a:solidFill>
                <a:latin typeface="Calibri" pitchFamily="34" charset="0"/>
                <a:ea typeface="Calibri" pitchFamily="34" charset="-122"/>
                <a:cs typeface="Calibri" pitchFamily="34" charset="-120"/>
              </a:rPr>
              <a:t>Version figée, stable et prête à être consommée ;</a:t>
            </a:r>
            <a:endParaRPr lang="fr-FR" sz="1150" noProof="0"/>
          </a:p>
          <a:p>
            <a:pPr marL="342900" indent="-342900">
              <a:lnSpc>
                <a:spcPts val="1600"/>
              </a:lnSpc>
              <a:buSzPct val="100000"/>
              <a:buChar char="•"/>
            </a:pPr>
            <a:r>
              <a:rPr lang="fr-FR" sz="1150" noProof="0">
                <a:solidFill>
                  <a:srgbClr val="DCE6F4"/>
                </a:solidFill>
                <a:latin typeface="Calibri" pitchFamily="34" charset="0"/>
                <a:ea typeface="Calibri" pitchFamily="34" charset="-122"/>
                <a:cs typeface="Calibri" pitchFamily="34" charset="-120"/>
              </a:rPr>
              <a:t>Partageable avec les consommateurs ;</a:t>
            </a:r>
            <a:endParaRPr lang="fr-FR" sz="1150" noProof="0"/>
          </a:p>
          <a:p>
            <a:pPr marL="342900" indent="-342900">
              <a:lnSpc>
                <a:spcPts val="1600"/>
              </a:lnSpc>
              <a:buSzPct val="100000"/>
              <a:buChar char="•"/>
            </a:pPr>
            <a:r>
              <a:rPr lang="fr-FR" sz="1150" noProof="0">
                <a:solidFill>
                  <a:srgbClr val="DCE6F4"/>
                </a:solidFill>
                <a:latin typeface="Calibri" pitchFamily="34" charset="0"/>
                <a:ea typeface="Calibri" pitchFamily="34" charset="-122"/>
                <a:cs typeface="Calibri" pitchFamily="34" charset="-120"/>
              </a:rPr>
              <a:t>Description exposée aux utilisateurs ;</a:t>
            </a:r>
            <a:endParaRPr lang="fr-FR" sz="1150" noProof="0"/>
          </a:p>
          <a:p>
            <a:pPr marL="342900" indent="-342900">
              <a:lnSpc>
                <a:spcPts val="1600"/>
              </a:lnSpc>
              <a:buSzPct val="100000"/>
              <a:buChar char="•"/>
            </a:pPr>
            <a:r>
              <a:rPr lang="fr-FR" sz="1150" noProof="0">
                <a:solidFill>
                  <a:srgbClr val="DCE6F4"/>
                </a:solidFill>
                <a:latin typeface="Calibri" pitchFamily="34" charset="0"/>
                <a:ea typeface="Calibri" pitchFamily="34" charset="-122"/>
                <a:cs typeface="Calibri" pitchFamily="34" charset="-120"/>
              </a:rPr>
              <a:t>Accessible pour d’autres agents ou orchestrateurs.</a:t>
            </a:r>
            <a:endParaRPr lang="fr-FR" sz="1150" noProof="0"/>
          </a:p>
        </p:txBody>
      </p:sp>
      <p:sp>
        <p:nvSpPr>
          <p:cNvPr id="15" name="Shape 13"/>
          <p:cNvSpPr/>
          <p:nvPr/>
        </p:nvSpPr>
        <p:spPr>
          <a:xfrm>
            <a:off x="457200" y="3703320"/>
            <a:ext cx="8229600" cy="777240"/>
          </a:xfrm>
          <a:prstGeom prst="rect">
            <a:avLst/>
          </a:prstGeom>
          <a:solidFill>
            <a:srgbClr val="EAF0F8"/>
          </a:solidFill>
          <a:ln/>
        </p:spPr>
        <p:txBody>
          <a:bodyPr/>
          <a:lstStyle/>
          <a:p>
            <a:endParaRPr lang="fr-FR" noProof="0"/>
          </a:p>
        </p:txBody>
      </p:sp>
      <p:sp>
        <p:nvSpPr>
          <p:cNvPr id="16" name="Shape 14"/>
          <p:cNvSpPr/>
          <p:nvPr/>
        </p:nvSpPr>
        <p:spPr>
          <a:xfrm>
            <a:off x="457200" y="3703320"/>
            <a:ext cx="82296" cy="777240"/>
          </a:xfrm>
          <a:prstGeom prst="rect">
            <a:avLst/>
          </a:prstGeom>
          <a:solidFill>
            <a:srgbClr val="F26522"/>
          </a:solidFill>
          <a:ln/>
        </p:spPr>
        <p:txBody>
          <a:bodyPr/>
          <a:lstStyle/>
          <a:p>
            <a:endParaRPr lang="fr-FR" noProof="0"/>
          </a:p>
        </p:txBody>
      </p:sp>
      <p:sp>
        <p:nvSpPr>
          <p:cNvPr id="17" name="Text 15"/>
          <p:cNvSpPr/>
          <p:nvPr/>
        </p:nvSpPr>
        <p:spPr>
          <a:xfrm>
            <a:off x="685800" y="3703320"/>
            <a:ext cx="7863840" cy="777240"/>
          </a:xfrm>
          <a:prstGeom prst="rect">
            <a:avLst/>
          </a:prstGeom>
          <a:noFill/>
          <a:ln/>
        </p:spPr>
        <p:txBody>
          <a:bodyPr wrap="square" rtlCol="0" anchor="ctr"/>
          <a:lstStyle/>
          <a:p>
            <a:pPr marL="0" indent="0">
              <a:lnSpc>
                <a:spcPts val="1400"/>
              </a:lnSpc>
              <a:buNone/>
            </a:pPr>
            <a:r>
              <a:rPr lang="fr-FR" sz="1100" b="1" noProof="0">
                <a:solidFill>
                  <a:srgbClr val="16273D"/>
                </a:solidFill>
                <a:latin typeface="Calibri" pitchFamily="34" charset="0"/>
                <a:ea typeface="Calibri" pitchFamily="34" charset="-122"/>
                <a:cs typeface="Calibri" pitchFamily="34" charset="-120"/>
              </a:rPr>
              <a:t>Brouillon et version publiée coexistent.  </a:t>
            </a:r>
          </a:p>
          <a:p>
            <a:pPr marL="0" indent="0">
              <a:lnSpc>
                <a:spcPts val="1400"/>
              </a:lnSpc>
              <a:buNone/>
            </a:pPr>
            <a:r>
              <a:rPr lang="fr-FR" sz="1100" noProof="0">
                <a:solidFill>
                  <a:srgbClr val="3C4D63"/>
                </a:solidFill>
                <a:latin typeface="Calibri" pitchFamily="34" charset="0"/>
                <a:ea typeface="Calibri" pitchFamily="34" charset="-122"/>
                <a:cs typeface="Calibri" pitchFamily="34" charset="-120"/>
              </a:rPr>
              <a:t>Vous améliorez le brouillon sans affecter la version utilisée. </a:t>
            </a:r>
          </a:p>
          <a:p>
            <a:pPr marL="0" indent="0">
              <a:lnSpc>
                <a:spcPts val="1400"/>
              </a:lnSpc>
              <a:buNone/>
            </a:pPr>
            <a:r>
              <a:rPr lang="fr-FR" sz="1100" noProof="0">
                <a:solidFill>
                  <a:srgbClr val="3C4D63"/>
                </a:solidFill>
                <a:latin typeface="Calibri" pitchFamily="34" charset="0"/>
                <a:ea typeface="Calibri" pitchFamily="34" charset="-122"/>
                <a:cs typeface="Calibri" pitchFamily="34" charset="-120"/>
              </a:rPr>
              <a:t>Une description claire et riche est essentielle : elle guide les orchestrateurs et les utilisateurs.</a:t>
            </a:r>
            <a:endParaRPr lang="fr-FR" sz="1100" noProof="0"/>
          </a:p>
        </p:txBody>
      </p:sp>
      <p:pic>
        <p:nvPicPr>
          <p:cNvPr id="21" name="Image 20">
            <a:extLst>
              <a:ext uri="{FF2B5EF4-FFF2-40B4-BE49-F238E27FC236}">
                <a16:creationId xmlns:a16="http://schemas.microsoft.com/office/drawing/2014/main" id="{E742C957-1342-C7F7-5774-3BBEB1A2D2A3}"/>
              </a:ext>
            </a:extLst>
          </p:cNvPr>
          <p:cNvPicPr>
            <a:picLocks noChangeAspect="1"/>
          </p:cNvPicPr>
          <p:nvPr/>
        </p:nvPicPr>
        <p:blipFill>
          <a:blip r:embed="rId3"/>
          <a:stretch>
            <a:fillRect/>
          </a:stretch>
        </p:blipFill>
        <p:spPr>
          <a:xfrm>
            <a:off x="63322" y="4764044"/>
            <a:ext cx="315050" cy="324277"/>
          </a:xfrm>
          <a:prstGeom prst="rect">
            <a:avLst/>
          </a:prstGeom>
        </p:spPr>
      </p:pic>
      <p:sp>
        <p:nvSpPr>
          <p:cNvPr id="18" name="Slide Number Placeholder 17">
            <a:extLst>
              <a:ext uri="{FF2B5EF4-FFF2-40B4-BE49-F238E27FC236}">
                <a16:creationId xmlns:a16="http://schemas.microsoft.com/office/drawing/2014/main" id="{7C7F376B-CA47-10A3-F180-AB3CC2DB4733}"/>
              </a:ext>
            </a:extLst>
          </p:cNvPr>
          <p:cNvSpPr>
            <a:spLocks noGrp="1"/>
          </p:cNvSpPr>
          <p:nvPr>
            <p:ph type="sldNum" sz="quarter" idx="12"/>
          </p:nvPr>
        </p:nvSpPr>
        <p:spPr/>
        <p:txBody>
          <a:bodyPr/>
          <a:lstStyle/>
          <a:p>
            <a:r>
              <a:rPr lang="fr-FR" b="1">
                <a:solidFill>
                  <a:srgbClr val="F26522"/>
                </a:solidFill>
                <a:latin typeface="Calibri" pitchFamily="34" charset="0"/>
                <a:ea typeface="Calibri" pitchFamily="34" charset="-122"/>
                <a:cs typeface="Calibri" pitchFamily="34" charset="-120"/>
              </a:rPr>
              <a:t>Expertime</a:t>
            </a:r>
            <a:r>
              <a:rPr lang="fr-FR">
                <a:solidFill>
                  <a:srgbClr val="5C6B7F"/>
                </a:solidFill>
                <a:latin typeface="Calibri" pitchFamily="34" charset="0"/>
                <a:ea typeface="Calibri" pitchFamily="34" charset="-122"/>
                <a:cs typeface="Calibri" pitchFamily="34" charset="-120"/>
              </a:rPr>
              <a:t>   | </a:t>
            </a:r>
            <a:fld id="{58E94494-CE21-4E82-948B-6B5BB0295547}" type="slidenum">
              <a:rPr lang="fr-FR" smtClean="0"/>
              <a:pPr/>
              <a:t>19</a:t>
            </a:fld>
            <a:endParaRPr lang="fr-FR" sz="85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E2240"/>
        </a:solidFill>
        <a:effectLst/>
      </p:bgPr>
    </p:bg>
    <p:spTree>
      <p:nvGrpSpPr>
        <p:cNvPr id="1" name="">
          <a:extLst>
            <a:ext uri="{FF2B5EF4-FFF2-40B4-BE49-F238E27FC236}">
              <a16:creationId xmlns:a16="http://schemas.microsoft.com/office/drawing/2014/main" id="{C870350F-5A30-38C6-C444-88D07798C485}"/>
            </a:ext>
          </a:extLst>
        </p:cNvPr>
        <p:cNvGrpSpPr/>
        <p:nvPr/>
      </p:nvGrpSpPr>
      <p:grpSpPr>
        <a:xfrm>
          <a:off x="0" y="0"/>
          <a:ext cx="0" cy="0"/>
          <a:chOff x="0" y="0"/>
          <a:chExt cx="0" cy="0"/>
        </a:xfrm>
      </p:grpSpPr>
      <p:sp>
        <p:nvSpPr>
          <p:cNvPr id="2" name="Number 01">
            <a:extLst>
              <a:ext uri="{FF2B5EF4-FFF2-40B4-BE49-F238E27FC236}">
                <a16:creationId xmlns:a16="http://schemas.microsoft.com/office/drawing/2014/main" id="{C3A65EA0-D80D-002A-BF00-2F36A54E1788}"/>
              </a:ext>
            </a:extLst>
          </p:cNvPr>
          <p:cNvSpPr/>
          <p:nvPr/>
        </p:nvSpPr>
        <p:spPr>
          <a:xfrm>
            <a:off x="640080" y="1325880"/>
            <a:ext cx="3429000" cy="164592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0" b="1" i="0" u="none" strike="noStrike" kern="0" cap="none" spc="0" normalizeH="0" baseline="0" noProof="0">
                <a:ln>
                  <a:noFill/>
                </a:ln>
                <a:solidFill>
                  <a:srgbClr val="F26522"/>
                </a:solidFill>
                <a:effectLst/>
                <a:uLnTx/>
                <a:uFillTx/>
                <a:latin typeface="Trebuchet MS" pitchFamily="34" charset="0"/>
                <a:ea typeface="Trebuchet MS" pitchFamily="34" charset="-122"/>
                <a:cs typeface="Trebuchet MS" pitchFamily="34" charset="-120"/>
              </a:rPr>
              <a:t>06</a:t>
            </a:r>
            <a:endParaRPr kumimoji="0" lang="fr-FR" sz="1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ccent Bar">
            <a:extLst>
              <a:ext uri="{FF2B5EF4-FFF2-40B4-BE49-F238E27FC236}">
                <a16:creationId xmlns:a16="http://schemas.microsoft.com/office/drawing/2014/main" id="{FCEC041F-95CE-91DD-8E58-2B7181C56233}"/>
              </a:ext>
            </a:extLst>
          </p:cNvPr>
          <p:cNvSpPr/>
          <p:nvPr/>
        </p:nvSpPr>
        <p:spPr>
          <a:xfrm>
            <a:off x="676656" y="3209544"/>
            <a:ext cx="2103120" cy="45720"/>
          </a:xfrm>
          <a:prstGeom prst="rect">
            <a:avLst/>
          </a:prstGeom>
          <a:solidFill>
            <a:srgbClr val="F2652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ection Title">
            <a:extLst>
              <a:ext uri="{FF2B5EF4-FFF2-40B4-BE49-F238E27FC236}">
                <a16:creationId xmlns:a16="http://schemas.microsoft.com/office/drawing/2014/main" id="{8DC5D5E9-5E67-B878-6CB3-F204C1AE67D4}"/>
              </a:ext>
            </a:extLst>
          </p:cNvPr>
          <p:cNvSpPr/>
          <p:nvPr/>
        </p:nvSpPr>
        <p:spPr>
          <a:xfrm>
            <a:off x="640080" y="3429000"/>
            <a:ext cx="7559040" cy="1097280"/>
          </a:xfrm>
          <a:prstGeom prst="rect">
            <a:avLst/>
          </a:prstGeom>
          <a:noFill/>
          <a:ln/>
        </p:spPr>
        <p:txBody>
          <a:bodyPr wrap="square" rtlCol="0" anchor="t"/>
          <a:lstStyle/>
          <a:p>
            <a:pPr marL="0" marR="0" lvl="0" indent="0" algn="l" defTabSz="914400" rtl="0" eaLnBrk="1" fontAlgn="auto" latinLnBrk="0" hangingPunct="1">
              <a:lnSpc>
                <a:spcPts val="4200"/>
              </a:lnSpc>
              <a:spcBef>
                <a:spcPts val="0"/>
              </a:spcBef>
              <a:spcAft>
                <a:spcPts val="0"/>
              </a:spcAft>
              <a:buClrTx/>
              <a:buSzTx/>
              <a:buFontTx/>
              <a:buNone/>
              <a:tabLst/>
              <a:defRPr/>
            </a:pPr>
            <a:r>
              <a:rPr kumimoji="0" lang="fr-FR" sz="3600" b="1" i="0" u="none" strike="noStrike" kern="1200" cap="none" spc="0" normalizeH="0" baseline="0" noProof="0">
                <a:ln>
                  <a:noFill/>
                </a:ln>
                <a:solidFill>
                  <a:srgbClr val="FFFFFF"/>
                </a:solidFill>
                <a:effectLst/>
                <a:uLnTx/>
                <a:uFillTx/>
                <a:latin typeface="Trebuchet MS" pitchFamily="34" charset="0"/>
                <a:ea typeface="Trebuchet MS" pitchFamily="34" charset="-122"/>
                <a:cs typeface="Trebuchet MS" pitchFamily="34" charset="-120"/>
              </a:rPr>
              <a:t>Intégration Teams &amp; Copilot ou avancée</a:t>
            </a:r>
            <a:endParaRPr kumimoji="0" lang="fr-FR" sz="36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817941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3">
    <p:bg>
      <p:bgPr>
        <a:solidFill>
          <a:srgbClr val="F4F7FB"/>
        </a:solidFill>
        <a:effectLst/>
      </p:bgPr>
    </p:bg>
    <p:spTree>
      <p:nvGrpSpPr>
        <p:cNvPr id="1" name=""/>
        <p:cNvGrpSpPr/>
        <p:nvPr/>
      </p:nvGrpSpPr>
      <p:grpSpPr>
        <a:xfrm>
          <a:off x="0" y="0"/>
          <a:ext cx="0" cy="0"/>
          <a:chOff x="0" y="0"/>
          <a:chExt cx="0" cy="0"/>
        </a:xfrm>
      </p:grpSpPr>
      <p:sp>
        <p:nvSpPr>
          <p:cNvPr id="29" name="Shape 21">
            <a:extLst>
              <a:ext uri="{FF2B5EF4-FFF2-40B4-BE49-F238E27FC236}">
                <a16:creationId xmlns:a16="http://schemas.microsoft.com/office/drawing/2014/main" id="{07845594-ACB2-6BD3-4522-82046E8BCC4A}"/>
              </a:ext>
            </a:extLst>
          </p:cNvPr>
          <p:cNvSpPr/>
          <p:nvPr/>
        </p:nvSpPr>
        <p:spPr>
          <a:xfrm>
            <a:off x="530352" y="3777058"/>
            <a:ext cx="8229600" cy="703502"/>
          </a:xfrm>
          <a:prstGeom prst="rect">
            <a:avLst/>
          </a:prstGeom>
          <a:solidFill>
            <a:srgbClr val="EAF0F8"/>
          </a:solidFill>
          <a:ln/>
        </p:spPr>
        <p:txBody>
          <a:bodyPr/>
          <a:lstStyle/>
          <a:p>
            <a:endParaRPr lang="fr-FR" noProof="0"/>
          </a:p>
        </p:txBody>
      </p:sp>
      <p:sp>
        <p:nvSpPr>
          <p:cNvPr id="2" name="Shape 0"/>
          <p:cNvSpPr/>
          <p:nvPr/>
        </p:nvSpPr>
        <p:spPr>
          <a:xfrm>
            <a:off x="457200" y="384048"/>
            <a:ext cx="146304" cy="146304"/>
          </a:xfrm>
          <a:prstGeom prst="rect">
            <a:avLst/>
          </a:prstGeom>
          <a:solidFill>
            <a:srgbClr val="F26522"/>
          </a:solidFill>
          <a:ln/>
        </p:spPr>
        <p:txBody>
          <a:bodyPr/>
          <a:lstStyle/>
          <a:p>
            <a:endParaRPr lang="fr-FR" noProof="0"/>
          </a:p>
        </p:txBody>
      </p:sp>
      <p:sp>
        <p:nvSpPr>
          <p:cNvPr id="3" name="Text 1"/>
          <p:cNvSpPr/>
          <p:nvPr/>
        </p:nvSpPr>
        <p:spPr>
          <a:xfrm>
            <a:off x="713232" y="347472"/>
            <a:ext cx="7955280" cy="237744"/>
          </a:xfrm>
          <a:prstGeom prst="rect">
            <a:avLst/>
          </a:prstGeom>
          <a:noFill/>
          <a:ln/>
        </p:spPr>
        <p:txBody>
          <a:bodyPr wrap="square" rtlCol="0" anchor="ctr"/>
          <a:lstStyle/>
          <a:p>
            <a:pPr marL="0" indent="0">
              <a:buNone/>
            </a:pPr>
            <a:r>
              <a:rPr lang="fr-FR" sz="1100" b="1" kern="0" spc="200" noProof="0">
                <a:solidFill>
                  <a:srgbClr val="F26522"/>
                </a:solidFill>
                <a:latin typeface="Calibri" pitchFamily="34" charset="0"/>
                <a:ea typeface="Calibri" pitchFamily="34" charset="-122"/>
                <a:cs typeface="Calibri" pitchFamily="34" charset="-120"/>
              </a:rPr>
              <a:t>INTÉGRATION</a:t>
            </a:r>
            <a:endParaRPr lang="fr-FR" sz="1100" noProof="0"/>
          </a:p>
        </p:txBody>
      </p:sp>
      <p:sp>
        <p:nvSpPr>
          <p:cNvPr id="4" name="Text 2"/>
          <p:cNvSpPr/>
          <p:nvPr/>
        </p:nvSpPr>
        <p:spPr>
          <a:xfrm>
            <a:off x="438912" y="566928"/>
            <a:ext cx="8266176" cy="566928"/>
          </a:xfrm>
          <a:prstGeom prst="rect">
            <a:avLst/>
          </a:prstGeom>
          <a:noFill/>
          <a:ln/>
        </p:spPr>
        <p:txBody>
          <a:bodyPr wrap="square" rtlCol="0" anchor="ctr"/>
          <a:lstStyle/>
          <a:p>
            <a:pPr marL="0" indent="0">
              <a:buNone/>
            </a:pPr>
            <a:r>
              <a:rPr lang="fr-FR" sz="2600" b="1" noProof="0">
                <a:solidFill>
                  <a:srgbClr val="16273D"/>
                </a:solidFill>
                <a:latin typeface="Trebuchet MS" pitchFamily="34" charset="0"/>
                <a:ea typeface="Trebuchet MS" pitchFamily="34" charset="-122"/>
                <a:cs typeface="Trebuchet MS" pitchFamily="34" charset="-120"/>
              </a:rPr>
              <a:t>Microsoft 365 Copilot &amp; Teams</a:t>
            </a:r>
            <a:endParaRPr lang="fr-FR" sz="2600" noProof="0"/>
          </a:p>
        </p:txBody>
      </p:sp>
      <p:sp>
        <p:nvSpPr>
          <p:cNvPr id="5" name="Text 3"/>
          <p:cNvSpPr/>
          <p:nvPr/>
        </p:nvSpPr>
        <p:spPr>
          <a:xfrm>
            <a:off x="457200" y="1213794"/>
            <a:ext cx="8229600" cy="457200"/>
          </a:xfrm>
          <a:prstGeom prst="rect">
            <a:avLst/>
          </a:prstGeom>
          <a:noFill/>
          <a:ln/>
        </p:spPr>
        <p:txBody>
          <a:bodyPr wrap="square" rtlCol="0" anchor="t"/>
          <a:lstStyle/>
          <a:p>
            <a:pPr marL="0" indent="0">
              <a:lnSpc>
                <a:spcPts val="1800"/>
              </a:lnSpc>
              <a:buNone/>
            </a:pPr>
            <a:r>
              <a:rPr lang="fr-FR" sz="1300" noProof="0">
                <a:solidFill>
                  <a:srgbClr val="33465E"/>
                </a:solidFill>
                <a:latin typeface="Calibri" pitchFamily="34" charset="0"/>
                <a:ea typeface="Calibri" pitchFamily="34" charset="-122"/>
                <a:cs typeface="Calibri" pitchFamily="34" charset="-120"/>
              </a:rPr>
              <a:t>Publiez l'agent vers l'Agent Store pour que les utilisateurs métier puissent l’interroger directement depuis Teams et Microsoft 365 Copilot.</a:t>
            </a:r>
            <a:endParaRPr lang="fr-FR" sz="1300" noProof="0"/>
          </a:p>
        </p:txBody>
      </p:sp>
      <p:sp>
        <p:nvSpPr>
          <p:cNvPr id="6" name="Shape 4"/>
          <p:cNvSpPr/>
          <p:nvPr/>
        </p:nvSpPr>
        <p:spPr>
          <a:xfrm>
            <a:off x="457200" y="1874520"/>
            <a:ext cx="2679192" cy="1691640"/>
          </a:xfrm>
          <a:prstGeom prst="rect">
            <a:avLst/>
          </a:prstGeom>
          <a:solidFill>
            <a:srgbClr val="FFFFFF"/>
          </a:solidFill>
          <a:ln w="12700">
            <a:solidFill>
              <a:srgbClr val="DCE4EE"/>
            </a:solidFill>
            <a:prstDash val="solid"/>
          </a:ln>
          <a:effectLst>
            <a:outerShdw blurRad="88900" dist="38100" dir="5400000" algn="bl" rotWithShape="0">
              <a:srgbClr val="0E2240">
                <a:alpha val="10000"/>
              </a:srgbClr>
            </a:outerShdw>
          </a:effectLst>
        </p:spPr>
        <p:txBody>
          <a:bodyPr/>
          <a:lstStyle/>
          <a:p>
            <a:endParaRPr lang="fr-FR" noProof="0"/>
          </a:p>
        </p:txBody>
      </p:sp>
      <p:sp>
        <p:nvSpPr>
          <p:cNvPr id="7" name="Shape 5"/>
          <p:cNvSpPr/>
          <p:nvPr/>
        </p:nvSpPr>
        <p:spPr>
          <a:xfrm>
            <a:off x="552327" y="2049139"/>
            <a:ext cx="457200" cy="457200"/>
          </a:xfrm>
          <a:prstGeom prst="ellipse">
            <a:avLst/>
          </a:prstGeom>
          <a:solidFill>
            <a:srgbClr val="0E2240"/>
          </a:solidFill>
          <a:ln/>
        </p:spPr>
        <p:txBody>
          <a:bodyPr/>
          <a:lstStyle/>
          <a:p>
            <a:endParaRPr lang="fr-FR" noProof="0"/>
          </a:p>
        </p:txBody>
      </p:sp>
      <p:sp>
        <p:nvSpPr>
          <p:cNvPr id="8" name="Text 6"/>
          <p:cNvSpPr/>
          <p:nvPr/>
        </p:nvSpPr>
        <p:spPr>
          <a:xfrm>
            <a:off x="549525" y="2050465"/>
            <a:ext cx="457200" cy="457200"/>
          </a:xfrm>
          <a:prstGeom prst="rect">
            <a:avLst/>
          </a:prstGeom>
          <a:noFill/>
          <a:ln/>
        </p:spPr>
        <p:txBody>
          <a:bodyPr wrap="square" rtlCol="0" anchor="ctr"/>
          <a:lstStyle/>
          <a:p>
            <a:pPr marL="0" indent="0" algn="ctr">
              <a:buNone/>
            </a:pPr>
            <a:r>
              <a:rPr lang="fr-FR" sz="1800" b="1" noProof="0">
                <a:solidFill>
                  <a:srgbClr val="F26522"/>
                </a:solidFill>
                <a:latin typeface="Trebuchet MS" pitchFamily="34" charset="0"/>
                <a:ea typeface="Trebuchet MS" pitchFamily="34" charset="-122"/>
                <a:cs typeface="Trebuchet MS" pitchFamily="34" charset="-120"/>
              </a:rPr>
              <a:t>1</a:t>
            </a:r>
            <a:endParaRPr lang="fr-FR" sz="1800" noProof="0"/>
          </a:p>
        </p:txBody>
      </p:sp>
      <p:sp>
        <p:nvSpPr>
          <p:cNvPr id="9" name="Text 7"/>
          <p:cNvSpPr/>
          <p:nvPr/>
        </p:nvSpPr>
        <p:spPr>
          <a:xfrm>
            <a:off x="1099050" y="2050613"/>
            <a:ext cx="1945902" cy="472242"/>
          </a:xfrm>
          <a:prstGeom prst="rect">
            <a:avLst/>
          </a:prstGeom>
          <a:noFill/>
          <a:ln/>
        </p:spPr>
        <p:txBody>
          <a:bodyPr wrap="square" rtlCol="0" anchor="t"/>
          <a:lstStyle/>
          <a:p>
            <a:pPr marL="0" indent="0">
              <a:buNone/>
            </a:pPr>
            <a:r>
              <a:rPr lang="fr-FR" sz="1300" b="1" noProof="0">
                <a:solidFill>
                  <a:srgbClr val="1C4E80"/>
                </a:solidFill>
                <a:latin typeface="Trebuchet MS" pitchFamily="34" charset="0"/>
                <a:ea typeface="Trebuchet MS" pitchFamily="34" charset="-122"/>
                <a:cs typeface="Trebuchet MS" pitchFamily="34" charset="-120"/>
              </a:rPr>
              <a:t>Publier vers l'Agent Store</a:t>
            </a:r>
            <a:endParaRPr lang="fr-FR" sz="1300" noProof="0"/>
          </a:p>
        </p:txBody>
      </p:sp>
      <p:sp>
        <p:nvSpPr>
          <p:cNvPr id="10" name="Text 8"/>
          <p:cNvSpPr/>
          <p:nvPr/>
        </p:nvSpPr>
        <p:spPr>
          <a:xfrm>
            <a:off x="658368" y="2495426"/>
            <a:ext cx="2276856" cy="926200"/>
          </a:xfrm>
          <a:prstGeom prst="rect">
            <a:avLst/>
          </a:prstGeom>
          <a:noFill/>
          <a:ln/>
        </p:spPr>
        <p:txBody>
          <a:bodyPr wrap="square" rtlCol="0" anchor="ctr"/>
          <a:lstStyle/>
          <a:p>
            <a:pPr marL="0" indent="0" algn="ctr">
              <a:lnSpc>
                <a:spcPts val="1350"/>
              </a:lnSpc>
              <a:buNone/>
            </a:pPr>
            <a:r>
              <a:rPr lang="fr-FR" sz="1050" noProof="0">
                <a:solidFill>
                  <a:srgbClr val="3C4D63"/>
                </a:solidFill>
                <a:latin typeface="Calibri" pitchFamily="34" charset="0"/>
                <a:ea typeface="Calibri" pitchFamily="34" charset="-122"/>
                <a:cs typeface="Calibri" pitchFamily="34" charset="-120"/>
              </a:rPr>
              <a:t>Lors de la publication, sélectionnez  </a:t>
            </a:r>
            <a:r>
              <a:rPr lang="fr-FR" sz="1050" b="1" noProof="0" err="1">
                <a:solidFill>
                  <a:srgbClr val="3C4D63"/>
                </a:solidFill>
                <a:latin typeface="Calibri" pitchFamily="34" charset="0"/>
                <a:ea typeface="Calibri" pitchFamily="34" charset="-122"/>
                <a:cs typeface="Calibri" pitchFamily="34" charset="-120"/>
              </a:rPr>
              <a:t>Publish</a:t>
            </a:r>
            <a:r>
              <a:rPr lang="fr-FR" sz="1050" b="1" noProof="0">
                <a:solidFill>
                  <a:srgbClr val="3C4D63"/>
                </a:solidFill>
                <a:latin typeface="Calibri" pitchFamily="34" charset="0"/>
                <a:ea typeface="Calibri" pitchFamily="34" charset="-122"/>
                <a:cs typeface="Calibri" pitchFamily="34" charset="-120"/>
              </a:rPr>
              <a:t> to Agent Store</a:t>
            </a:r>
            <a:r>
              <a:rPr lang="fr-FR" sz="1050" noProof="0">
                <a:solidFill>
                  <a:srgbClr val="3C4D63"/>
                </a:solidFill>
                <a:latin typeface="Calibri" pitchFamily="34" charset="0"/>
                <a:ea typeface="Calibri" pitchFamily="34" charset="-122"/>
                <a:cs typeface="Calibri" pitchFamily="34" charset="-120"/>
              </a:rPr>
              <a:t> et ajoutez une description détaillée.</a:t>
            </a:r>
            <a:endParaRPr lang="fr-FR" sz="1050" noProof="0"/>
          </a:p>
        </p:txBody>
      </p:sp>
      <p:sp>
        <p:nvSpPr>
          <p:cNvPr id="11" name="Shape 9"/>
          <p:cNvSpPr/>
          <p:nvPr/>
        </p:nvSpPr>
        <p:spPr>
          <a:xfrm>
            <a:off x="3319272" y="1874520"/>
            <a:ext cx="2679192" cy="1691640"/>
          </a:xfrm>
          <a:prstGeom prst="rect">
            <a:avLst/>
          </a:prstGeom>
          <a:solidFill>
            <a:srgbClr val="FFFFFF"/>
          </a:solidFill>
          <a:ln w="12700">
            <a:solidFill>
              <a:srgbClr val="DCE4EE"/>
            </a:solidFill>
            <a:prstDash val="solid"/>
          </a:ln>
          <a:effectLst>
            <a:outerShdw blurRad="88900" dist="38100" dir="5400000" algn="bl" rotWithShape="0">
              <a:srgbClr val="0E2240">
                <a:alpha val="10000"/>
              </a:srgbClr>
            </a:outerShdw>
          </a:effectLst>
        </p:spPr>
        <p:txBody>
          <a:bodyPr/>
          <a:lstStyle/>
          <a:p>
            <a:endParaRPr lang="fr-FR" noProof="0"/>
          </a:p>
        </p:txBody>
      </p:sp>
      <p:sp>
        <p:nvSpPr>
          <p:cNvPr id="12" name="Shape 10"/>
          <p:cNvSpPr/>
          <p:nvPr/>
        </p:nvSpPr>
        <p:spPr>
          <a:xfrm>
            <a:off x="3457317" y="2050613"/>
            <a:ext cx="457200" cy="457200"/>
          </a:xfrm>
          <a:prstGeom prst="ellipse">
            <a:avLst/>
          </a:prstGeom>
          <a:solidFill>
            <a:srgbClr val="0E2240"/>
          </a:solidFill>
          <a:ln/>
        </p:spPr>
        <p:txBody>
          <a:bodyPr/>
          <a:lstStyle/>
          <a:p>
            <a:endParaRPr lang="fr-FR" noProof="0"/>
          </a:p>
        </p:txBody>
      </p:sp>
      <p:sp>
        <p:nvSpPr>
          <p:cNvPr id="13" name="Text 11"/>
          <p:cNvSpPr/>
          <p:nvPr/>
        </p:nvSpPr>
        <p:spPr>
          <a:xfrm>
            <a:off x="3457317" y="2056512"/>
            <a:ext cx="457200" cy="457200"/>
          </a:xfrm>
          <a:prstGeom prst="rect">
            <a:avLst/>
          </a:prstGeom>
          <a:noFill/>
          <a:ln/>
        </p:spPr>
        <p:txBody>
          <a:bodyPr wrap="square" rtlCol="0" anchor="ctr"/>
          <a:lstStyle/>
          <a:p>
            <a:pPr marL="0" indent="0" algn="ctr">
              <a:buNone/>
            </a:pPr>
            <a:r>
              <a:rPr lang="fr-FR" sz="1800" b="1" noProof="0">
                <a:solidFill>
                  <a:srgbClr val="F26522"/>
                </a:solidFill>
                <a:latin typeface="Trebuchet MS" pitchFamily="34" charset="0"/>
                <a:ea typeface="Trebuchet MS" pitchFamily="34" charset="-122"/>
                <a:cs typeface="Trebuchet MS" pitchFamily="34" charset="-120"/>
              </a:rPr>
              <a:t>2</a:t>
            </a:r>
            <a:endParaRPr lang="fr-FR" sz="1800" noProof="0"/>
          </a:p>
        </p:txBody>
      </p:sp>
      <p:sp>
        <p:nvSpPr>
          <p:cNvPr id="14" name="Text 12"/>
          <p:cNvSpPr/>
          <p:nvPr/>
        </p:nvSpPr>
        <p:spPr>
          <a:xfrm>
            <a:off x="3904488" y="2043092"/>
            <a:ext cx="2276856" cy="457200"/>
          </a:xfrm>
          <a:prstGeom prst="rect">
            <a:avLst/>
          </a:prstGeom>
          <a:noFill/>
          <a:ln/>
        </p:spPr>
        <p:txBody>
          <a:bodyPr wrap="square" rtlCol="0" anchor="ctr"/>
          <a:lstStyle/>
          <a:p>
            <a:pPr marL="0" indent="0">
              <a:buNone/>
            </a:pPr>
            <a:r>
              <a:rPr lang="fr-FR" sz="1300" b="1" noProof="0">
                <a:solidFill>
                  <a:srgbClr val="1C4E80"/>
                </a:solidFill>
                <a:latin typeface="Trebuchet MS" pitchFamily="34" charset="0"/>
                <a:ea typeface="Trebuchet MS" pitchFamily="34" charset="-122"/>
                <a:cs typeface="Trebuchet MS" pitchFamily="34" charset="-120"/>
              </a:rPr>
              <a:t>Apparition dans Copilot</a:t>
            </a:r>
            <a:endParaRPr lang="fr-FR" sz="1300" noProof="0"/>
          </a:p>
        </p:txBody>
      </p:sp>
      <p:sp>
        <p:nvSpPr>
          <p:cNvPr id="15" name="Text 13"/>
          <p:cNvSpPr/>
          <p:nvPr/>
        </p:nvSpPr>
        <p:spPr>
          <a:xfrm>
            <a:off x="3415284" y="2495426"/>
            <a:ext cx="2459736" cy="926200"/>
          </a:xfrm>
          <a:prstGeom prst="rect">
            <a:avLst/>
          </a:prstGeom>
          <a:noFill/>
          <a:ln/>
        </p:spPr>
        <p:txBody>
          <a:bodyPr wrap="square" rtlCol="0" anchor="ctr"/>
          <a:lstStyle/>
          <a:p>
            <a:pPr marL="0" indent="0" algn="ctr">
              <a:lnSpc>
                <a:spcPts val="1350"/>
              </a:lnSpc>
              <a:buNone/>
            </a:pPr>
            <a:r>
              <a:rPr lang="fr-FR" sz="1050" noProof="0">
                <a:solidFill>
                  <a:srgbClr val="3C4D63"/>
                </a:solidFill>
                <a:latin typeface="Calibri" pitchFamily="34" charset="0"/>
                <a:ea typeface="Calibri" pitchFamily="34" charset="-122"/>
                <a:cs typeface="Calibri" pitchFamily="34" charset="-120"/>
              </a:rPr>
              <a:t>L'agent apparaît dans l'</a:t>
            </a:r>
            <a:r>
              <a:rPr lang="fr-FR" sz="1050" b="1" noProof="0">
                <a:solidFill>
                  <a:srgbClr val="3C4D63"/>
                </a:solidFill>
                <a:latin typeface="Calibri" pitchFamily="34" charset="0"/>
                <a:ea typeface="Calibri" pitchFamily="34" charset="-122"/>
                <a:cs typeface="Calibri" pitchFamily="34" charset="-120"/>
              </a:rPr>
              <a:t>Agent Store </a:t>
            </a:r>
            <a:r>
              <a:rPr lang="fr-FR" sz="1050" noProof="0">
                <a:solidFill>
                  <a:srgbClr val="3C4D63"/>
                </a:solidFill>
                <a:latin typeface="Calibri" pitchFamily="34" charset="0"/>
                <a:ea typeface="Calibri" pitchFamily="34" charset="-122"/>
                <a:cs typeface="Calibri" pitchFamily="34" charset="-120"/>
              </a:rPr>
              <a:t>de Microsoft 365 Copilot, une fois l’extensibilité activée par l'administrateur M365.</a:t>
            </a:r>
            <a:endParaRPr lang="fr-FR" sz="1050" noProof="0"/>
          </a:p>
        </p:txBody>
      </p:sp>
      <p:sp>
        <p:nvSpPr>
          <p:cNvPr id="16" name="Shape 14"/>
          <p:cNvSpPr/>
          <p:nvPr/>
        </p:nvSpPr>
        <p:spPr>
          <a:xfrm>
            <a:off x="6181344" y="1874520"/>
            <a:ext cx="2679192" cy="1691640"/>
          </a:xfrm>
          <a:prstGeom prst="rect">
            <a:avLst/>
          </a:prstGeom>
          <a:solidFill>
            <a:srgbClr val="FFFFFF"/>
          </a:solidFill>
          <a:ln w="12700">
            <a:solidFill>
              <a:srgbClr val="DCE4EE"/>
            </a:solidFill>
            <a:prstDash val="solid"/>
          </a:ln>
          <a:effectLst>
            <a:outerShdw blurRad="88900" dist="38100" dir="5400000" algn="bl" rotWithShape="0">
              <a:srgbClr val="0E2240">
                <a:alpha val="10000"/>
              </a:srgbClr>
            </a:outerShdw>
          </a:effectLst>
        </p:spPr>
        <p:txBody>
          <a:bodyPr/>
          <a:lstStyle/>
          <a:p>
            <a:endParaRPr lang="fr-FR" noProof="0"/>
          </a:p>
        </p:txBody>
      </p:sp>
      <p:sp>
        <p:nvSpPr>
          <p:cNvPr id="17" name="Shape 15"/>
          <p:cNvSpPr/>
          <p:nvPr/>
        </p:nvSpPr>
        <p:spPr>
          <a:xfrm>
            <a:off x="6274259" y="2058575"/>
            <a:ext cx="457200" cy="457200"/>
          </a:xfrm>
          <a:prstGeom prst="ellipse">
            <a:avLst/>
          </a:prstGeom>
          <a:solidFill>
            <a:srgbClr val="0E2240"/>
          </a:solidFill>
          <a:ln/>
        </p:spPr>
        <p:txBody>
          <a:bodyPr/>
          <a:lstStyle/>
          <a:p>
            <a:endParaRPr lang="fr-FR" noProof="0"/>
          </a:p>
        </p:txBody>
      </p:sp>
      <p:sp>
        <p:nvSpPr>
          <p:cNvPr id="18" name="Text 16"/>
          <p:cNvSpPr/>
          <p:nvPr/>
        </p:nvSpPr>
        <p:spPr>
          <a:xfrm>
            <a:off x="6274259" y="2043092"/>
            <a:ext cx="457200" cy="457200"/>
          </a:xfrm>
          <a:prstGeom prst="rect">
            <a:avLst/>
          </a:prstGeom>
          <a:noFill/>
          <a:ln/>
        </p:spPr>
        <p:txBody>
          <a:bodyPr wrap="square" rtlCol="0" anchor="ctr"/>
          <a:lstStyle/>
          <a:p>
            <a:pPr marL="0" indent="0" algn="ctr">
              <a:buNone/>
            </a:pPr>
            <a:r>
              <a:rPr lang="fr-FR" sz="1800" b="1" noProof="0">
                <a:solidFill>
                  <a:srgbClr val="F26522"/>
                </a:solidFill>
                <a:latin typeface="Trebuchet MS" pitchFamily="34" charset="0"/>
                <a:ea typeface="Trebuchet MS" pitchFamily="34" charset="-122"/>
                <a:cs typeface="Trebuchet MS" pitchFamily="34" charset="-120"/>
              </a:rPr>
              <a:t>3</a:t>
            </a:r>
            <a:endParaRPr lang="fr-FR" sz="1800" noProof="0"/>
          </a:p>
        </p:txBody>
      </p:sp>
      <p:sp>
        <p:nvSpPr>
          <p:cNvPr id="19" name="Text 17"/>
          <p:cNvSpPr/>
          <p:nvPr/>
        </p:nvSpPr>
        <p:spPr>
          <a:xfrm>
            <a:off x="6824374" y="2049139"/>
            <a:ext cx="1973039" cy="457200"/>
          </a:xfrm>
          <a:prstGeom prst="rect">
            <a:avLst/>
          </a:prstGeom>
          <a:noFill/>
          <a:ln/>
        </p:spPr>
        <p:txBody>
          <a:bodyPr wrap="square" rtlCol="0" anchor="ctr"/>
          <a:lstStyle/>
          <a:p>
            <a:pPr marL="0" indent="0">
              <a:buNone/>
            </a:pPr>
            <a:r>
              <a:rPr lang="fr-FR" sz="1300" b="1" noProof="0">
                <a:solidFill>
                  <a:srgbClr val="1C4E80"/>
                </a:solidFill>
                <a:latin typeface="Trebuchet MS" pitchFamily="34" charset="0"/>
                <a:ea typeface="Trebuchet MS" pitchFamily="34" charset="-122"/>
                <a:cs typeface="Trebuchet MS" pitchFamily="34" charset="-120"/>
              </a:rPr>
              <a:t>Discuter depuis Teams</a:t>
            </a:r>
            <a:endParaRPr lang="fr-FR" sz="1300" noProof="0"/>
          </a:p>
        </p:txBody>
      </p:sp>
      <p:sp>
        <p:nvSpPr>
          <p:cNvPr id="20" name="Text 18"/>
          <p:cNvSpPr/>
          <p:nvPr/>
        </p:nvSpPr>
        <p:spPr>
          <a:xfrm>
            <a:off x="6382512" y="2495426"/>
            <a:ext cx="2276856" cy="926200"/>
          </a:xfrm>
          <a:prstGeom prst="rect">
            <a:avLst/>
          </a:prstGeom>
          <a:noFill/>
          <a:ln/>
        </p:spPr>
        <p:txBody>
          <a:bodyPr wrap="square" rtlCol="0" anchor="ctr"/>
          <a:lstStyle/>
          <a:p>
            <a:pPr marL="0" indent="0" algn="ctr">
              <a:lnSpc>
                <a:spcPts val="1350"/>
              </a:lnSpc>
              <a:buNone/>
            </a:pPr>
            <a:r>
              <a:rPr lang="fr-FR" sz="1050" b="1" noProof="0">
                <a:solidFill>
                  <a:srgbClr val="3C4D63"/>
                </a:solidFill>
                <a:latin typeface="Calibri" pitchFamily="34" charset="0"/>
                <a:ea typeface="Calibri" pitchFamily="34" charset="-122"/>
                <a:cs typeface="Calibri" pitchFamily="34" charset="-120"/>
              </a:rPr>
              <a:t>Conversation dédiée </a:t>
            </a:r>
            <a:r>
              <a:rPr lang="fr-FR" sz="1050" noProof="0">
                <a:solidFill>
                  <a:srgbClr val="3C4D63"/>
                </a:solidFill>
                <a:latin typeface="Calibri" pitchFamily="34" charset="0"/>
                <a:ea typeface="Calibri" pitchFamily="34" charset="-122"/>
                <a:cs typeface="Calibri" pitchFamily="34" charset="-120"/>
              </a:rPr>
              <a:t>ou </a:t>
            </a:r>
            <a:r>
              <a:rPr lang="fr-FR" sz="1050" b="1" noProof="0">
                <a:solidFill>
                  <a:srgbClr val="3C4D63"/>
                </a:solidFill>
                <a:latin typeface="Calibri" pitchFamily="34" charset="0"/>
                <a:ea typeface="Calibri" pitchFamily="34" charset="-122"/>
                <a:cs typeface="Calibri" pitchFamily="34" charset="-120"/>
              </a:rPr>
              <a:t>@mention </a:t>
            </a:r>
            <a:r>
              <a:rPr lang="fr-FR" sz="1050" noProof="0">
                <a:solidFill>
                  <a:srgbClr val="3C4D63"/>
                </a:solidFill>
                <a:latin typeface="Calibri" pitchFamily="34" charset="0"/>
                <a:ea typeface="Calibri" pitchFamily="34" charset="-122"/>
                <a:cs typeface="Calibri" pitchFamily="34" charset="-120"/>
              </a:rPr>
              <a:t>de l'agent dans un chat Copilot pour poser des questions. </a:t>
            </a:r>
            <a:endParaRPr lang="fr-FR" sz="800" noProof="0"/>
          </a:p>
        </p:txBody>
      </p:sp>
      <p:sp>
        <p:nvSpPr>
          <p:cNvPr id="22" name="Shape 20"/>
          <p:cNvSpPr/>
          <p:nvPr/>
        </p:nvSpPr>
        <p:spPr>
          <a:xfrm>
            <a:off x="457200" y="3767328"/>
            <a:ext cx="82296" cy="713232"/>
          </a:xfrm>
          <a:prstGeom prst="rect">
            <a:avLst/>
          </a:prstGeom>
          <a:solidFill>
            <a:srgbClr val="F26522"/>
          </a:solidFill>
          <a:ln/>
        </p:spPr>
        <p:txBody>
          <a:bodyPr/>
          <a:lstStyle/>
          <a:p>
            <a:endParaRPr lang="fr-FR" noProof="0"/>
          </a:p>
        </p:txBody>
      </p:sp>
      <p:sp>
        <p:nvSpPr>
          <p:cNvPr id="23" name="Text 21"/>
          <p:cNvSpPr/>
          <p:nvPr/>
        </p:nvSpPr>
        <p:spPr>
          <a:xfrm>
            <a:off x="685800" y="3767328"/>
            <a:ext cx="7863840" cy="713232"/>
          </a:xfrm>
          <a:prstGeom prst="rect">
            <a:avLst/>
          </a:prstGeom>
          <a:noFill/>
          <a:ln/>
        </p:spPr>
        <p:txBody>
          <a:bodyPr wrap="square" rtlCol="0" anchor="ctr"/>
          <a:lstStyle/>
          <a:p>
            <a:pPr>
              <a:lnSpc>
                <a:spcPts val="1350"/>
              </a:lnSpc>
            </a:pPr>
            <a:r>
              <a:rPr lang="fr-FR" sz="1050" b="1" noProof="0">
                <a:solidFill>
                  <a:srgbClr val="16273D"/>
                </a:solidFill>
                <a:latin typeface="Calibri" pitchFamily="34" charset="0"/>
                <a:ea typeface="Calibri" pitchFamily="34" charset="-122"/>
                <a:cs typeface="Calibri" pitchFamily="34" charset="-120"/>
              </a:rPr>
              <a:t>Fonctionnalité en Public Preview :</a:t>
            </a:r>
            <a:r>
              <a:rPr lang="fr-FR" sz="1050" b="1" noProof="0">
                <a:solidFill>
                  <a:srgbClr val="C9501A"/>
                </a:solidFill>
                <a:latin typeface="Calibri" pitchFamily="34" charset="0"/>
                <a:ea typeface="Calibri" pitchFamily="34" charset="-122"/>
                <a:cs typeface="Calibri" pitchFamily="34" charset="-120"/>
              </a:rPr>
              <a:t> </a:t>
            </a:r>
            <a:r>
              <a:rPr lang="fr-FR" sz="1050" noProof="0">
                <a:solidFill>
                  <a:srgbClr val="5C6B7F"/>
                </a:solidFill>
                <a:latin typeface="Calibri" pitchFamily="34" charset="0"/>
                <a:ea typeface="Calibri" pitchFamily="34" charset="-122"/>
                <a:cs typeface="Calibri" pitchFamily="34" charset="-120"/>
              </a:rPr>
              <a:t>certains options (Agent Store, intégration Teams) peuvent évoluer avant disponibilité générale. </a:t>
            </a:r>
          </a:p>
          <a:p>
            <a:pPr>
              <a:lnSpc>
                <a:spcPts val="1350"/>
              </a:lnSpc>
            </a:pPr>
            <a:r>
              <a:rPr lang="fr-FR" sz="1050">
                <a:solidFill>
                  <a:srgbClr val="5C6B7F"/>
                </a:solidFill>
                <a:latin typeface="Calibri" pitchFamily="34" charset="0"/>
                <a:ea typeface="Calibri" pitchFamily="34" charset="-122"/>
                <a:cs typeface="Calibri" pitchFamily="34" charset="-120"/>
              </a:rPr>
              <a:t>Les réponses consommées dans Microsoft 365 peuvent sortir du périmètre de conformité Fabric et être traitées selon les politiques de Microsoft 365. L’agent et Copilot doivent être hébergées sur le même tenant et le même compte pour garantir la conformité.</a:t>
            </a:r>
            <a:endParaRPr lang="fr-FR" sz="1050" noProof="0"/>
          </a:p>
        </p:txBody>
      </p:sp>
      <p:pic>
        <p:nvPicPr>
          <p:cNvPr id="27" name="Image 26">
            <a:extLst>
              <a:ext uri="{FF2B5EF4-FFF2-40B4-BE49-F238E27FC236}">
                <a16:creationId xmlns:a16="http://schemas.microsoft.com/office/drawing/2014/main" id="{03CE0068-EC1C-0519-3D56-F1E743C70E3F}"/>
              </a:ext>
            </a:extLst>
          </p:cNvPr>
          <p:cNvPicPr>
            <a:picLocks noChangeAspect="1"/>
          </p:cNvPicPr>
          <p:nvPr/>
        </p:nvPicPr>
        <p:blipFill>
          <a:blip r:embed="rId3"/>
          <a:stretch>
            <a:fillRect/>
          </a:stretch>
        </p:blipFill>
        <p:spPr>
          <a:xfrm>
            <a:off x="63322" y="4764044"/>
            <a:ext cx="315050" cy="324277"/>
          </a:xfrm>
          <a:prstGeom prst="rect">
            <a:avLst/>
          </a:prstGeom>
        </p:spPr>
      </p:pic>
      <p:pic>
        <p:nvPicPr>
          <p:cNvPr id="24" name="Graphic 23">
            <a:extLst>
              <a:ext uri="{FF2B5EF4-FFF2-40B4-BE49-F238E27FC236}">
                <a16:creationId xmlns:a16="http://schemas.microsoft.com/office/drawing/2014/main" id="{81EF86B9-5ED6-24BC-87B6-860EDE7D2EE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327967" y="662940"/>
            <a:ext cx="402466" cy="402466"/>
          </a:xfrm>
          <a:prstGeom prst="rect">
            <a:avLst/>
          </a:prstGeom>
        </p:spPr>
      </p:pic>
      <p:pic>
        <p:nvPicPr>
          <p:cNvPr id="28" name="Picture 27">
            <a:extLst>
              <a:ext uri="{FF2B5EF4-FFF2-40B4-BE49-F238E27FC236}">
                <a16:creationId xmlns:a16="http://schemas.microsoft.com/office/drawing/2014/main" id="{CAE84221-900D-35FC-696B-772006B548D4}"/>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5774984" y="661728"/>
            <a:ext cx="402466" cy="402466"/>
          </a:xfrm>
          <a:prstGeom prst="rect">
            <a:avLst/>
          </a:prstGeom>
        </p:spPr>
      </p:pic>
      <p:sp>
        <p:nvSpPr>
          <p:cNvPr id="21" name="Slide Number Placeholder 20">
            <a:extLst>
              <a:ext uri="{FF2B5EF4-FFF2-40B4-BE49-F238E27FC236}">
                <a16:creationId xmlns:a16="http://schemas.microsoft.com/office/drawing/2014/main" id="{85A1C6B6-64D7-EFC2-F256-EAE99BA0C048}"/>
              </a:ext>
            </a:extLst>
          </p:cNvPr>
          <p:cNvSpPr>
            <a:spLocks noGrp="1"/>
          </p:cNvSpPr>
          <p:nvPr>
            <p:ph type="sldNum" sz="quarter" idx="12"/>
          </p:nvPr>
        </p:nvSpPr>
        <p:spPr/>
        <p:txBody>
          <a:bodyPr/>
          <a:lstStyle/>
          <a:p>
            <a:r>
              <a:rPr lang="fr-FR" b="1">
                <a:solidFill>
                  <a:srgbClr val="F26522"/>
                </a:solidFill>
                <a:latin typeface="Calibri" pitchFamily="34" charset="0"/>
                <a:ea typeface="Calibri" pitchFamily="34" charset="-122"/>
                <a:cs typeface="Calibri" pitchFamily="34" charset="-120"/>
              </a:rPr>
              <a:t>Expertime</a:t>
            </a:r>
            <a:r>
              <a:rPr lang="fr-FR">
                <a:solidFill>
                  <a:srgbClr val="5C6B7F"/>
                </a:solidFill>
                <a:latin typeface="Calibri" pitchFamily="34" charset="0"/>
                <a:ea typeface="Calibri" pitchFamily="34" charset="-122"/>
                <a:cs typeface="Calibri" pitchFamily="34" charset="-120"/>
              </a:rPr>
              <a:t>   | </a:t>
            </a:r>
            <a:fld id="{58E94494-CE21-4E82-948B-6B5BB0295547}" type="slidenum">
              <a:rPr lang="fr-FR" smtClean="0"/>
              <a:pPr/>
              <a:t>21</a:t>
            </a:fld>
            <a:endParaRPr lang="fr-FR" sz="85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4">
    <p:bg>
      <p:bgPr>
        <a:solidFill>
          <a:srgbClr val="F4F7FB"/>
        </a:solidFill>
        <a:effectLst/>
      </p:bgPr>
    </p:bg>
    <p:spTree>
      <p:nvGrpSpPr>
        <p:cNvPr id="1" name=""/>
        <p:cNvGrpSpPr/>
        <p:nvPr/>
      </p:nvGrpSpPr>
      <p:grpSpPr>
        <a:xfrm>
          <a:off x="0" y="0"/>
          <a:ext cx="0" cy="0"/>
          <a:chOff x="0" y="0"/>
          <a:chExt cx="0" cy="0"/>
        </a:xfrm>
      </p:grpSpPr>
      <p:sp>
        <p:nvSpPr>
          <p:cNvPr id="30" name="Shape 3">
            <a:extLst>
              <a:ext uri="{FF2B5EF4-FFF2-40B4-BE49-F238E27FC236}">
                <a16:creationId xmlns:a16="http://schemas.microsoft.com/office/drawing/2014/main" id="{DE5C8B42-9E16-E669-01D6-B9761CAF2245}"/>
              </a:ext>
            </a:extLst>
          </p:cNvPr>
          <p:cNvSpPr/>
          <p:nvPr/>
        </p:nvSpPr>
        <p:spPr>
          <a:xfrm>
            <a:off x="4709160" y="1194259"/>
            <a:ext cx="3977640" cy="2886997"/>
          </a:xfrm>
          <a:prstGeom prst="rect">
            <a:avLst/>
          </a:prstGeom>
          <a:solidFill>
            <a:srgbClr val="FFFFFF"/>
          </a:solidFill>
          <a:ln w="12700">
            <a:solidFill>
              <a:srgbClr val="DCE4EE"/>
            </a:solidFill>
            <a:prstDash val="solid"/>
          </a:ln>
          <a:effectLst>
            <a:outerShdw blurRad="88900" dist="38100" dir="5400000" algn="bl" rotWithShape="0">
              <a:srgbClr val="0E2240">
                <a:alpha val="10000"/>
              </a:srgbClr>
            </a:outerShdw>
          </a:effectLst>
        </p:spPr>
        <p:txBody>
          <a:bodyPr/>
          <a:lstStyle/>
          <a:p>
            <a:endParaRPr lang="fr-FR" noProof="0"/>
          </a:p>
        </p:txBody>
      </p:sp>
      <p:sp>
        <p:nvSpPr>
          <p:cNvPr id="32" name="Text 6">
            <a:extLst>
              <a:ext uri="{FF2B5EF4-FFF2-40B4-BE49-F238E27FC236}">
                <a16:creationId xmlns:a16="http://schemas.microsoft.com/office/drawing/2014/main" id="{D8ACD77C-9C12-8AC0-326B-9BAE2497C9D2}"/>
              </a:ext>
            </a:extLst>
          </p:cNvPr>
          <p:cNvSpPr/>
          <p:nvPr/>
        </p:nvSpPr>
        <p:spPr>
          <a:xfrm>
            <a:off x="4937760" y="1816050"/>
            <a:ext cx="3520440" cy="1914931"/>
          </a:xfrm>
          <a:prstGeom prst="rect">
            <a:avLst/>
          </a:prstGeom>
          <a:noFill/>
          <a:ln/>
        </p:spPr>
        <p:txBody>
          <a:bodyPr wrap="square" rtlCol="0" anchor="t"/>
          <a:lstStyle/>
          <a:p>
            <a:pPr marL="0" indent="0" algn="just">
              <a:lnSpc>
                <a:spcPts val="1550"/>
              </a:lnSpc>
              <a:buNone/>
            </a:pPr>
            <a:r>
              <a:rPr lang="fr-FR" sz="1150">
                <a:solidFill>
                  <a:srgbClr val="3C4D63"/>
                </a:solidFill>
                <a:latin typeface="Calibri" pitchFamily="34" charset="0"/>
                <a:ea typeface="Calibri" pitchFamily="34" charset="-122"/>
                <a:cs typeface="Calibri" pitchFamily="34" charset="-120"/>
              </a:rPr>
              <a:t>Permet d’orchestrer plusieurs agents Fabric ou d’intégrer le Data Agent dans des flux d’IA complexes (Prompt Flow, Service Agent, API). </a:t>
            </a:r>
          </a:p>
          <a:p>
            <a:pPr marL="0" indent="0" algn="just">
              <a:lnSpc>
                <a:spcPts val="1550"/>
              </a:lnSpc>
              <a:buNone/>
            </a:pPr>
            <a:endParaRPr lang="fr-FR" sz="1150">
              <a:solidFill>
                <a:srgbClr val="3C4D63"/>
              </a:solidFill>
              <a:latin typeface="Calibri" pitchFamily="34" charset="0"/>
              <a:ea typeface="Calibri" pitchFamily="34" charset="-122"/>
              <a:cs typeface="Calibri" pitchFamily="34" charset="-120"/>
            </a:endParaRPr>
          </a:p>
          <a:p>
            <a:pPr marL="0" indent="0" algn="just">
              <a:lnSpc>
                <a:spcPts val="1550"/>
              </a:lnSpc>
              <a:buNone/>
            </a:pPr>
            <a:r>
              <a:rPr lang="fr-FR" sz="1150">
                <a:solidFill>
                  <a:srgbClr val="3C4D63"/>
                </a:solidFill>
                <a:latin typeface="Calibri" pitchFamily="34" charset="0"/>
                <a:ea typeface="Calibri" pitchFamily="34" charset="-122"/>
                <a:cs typeface="Calibri" pitchFamily="34" charset="-120"/>
              </a:rPr>
              <a:t>Foundry agit comme une plateforme d’expérimentation et de déploiement : on connecte le Data Agent pour automatiser des tâches, enrichir des modèles ou exposer des services IA à d’autres applications.</a:t>
            </a:r>
          </a:p>
        </p:txBody>
      </p:sp>
      <p:sp>
        <p:nvSpPr>
          <p:cNvPr id="2" name="Shape 0"/>
          <p:cNvSpPr/>
          <p:nvPr/>
        </p:nvSpPr>
        <p:spPr>
          <a:xfrm>
            <a:off x="457200" y="384048"/>
            <a:ext cx="146304" cy="146304"/>
          </a:xfrm>
          <a:prstGeom prst="rect">
            <a:avLst/>
          </a:prstGeom>
          <a:solidFill>
            <a:srgbClr val="F26522"/>
          </a:solidFill>
          <a:ln/>
        </p:spPr>
        <p:txBody>
          <a:bodyPr/>
          <a:lstStyle/>
          <a:p>
            <a:endParaRPr lang="fr-FR" noProof="0"/>
          </a:p>
        </p:txBody>
      </p:sp>
      <p:sp>
        <p:nvSpPr>
          <p:cNvPr id="3" name="Text 1"/>
          <p:cNvSpPr/>
          <p:nvPr/>
        </p:nvSpPr>
        <p:spPr>
          <a:xfrm>
            <a:off x="713232" y="347472"/>
            <a:ext cx="7955280" cy="237744"/>
          </a:xfrm>
          <a:prstGeom prst="rect">
            <a:avLst/>
          </a:prstGeom>
          <a:noFill/>
          <a:ln/>
        </p:spPr>
        <p:txBody>
          <a:bodyPr wrap="square" rtlCol="0" anchor="ctr"/>
          <a:lstStyle/>
          <a:p>
            <a:pPr marL="0" indent="0">
              <a:buNone/>
            </a:pPr>
            <a:r>
              <a:rPr lang="fr-FR" sz="1100" b="1" kern="0" spc="200" noProof="0">
                <a:solidFill>
                  <a:srgbClr val="F26522"/>
                </a:solidFill>
                <a:latin typeface="Calibri" pitchFamily="34" charset="0"/>
                <a:ea typeface="Calibri" pitchFamily="34" charset="-122"/>
                <a:cs typeface="Calibri" pitchFamily="34" charset="-120"/>
              </a:rPr>
              <a:t>INTÉGRATION AVANCÉE</a:t>
            </a:r>
            <a:endParaRPr lang="fr-FR" sz="1100" noProof="0"/>
          </a:p>
        </p:txBody>
      </p:sp>
      <p:sp>
        <p:nvSpPr>
          <p:cNvPr id="4" name="Text 2"/>
          <p:cNvSpPr/>
          <p:nvPr/>
        </p:nvSpPr>
        <p:spPr>
          <a:xfrm>
            <a:off x="438912" y="566928"/>
            <a:ext cx="8266176" cy="566928"/>
          </a:xfrm>
          <a:prstGeom prst="rect">
            <a:avLst/>
          </a:prstGeom>
          <a:noFill/>
          <a:ln/>
        </p:spPr>
        <p:txBody>
          <a:bodyPr wrap="square" rtlCol="0" anchor="ctr"/>
          <a:lstStyle/>
          <a:p>
            <a:pPr marL="0" indent="0">
              <a:buNone/>
            </a:pPr>
            <a:r>
              <a:rPr lang="fr-FR" sz="2600" b="1" noProof="0">
                <a:solidFill>
                  <a:srgbClr val="16273D"/>
                </a:solidFill>
                <a:latin typeface="Trebuchet MS" pitchFamily="34" charset="0"/>
                <a:ea typeface="Trebuchet MS" pitchFamily="34" charset="-122"/>
                <a:cs typeface="Trebuchet MS" pitchFamily="34" charset="-120"/>
              </a:rPr>
              <a:t>Copilot Studio &amp; Microsoft Foundry</a:t>
            </a:r>
            <a:endParaRPr lang="fr-FR" sz="2600" noProof="0"/>
          </a:p>
        </p:txBody>
      </p:sp>
      <p:sp>
        <p:nvSpPr>
          <p:cNvPr id="5" name="Shape 3"/>
          <p:cNvSpPr/>
          <p:nvPr/>
        </p:nvSpPr>
        <p:spPr>
          <a:xfrm>
            <a:off x="457200" y="1194259"/>
            <a:ext cx="3977640" cy="2886997"/>
          </a:xfrm>
          <a:prstGeom prst="rect">
            <a:avLst/>
          </a:prstGeom>
          <a:solidFill>
            <a:srgbClr val="FFFFFF"/>
          </a:solidFill>
          <a:ln w="12700">
            <a:solidFill>
              <a:srgbClr val="DCE4EE"/>
            </a:solidFill>
            <a:prstDash val="solid"/>
          </a:ln>
          <a:effectLst>
            <a:outerShdw blurRad="88900" dist="38100" dir="5400000" algn="bl" rotWithShape="0">
              <a:srgbClr val="0E2240">
                <a:alpha val="10000"/>
              </a:srgbClr>
            </a:outerShdw>
          </a:effectLst>
        </p:spPr>
        <p:txBody>
          <a:bodyPr/>
          <a:lstStyle/>
          <a:p>
            <a:endParaRPr lang="fr-FR" noProof="0"/>
          </a:p>
        </p:txBody>
      </p:sp>
      <p:sp>
        <p:nvSpPr>
          <p:cNvPr id="6" name="Shape 4"/>
          <p:cNvSpPr/>
          <p:nvPr/>
        </p:nvSpPr>
        <p:spPr>
          <a:xfrm>
            <a:off x="457200" y="1194259"/>
            <a:ext cx="3977640" cy="457200"/>
          </a:xfrm>
          <a:prstGeom prst="rect">
            <a:avLst/>
          </a:prstGeom>
          <a:solidFill>
            <a:srgbClr val="0E2240"/>
          </a:solidFill>
          <a:ln/>
        </p:spPr>
        <p:txBody>
          <a:bodyPr/>
          <a:lstStyle/>
          <a:p>
            <a:endParaRPr lang="fr-FR" noProof="0"/>
          </a:p>
        </p:txBody>
      </p:sp>
      <p:sp>
        <p:nvSpPr>
          <p:cNvPr id="7" name="Text 5"/>
          <p:cNvSpPr/>
          <p:nvPr/>
        </p:nvSpPr>
        <p:spPr>
          <a:xfrm>
            <a:off x="658368" y="1194259"/>
            <a:ext cx="3611880" cy="457200"/>
          </a:xfrm>
          <a:prstGeom prst="rect">
            <a:avLst/>
          </a:prstGeom>
          <a:noFill/>
          <a:ln/>
        </p:spPr>
        <p:txBody>
          <a:bodyPr wrap="square" rtlCol="0" anchor="ctr"/>
          <a:lstStyle/>
          <a:p>
            <a:pPr marL="0" indent="0">
              <a:buNone/>
            </a:pPr>
            <a:r>
              <a:rPr lang="fr-FR" sz="1350" b="1" noProof="0">
                <a:solidFill>
                  <a:srgbClr val="FFFFFF"/>
                </a:solidFill>
                <a:latin typeface="Trebuchet MS" pitchFamily="34" charset="0"/>
                <a:ea typeface="Trebuchet MS" pitchFamily="34" charset="-122"/>
                <a:cs typeface="Trebuchet MS" pitchFamily="34" charset="-120"/>
              </a:rPr>
              <a:t>Microsoft Copilot Studio</a:t>
            </a:r>
            <a:endParaRPr lang="fr-FR" sz="1350" noProof="0"/>
          </a:p>
        </p:txBody>
      </p:sp>
      <p:sp>
        <p:nvSpPr>
          <p:cNvPr id="8" name="Text 6"/>
          <p:cNvSpPr/>
          <p:nvPr/>
        </p:nvSpPr>
        <p:spPr>
          <a:xfrm>
            <a:off x="685800" y="1816050"/>
            <a:ext cx="3520440" cy="1914931"/>
          </a:xfrm>
          <a:prstGeom prst="rect">
            <a:avLst/>
          </a:prstGeom>
          <a:noFill/>
          <a:ln/>
        </p:spPr>
        <p:txBody>
          <a:bodyPr wrap="square" rtlCol="0" anchor="t"/>
          <a:lstStyle/>
          <a:p>
            <a:pPr marL="0" indent="0" algn="just">
              <a:lnSpc>
                <a:spcPts val="1550"/>
              </a:lnSpc>
              <a:buNone/>
            </a:pPr>
            <a:r>
              <a:rPr lang="fr-FR" sz="1150">
                <a:solidFill>
                  <a:srgbClr val="3C4D63"/>
                </a:solidFill>
                <a:latin typeface="Calibri" pitchFamily="34" charset="0"/>
                <a:ea typeface="Calibri" pitchFamily="34" charset="-122"/>
                <a:cs typeface="Calibri" pitchFamily="34" charset="-120"/>
              </a:rPr>
              <a:t>Permet d’intégrer le Data Agent dans un agent IA métier personnalisé. </a:t>
            </a:r>
          </a:p>
          <a:p>
            <a:pPr marL="0" indent="0" algn="just">
              <a:lnSpc>
                <a:spcPts val="1550"/>
              </a:lnSpc>
              <a:buNone/>
            </a:pPr>
            <a:endParaRPr lang="fr-FR" sz="1150">
              <a:solidFill>
                <a:srgbClr val="3C4D63"/>
              </a:solidFill>
              <a:latin typeface="Calibri" pitchFamily="34" charset="0"/>
              <a:ea typeface="Calibri" pitchFamily="34" charset="-122"/>
              <a:cs typeface="Calibri" pitchFamily="34" charset="-120"/>
            </a:endParaRPr>
          </a:p>
          <a:p>
            <a:pPr marL="0" indent="0" algn="just">
              <a:lnSpc>
                <a:spcPts val="1550"/>
              </a:lnSpc>
              <a:buNone/>
            </a:pPr>
            <a:r>
              <a:rPr lang="fr-FR" sz="1150">
                <a:solidFill>
                  <a:srgbClr val="3C4D63"/>
                </a:solidFill>
                <a:latin typeface="Calibri" pitchFamily="34" charset="0"/>
                <a:ea typeface="Calibri" pitchFamily="34" charset="-122"/>
                <a:cs typeface="Calibri" pitchFamily="34" charset="-120"/>
              </a:rPr>
              <a:t>Copilot Studio exploite la description du Data Agent pour générer automatiquement les intentions et les entités, facilitant la création d’un assistant conversationnel connecté aux données Fabric.</a:t>
            </a:r>
            <a:endParaRPr lang="fr-FR" sz="1150" noProof="0">
              <a:solidFill>
                <a:srgbClr val="3C4D63"/>
              </a:solidFill>
              <a:latin typeface="Calibri" pitchFamily="34" charset="0"/>
              <a:ea typeface="Calibri" pitchFamily="34" charset="-122"/>
              <a:cs typeface="Calibri" pitchFamily="34" charset="-120"/>
            </a:endParaRPr>
          </a:p>
        </p:txBody>
      </p:sp>
      <p:sp>
        <p:nvSpPr>
          <p:cNvPr id="9" name="Text 7"/>
          <p:cNvSpPr/>
          <p:nvPr/>
        </p:nvSpPr>
        <p:spPr>
          <a:xfrm>
            <a:off x="685800" y="3613136"/>
            <a:ext cx="3520440" cy="468120"/>
          </a:xfrm>
          <a:prstGeom prst="rect">
            <a:avLst/>
          </a:prstGeom>
          <a:noFill/>
          <a:ln/>
        </p:spPr>
        <p:txBody>
          <a:bodyPr wrap="square" rtlCol="0" anchor="t"/>
          <a:lstStyle/>
          <a:p>
            <a:pPr marL="0" indent="0" algn="ctr">
              <a:lnSpc>
                <a:spcPts val="1350"/>
              </a:lnSpc>
              <a:buNone/>
            </a:pPr>
            <a:r>
              <a:rPr lang="fr-FR" sz="1050" i="1" noProof="0">
                <a:solidFill>
                  <a:srgbClr val="5C6B7F"/>
                </a:solidFill>
                <a:latin typeface="Calibri" pitchFamily="34" charset="0"/>
                <a:ea typeface="Calibri" pitchFamily="34" charset="-122"/>
                <a:cs typeface="Calibri" pitchFamily="34" charset="-120"/>
              </a:rPr>
              <a:t>Création de copilotes métier intelligents, capables d’interroger les données Fabric en langage naturel.</a:t>
            </a:r>
            <a:endParaRPr lang="fr-FR" sz="1050" noProof="0"/>
          </a:p>
        </p:txBody>
      </p:sp>
      <p:sp>
        <p:nvSpPr>
          <p:cNvPr id="11" name="Shape 9"/>
          <p:cNvSpPr/>
          <p:nvPr/>
        </p:nvSpPr>
        <p:spPr>
          <a:xfrm>
            <a:off x="4709160" y="1194259"/>
            <a:ext cx="3977640" cy="457200"/>
          </a:xfrm>
          <a:prstGeom prst="rect">
            <a:avLst/>
          </a:prstGeom>
          <a:solidFill>
            <a:srgbClr val="1C4E80"/>
          </a:solidFill>
          <a:ln/>
        </p:spPr>
        <p:txBody>
          <a:bodyPr/>
          <a:lstStyle/>
          <a:p>
            <a:endParaRPr lang="fr-FR" noProof="0"/>
          </a:p>
        </p:txBody>
      </p:sp>
      <p:sp>
        <p:nvSpPr>
          <p:cNvPr id="12" name="Text 10"/>
          <p:cNvSpPr/>
          <p:nvPr/>
        </p:nvSpPr>
        <p:spPr>
          <a:xfrm>
            <a:off x="4910328" y="1194259"/>
            <a:ext cx="3611880" cy="457200"/>
          </a:xfrm>
          <a:prstGeom prst="rect">
            <a:avLst/>
          </a:prstGeom>
          <a:noFill/>
          <a:ln/>
        </p:spPr>
        <p:txBody>
          <a:bodyPr wrap="square" rtlCol="0" anchor="ctr"/>
          <a:lstStyle/>
          <a:p>
            <a:pPr marL="0" indent="0">
              <a:buNone/>
            </a:pPr>
            <a:r>
              <a:rPr lang="fr-FR" sz="1350" b="1" noProof="0">
                <a:solidFill>
                  <a:srgbClr val="FFFFFF"/>
                </a:solidFill>
                <a:latin typeface="Trebuchet MS" pitchFamily="34" charset="0"/>
                <a:ea typeface="Trebuchet MS" pitchFamily="34" charset="-122"/>
                <a:cs typeface="Trebuchet MS" pitchFamily="34" charset="-120"/>
              </a:rPr>
              <a:t>Microsoft Foundry &amp; API</a:t>
            </a:r>
            <a:endParaRPr lang="fr-FR" sz="1350" noProof="0"/>
          </a:p>
        </p:txBody>
      </p:sp>
      <p:sp>
        <p:nvSpPr>
          <p:cNvPr id="23" name="Text 21"/>
          <p:cNvSpPr/>
          <p:nvPr/>
        </p:nvSpPr>
        <p:spPr>
          <a:xfrm>
            <a:off x="4937760" y="3383285"/>
            <a:ext cx="292608" cy="292608"/>
          </a:xfrm>
          <a:prstGeom prst="rect">
            <a:avLst/>
          </a:prstGeom>
          <a:noFill/>
          <a:ln/>
        </p:spPr>
        <p:txBody>
          <a:bodyPr wrap="square" rtlCol="0" anchor="ctr"/>
          <a:lstStyle/>
          <a:p>
            <a:pPr marL="0" indent="0" algn="ctr">
              <a:buNone/>
            </a:pPr>
            <a:endParaRPr lang="fr-FR" sz="1200" noProof="0"/>
          </a:p>
        </p:txBody>
      </p:sp>
      <p:pic>
        <p:nvPicPr>
          <p:cNvPr id="28" name="Image 27">
            <a:extLst>
              <a:ext uri="{FF2B5EF4-FFF2-40B4-BE49-F238E27FC236}">
                <a16:creationId xmlns:a16="http://schemas.microsoft.com/office/drawing/2014/main" id="{3FDA1B37-20DE-4738-4F17-10ADFF8EF753}"/>
              </a:ext>
            </a:extLst>
          </p:cNvPr>
          <p:cNvPicPr>
            <a:picLocks noChangeAspect="1"/>
          </p:cNvPicPr>
          <p:nvPr/>
        </p:nvPicPr>
        <p:blipFill>
          <a:blip r:embed="rId3"/>
          <a:stretch>
            <a:fillRect/>
          </a:stretch>
        </p:blipFill>
        <p:spPr>
          <a:xfrm>
            <a:off x="63322" y="4764044"/>
            <a:ext cx="315050" cy="324277"/>
          </a:xfrm>
          <a:prstGeom prst="rect">
            <a:avLst/>
          </a:prstGeom>
        </p:spPr>
      </p:pic>
      <p:sp>
        <p:nvSpPr>
          <p:cNvPr id="36" name="Text 7">
            <a:extLst>
              <a:ext uri="{FF2B5EF4-FFF2-40B4-BE49-F238E27FC236}">
                <a16:creationId xmlns:a16="http://schemas.microsoft.com/office/drawing/2014/main" id="{9616D13F-8B0F-3F1B-B431-F79471940FE7}"/>
              </a:ext>
            </a:extLst>
          </p:cNvPr>
          <p:cNvSpPr/>
          <p:nvPr/>
        </p:nvSpPr>
        <p:spPr>
          <a:xfrm>
            <a:off x="4937760" y="3613136"/>
            <a:ext cx="3520440" cy="468120"/>
          </a:xfrm>
          <a:prstGeom prst="rect">
            <a:avLst/>
          </a:prstGeom>
          <a:noFill/>
          <a:ln/>
        </p:spPr>
        <p:txBody>
          <a:bodyPr wrap="square" rtlCol="0" anchor="t"/>
          <a:lstStyle/>
          <a:p>
            <a:pPr marL="0" indent="0" algn="ctr">
              <a:lnSpc>
                <a:spcPts val="1350"/>
              </a:lnSpc>
              <a:buNone/>
            </a:pPr>
            <a:r>
              <a:rPr lang="fr-FR" sz="1050" i="1" noProof="0">
                <a:solidFill>
                  <a:srgbClr val="5C6B7F"/>
                </a:solidFill>
                <a:latin typeface="Calibri" pitchFamily="34" charset="0"/>
                <a:ea typeface="Calibri" pitchFamily="34" charset="-122"/>
                <a:cs typeface="Calibri" pitchFamily="34" charset="-120"/>
              </a:rPr>
              <a:t>Industrialisation &amp; Orchestration d’agents Fabric dans des scénarios d’IA avancés.</a:t>
            </a:r>
            <a:endParaRPr lang="fr-FR" sz="1050" noProof="0"/>
          </a:p>
        </p:txBody>
      </p:sp>
      <p:sp>
        <p:nvSpPr>
          <p:cNvPr id="38" name="Shape 21">
            <a:extLst>
              <a:ext uri="{FF2B5EF4-FFF2-40B4-BE49-F238E27FC236}">
                <a16:creationId xmlns:a16="http://schemas.microsoft.com/office/drawing/2014/main" id="{55423100-299E-85A4-0FE4-0E612017B7DD}"/>
              </a:ext>
            </a:extLst>
          </p:cNvPr>
          <p:cNvSpPr/>
          <p:nvPr/>
        </p:nvSpPr>
        <p:spPr>
          <a:xfrm>
            <a:off x="530352" y="4214862"/>
            <a:ext cx="8138160" cy="590896"/>
          </a:xfrm>
          <a:prstGeom prst="rect">
            <a:avLst/>
          </a:prstGeom>
          <a:solidFill>
            <a:srgbClr val="EAF0F8"/>
          </a:solidFill>
          <a:ln/>
        </p:spPr>
        <p:txBody>
          <a:bodyPr/>
          <a:lstStyle/>
          <a:p>
            <a:endParaRPr lang="fr-FR" noProof="0"/>
          </a:p>
        </p:txBody>
      </p:sp>
      <p:sp>
        <p:nvSpPr>
          <p:cNvPr id="40" name="Shape 20">
            <a:extLst>
              <a:ext uri="{FF2B5EF4-FFF2-40B4-BE49-F238E27FC236}">
                <a16:creationId xmlns:a16="http://schemas.microsoft.com/office/drawing/2014/main" id="{58CCD9B1-705F-3E4F-903E-B41396ED00BC}"/>
              </a:ext>
            </a:extLst>
          </p:cNvPr>
          <p:cNvSpPr/>
          <p:nvPr/>
        </p:nvSpPr>
        <p:spPr>
          <a:xfrm>
            <a:off x="457200" y="4205132"/>
            <a:ext cx="73152" cy="600626"/>
          </a:xfrm>
          <a:prstGeom prst="rect">
            <a:avLst/>
          </a:prstGeom>
          <a:solidFill>
            <a:srgbClr val="F26522"/>
          </a:solidFill>
          <a:ln/>
        </p:spPr>
        <p:txBody>
          <a:bodyPr/>
          <a:lstStyle/>
          <a:p>
            <a:endParaRPr lang="fr-FR" noProof="0"/>
          </a:p>
        </p:txBody>
      </p:sp>
      <p:sp>
        <p:nvSpPr>
          <p:cNvPr id="42" name="Text 21">
            <a:extLst>
              <a:ext uri="{FF2B5EF4-FFF2-40B4-BE49-F238E27FC236}">
                <a16:creationId xmlns:a16="http://schemas.microsoft.com/office/drawing/2014/main" id="{8CB34136-B2E4-DE3D-155F-647088A5C38F}"/>
              </a:ext>
            </a:extLst>
          </p:cNvPr>
          <p:cNvSpPr/>
          <p:nvPr/>
        </p:nvSpPr>
        <p:spPr>
          <a:xfrm>
            <a:off x="685800" y="4205132"/>
            <a:ext cx="7863840" cy="590896"/>
          </a:xfrm>
          <a:prstGeom prst="rect">
            <a:avLst/>
          </a:prstGeom>
          <a:noFill/>
          <a:ln/>
        </p:spPr>
        <p:txBody>
          <a:bodyPr wrap="square" rtlCol="0" anchor="ctr"/>
          <a:lstStyle/>
          <a:p>
            <a:pPr>
              <a:lnSpc>
                <a:spcPts val="1350"/>
              </a:lnSpc>
            </a:pPr>
            <a:r>
              <a:rPr lang="fr-FR" sz="1050" b="1" noProof="0">
                <a:solidFill>
                  <a:srgbClr val="16273D"/>
                </a:solidFill>
                <a:latin typeface="Calibri" pitchFamily="34" charset="0"/>
                <a:ea typeface="Calibri" pitchFamily="34" charset="-122"/>
                <a:cs typeface="Calibri" pitchFamily="34" charset="-120"/>
              </a:rPr>
              <a:t>Copilot Studio </a:t>
            </a:r>
            <a:r>
              <a:rPr lang="fr-FR" sz="1050" noProof="0">
                <a:solidFill>
                  <a:srgbClr val="5C6B7F"/>
                </a:solidFill>
                <a:latin typeface="Calibri" pitchFamily="34" charset="0"/>
                <a:ea typeface="Calibri" pitchFamily="34" charset="-122"/>
                <a:cs typeface="Calibri" pitchFamily="34" charset="-120"/>
              </a:rPr>
              <a:t>connecte le Data Agent à l’utilisateur final.</a:t>
            </a:r>
          </a:p>
          <a:p>
            <a:pPr>
              <a:lnSpc>
                <a:spcPts val="1350"/>
              </a:lnSpc>
            </a:pPr>
            <a:r>
              <a:rPr lang="fr-FR" sz="1050" b="1" noProof="0">
                <a:solidFill>
                  <a:srgbClr val="16273D"/>
                </a:solidFill>
                <a:latin typeface="Calibri" pitchFamily="34" charset="0"/>
                <a:ea typeface="Calibri" pitchFamily="34" charset="-122"/>
                <a:cs typeface="Calibri" pitchFamily="34" charset="-120"/>
              </a:rPr>
              <a:t>Microsoft </a:t>
            </a:r>
            <a:r>
              <a:rPr lang="fr-FR" sz="1050" b="1" noProof="0" err="1">
                <a:solidFill>
                  <a:srgbClr val="16273D"/>
                </a:solidFill>
                <a:latin typeface="Calibri" pitchFamily="34" charset="0"/>
                <a:ea typeface="Calibri" pitchFamily="34" charset="-122"/>
                <a:cs typeface="Calibri" pitchFamily="34" charset="-120"/>
              </a:rPr>
              <a:t>Foundry</a:t>
            </a:r>
            <a:r>
              <a:rPr lang="fr-FR" sz="1050" b="1" noProof="0">
                <a:solidFill>
                  <a:srgbClr val="16273D"/>
                </a:solidFill>
                <a:latin typeface="Calibri" pitchFamily="34" charset="0"/>
                <a:ea typeface="Calibri" pitchFamily="34" charset="-122"/>
                <a:cs typeface="Calibri" pitchFamily="34" charset="-120"/>
              </a:rPr>
              <a:t> </a:t>
            </a:r>
            <a:r>
              <a:rPr lang="fr-FR" sz="1050" noProof="0">
                <a:solidFill>
                  <a:srgbClr val="5C6B7F"/>
                </a:solidFill>
                <a:latin typeface="Calibri" pitchFamily="34" charset="0"/>
                <a:ea typeface="Calibri" pitchFamily="34" charset="-122"/>
                <a:cs typeface="Calibri" pitchFamily="34" charset="-120"/>
              </a:rPr>
              <a:t>connecte le Data Agent aux autres services IA.</a:t>
            </a:r>
          </a:p>
          <a:p>
            <a:pPr>
              <a:lnSpc>
                <a:spcPts val="1350"/>
              </a:lnSpc>
            </a:pPr>
            <a:r>
              <a:rPr lang="fr-FR" sz="1050">
                <a:solidFill>
                  <a:srgbClr val="5C6B7F"/>
                </a:solidFill>
                <a:latin typeface="Calibri" pitchFamily="34" charset="0"/>
                <a:ea typeface="Calibri" pitchFamily="34" charset="-122"/>
                <a:cs typeface="Calibri" pitchFamily="34" charset="-120"/>
              </a:rPr>
              <a:t>Ensemble, ils permettent de créer, déployer et orchestrer des agents Fabric intelligents dans tout l’écosystème Microsoft.</a:t>
            </a:r>
            <a:endParaRPr lang="fr-FR" sz="1050" noProof="0"/>
          </a:p>
        </p:txBody>
      </p:sp>
      <p:pic>
        <p:nvPicPr>
          <p:cNvPr id="13" name="Picture 12">
            <a:extLst>
              <a:ext uri="{FF2B5EF4-FFF2-40B4-BE49-F238E27FC236}">
                <a16:creationId xmlns:a16="http://schemas.microsoft.com/office/drawing/2014/main" id="{5304BA9D-B15A-E43D-CB33-506A9E058C30}"/>
              </a:ext>
            </a:extLst>
          </p:cNvPr>
          <p:cNvPicPr>
            <a:picLocks noChangeAspect="1"/>
          </p:cNvPicPr>
          <p:nvPr/>
        </p:nvPicPr>
        <p:blipFill>
          <a:blip r:embed="rId4"/>
          <a:stretch>
            <a:fillRect/>
          </a:stretch>
        </p:blipFill>
        <p:spPr>
          <a:xfrm>
            <a:off x="6085832" y="659698"/>
            <a:ext cx="369970" cy="369970"/>
          </a:xfrm>
          <a:prstGeom prst="rect">
            <a:avLst/>
          </a:prstGeom>
        </p:spPr>
      </p:pic>
      <p:pic>
        <p:nvPicPr>
          <p:cNvPr id="15" name="Picture 14">
            <a:extLst>
              <a:ext uri="{FF2B5EF4-FFF2-40B4-BE49-F238E27FC236}">
                <a16:creationId xmlns:a16="http://schemas.microsoft.com/office/drawing/2014/main" id="{E1978CAC-0372-0B47-3509-44F8FBB4755B}"/>
              </a:ext>
            </a:extLst>
          </p:cNvPr>
          <p:cNvPicPr>
            <a:picLocks noChangeAspect="1"/>
          </p:cNvPicPr>
          <p:nvPr/>
        </p:nvPicPr>
        <p:blipFill>
          <a:blip r:embed="rId5"/>
          <a:stretch>
            <a:fillRect/>
          </a:stretch>
        </p:blipFill>
        <p:spPr>
          <a:xfrm>
            <a:off x="6503929" y="659698"/>
            <a:ext cx="369970" cy="369970"/>
          </a:xfrm>
          <a:prstGeom prst="rect">
            <a:avLst/>
          </a:prstGeom>
        </p:spPr>
      </p:pic>
      <p:sp>
        <p:nvSpPr>
          <p:cNvPr id="10" name="Slide Number Placeholder 9">
            <a:extLst>
              <a:ext uri="{FF2B5EF4-FFF2-40B4-BE49-F238E27FC236}">
                <a16:creationId xmlns:a16="http://schemas.microsoft.com/office/drawing/2014/main" id="{B79CBBE8-E691-7337-FD76-D0DA7A07029C}"/>
              </a:ext>
            </a:extLst>
          </p:cNvPr>
          <p:cNvSpPr>
            <a:spLocks noGrp="1"/>
          </p:cNvSpPr>
          <p:nvPr>
            <p:ph type="sldNum" sz="quarter" idx="12"/>
          </p:nvPr>
        </p:nvSpPr>
        <p:spPr/>
        <p:txBody>
          <a:bodyPr/>
          <a:lstStyle/>
          <a:p>
            <a:r>
              <a:rPr lang="fr-FR" b="1">
                <a:solidFill>
                  <a:srgbClr val="F26522"/>
                </a:solidFill>
                <a:latin typeface="Calibri" pitchFamily="34" charset="0"/>
                <a:ea typeface="Calibri" pitchFamily="34" charset="-122"/>
                <a:cs typeface="Calibri" pitchFamily="34" charset="-120"/>
              </a:rPr>
              <a:t>Expertime</a:t>
            </a:r>
            <a:r>
              <a:rPr lang="fr-FR">
                <a:solidFill>
                  <a:srgbClr val="5C6B7F"/>
                </a:solidFill>
                <a:latin typeface="Calibri" pitchFamily="34" charset="0"/>
                <a:ea typeface="Calibri" pitchFamily="34" charset="-122"/>
                <a:cs typeface="Calibri" pitchFamily="34" charset="-120"/>
              </a:rPr>
              <a:t>   | </a:t>
            </a:r>
            <a:fld id="{58E94494-CE21-4E82-948B-6B5BB0295547}" type="slidenum">
              <a:rPr lang="fr-FR" smtClean="0"/>
              <a:pPr/>
              <a:t>22</a:t>
            </a:fld>
            <a:endParaRPr lang="fr-FR" sz="85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Shape 0"/>
          <p:cNvSpPr/>
          <p:nvPr/>
        </p:nvSpPr>
        <p:spPr>
          <a:xfrm>
            <a:off x="457200" y="384048"/>
            <a:ext cx="146304" cy="146304"/>
          </a:xfrm>
          <a:prstGeom prst="rect">
            <a:avLst/>
          </a:prstGeom>
          <a:solidFill>
            <a:srgbClr val="F26522"/>
          </a:solidFill>
          <a:ln/>
        </p:spPr>
        <p:txBody>
          <a:bodyPr/>
          <a:lstStyle/>
          <a:p>
            <a:endParaRPr lang="fr-FR" noProof="0"/>
          </a:p>
        </p:txBody>
      </p:sp>
      <p:sp>
        <p:nvSpPr>
          <p:cNvPr id="21" name="Text 1"/>
          <p:cNvSpPr/>
          <p:nvPr/>
        </p:nvSpPr>
        <p:spPr>
          <a:xfrm>
            <a:off x="713232" y="347472"/>
            <a:ext cx="7955280" cy="237744"/>
          </a:xfrm>
          <a:prstGeom prst="rect">
            <a:avLst/>
          </a:prstGeom>
          <a:noFill/>
          <a:ln/>
        </p:spPr>
        <p:txBody>
          <a:bodyPr wrap="square" rtlCol="0" anchor="ctr"/>
          <a:lstStyle/>
          <a:p>
            <a:pPr marL="0" indent="0">
              <a:buNone/>
            </a:pPr>
            <a:r>
              <a:rPr lang="fr-FR" sz="1100" b="1" kern="0" spc="200" noProof="0">
                <a:solidFill>
                  <a:srgbClr val="F26522"/>
                </a:solidFill>
                <a:latin typeface="Calibri" pitchFamily="34" charset="0"/>
                <a:ea typeface="Calibri" pitchFamily="34" charset="-122"/>
                <a:cs typeface="Calibri" pitchFamily="34" charset="-120"/>
              </a:rPr>
              <a:t>POINT D’ATTENTION</a:t>
            </a:r>
            <a:endParaRPr lang="fr-FR" sz="1100" noProof="0"/>
          </a:p>
        </p:txBody>
      </p:sp>
      <p:sp>
        <p:nvSpPr>
          <p:cNvPr id="22" name="Text 2"/>
          <p:cNvSpPr/>
          <p:nvPr/>
        </p:nvSpPr>
        <p:spPr>
          <a:xfrm>
            <a:off x="438912" y="566928"/>
            <a:ext cx="8266176" cy="566928"/>
          </a:xfrm>
          <a:prstGeom prst="rect">
            <a:avLst/>
          </a:prstGeom>
          <a:noFill/>
          <a:ln/>
        </p:spPr>
        <p:txBody>
          <a:bodyPr wrap="square" rtlCol="0" anchor="ctr"/>
          <a:lstStyle/>
          <a:p>
            <a:pPr marL="0" indent="0">
              <a:buNone/>
            </a:pPr>
            <a:r>
              <a:rPr lang="fr-FR" sz="2400" b="1" noProof="0">
                <a:solidFill>
                  <a:srgbClr val="16273D"/>
                </a:solidFill>
                <a:latin typeface="Trebuchet MS" pitchFamily="34" charset="0"/>
                <a:ea typeface="Trebuchet MS" pitchFamily="34" charset="-122"/>
                <a:cs typeface="Trebuchet MS" pitchFamily="34" charset="-120"/>
              </a:rPr>
              <a:t>Data agents inaccessibles depuis Copilot Standalone</a:t>
            </a:r>
            <a:endParaRPr lang="fr-FR" sz="2400" noProof="0"/>
          </a:p>
        </p:txBody>
      </p:sp>
      <p:sp>
        <p:nvSpPr>
          <p:cNvPr id="23" name="Shape 3"/>
          <p:cNvSpPr/>
          <p:nvPr/>
        </p:nvSpPr>
        <p:spPr>
          <a:xfrm>
            <a:off x="457200" y="1194259"/>
            <a:ext cx="8230560" cy="2886997"/>
          </a:xfrm>
          <a:prstGeom prst="rect">
            <a:avLst/>
          </a:prstGeom>
          <a:solidFill>
            <a:srgbClr val="FFFFFF"/>
          </a:solidFill>
          <a:ln w="12700">
            <a:solidFill>
              <a:srgbClr val="DCE4EE"/>
            </a:solidFill>
            <a:prstDash val="solid"/>
          </a:ln>
          <a:effectLst>
            <a:outerShdw blurRad="88900" dist="38100" dir="5400000" algn="bl" rotWithShape="0">
              <a:srgbClr val="0E2240">
                <a:alpha val="10000"/>
              </a:srgbClr>
            </a:outerShdw>
          </a:effectLst>
        </p:spPr>
        <p:txBody>
          <a:bodyPr/>
          <a:lstStyle/>
          <a:p>
            <a:endParaRPr lang="fr-FR" noProof="0"/>
          </a:p>
        </p:txBody>
      </p:sp>
      <p:sp>
        <p:nvSpPr>
          <p:cNvPr id="24" name="Shape 4"/>
          <p:cNvSpPr/>
          <p:nvPr/>
        </p:nvSpPr>
        <p:spPr>
          <a:xfrm>
            <a:off x="457200" y="1194259"/>
            <a:ext cx="8230560" cy="457200"/>
          </a:xfrm>
          <a:prstGeom prst="rect">
            <a:avLst/>
          </a:prstGeom>
          <a:solidFill>
            <a:srgbClr val="0E2240"/>
          </a:solidFill>
          <a:ln/>
        </p:spPr>
        <p:txBody>
          <a:bodyPr/>
          <a:lstStyle/>
          <a:p>
            <a:endParaRPr lang="fr-FR" noProof="0"/>
          </a:p>
        </p:txBody>
      </p:sp>
      <p:sp>
        <p:nvSpPr>
          <p:cNvPr id="25" name="Text 5"/>
          <p:cNvSpPr/>
          <p:nvPr/>
        </p:nvSpPr>
        <p:spPr>
          <a:xfrm>
            <a:off x="658368" y="1194259"/>
            <a:ext cx="7864800" cy="457200"/>
          </a:xfrm>
          <a:prstGeom prst="rect">
            <a:avLst/>
          </a:prstGeom>
          <a:noFill/>
          <a:ln/>
        </p:spPr>
        <p:txBody>
          <a:bodyPr wrap="square" rtlCol="0" anchor="ctr"/>
          <a:lstStyle/>
          <a:p>
            <a:pPr marL="0" indent="0">
              <a:buNone/>
            </a:pPr>
            <a:r>
              <a:rPr lang="fr-FR" sz="1350" b="1" noProof="0">
                <a:solidFill>
                  <a:srgbClr val="FFFFFF"/>
                </a:solidFill>
                <a:latin typeface="Trebuchet MS" pitchFamily="34" charset="0"/>
                <a:ea typeface="Trebuchet MS" pitchFamily="34" charset="-122"/>
                <a:cs typeface="Trebuchet MS" pitchFamily="34" charset="-120"/>
              </a:rPr>
              <a:t>Microsoft 365 Copilot – expérience Standalone</a:t>
            </a:r>
            <a:endParaRPr lang="fr-FR" sz="1350" noProof="0"/>
          </a:p>
        </p:txBody>
      </p:sp>
      <p:sp>
        <p:nvSpPr>
          <p:cNvPr id="3" name="Espace réservé du numéro de diapositive 2">
            <a:extLst>
              <a:ext uri="{FF2B5EF4-FFF2-40B4-BE49-F238E27FC236}">
                <a16:creationId xmlns:a16="http://schemas.microsoft.com/office/drawing/2014/main" id="{7C577A4A-5B7F-C2FB-8A7E-F7265E780148}"/>
              </a:ext>
            </a:extLst>
          </p:cNvPr>
          <p:cNvSpPr>
            <a:spLocks noGrp="1"/>
          </p:cNvSpPr>
          <p:nvPr>
            <p:ph type="sldNum" sz="quarter" idx="12"/>
          </p:nvPr>
        </p:nvSpPr>
        <p:spPr/>
        <p:txBody>
          <a:bodyPr/>
          <a:lstStyle/>
          <a:p>
            <a:r>
              <a:rPr lang="fr-FR" b="1">
                <a:solidFill>
                  <a:srgbClr val="F26522"/>
                </a:solidFill>
                <a:latin typeface="Calibri" pitchFamily="34" charset="0"/>
                <a:ea typeface="Calibri" pitchFamily="34" charset="-122"/>
                <a:cs typeface="Calibri" pitchFamily="34" charset="-120"/>
              </a:rPr>
              <a:t>Expertime</a:t>
            </a:r>
            <a:r>
              <a:rPr lang="fr-FR">
                <a:solidFill>
                  <a:srgbClr val="5C6B7F"/>
                </a:solidFill>
                <a:latin typeface="Calibri" pitchFamily="34" charset="0"/>
                <a:ea typeface="Calibri" pitchFamily="34" charset="-122"/>
                <a:cs typeface="Calibri" pitchFamily="34" charset="-120"/>
              </a:rPr>
              <a:t>   | </a:t>
            </a:r>
            <a:fld id="{58E94494-CE21-4E82-948B-6B5BB0295547}" type="slidenum">
              <a:rPr lang="fr-FR" smtClean="0"/>
              <a:pPr/>
              <a:t>23</a:t>
            </a:fld>
            <a:endParaRPr lang="fr-FR" sz="850"/>
          </a:p>
        </p:txBody>
      </p:sp>
      <p:pic>
        <p:nvPicPr>
          <p:cNvPr id="5" name="Image 4">
            <a:extLst>
              <a:ext uri="{FF2B5EF4-FFF2-40B4-BE49-F238E27FC236}">
                <a16:creationId xmlns:a16="http://schemas.microsoft.com/office/drawing/2014/main" id="{0F5EECEE-3524-421A-2421-2CC785CFCF05}"/>
              </a:ext>
            </a:extLst>
          </p:cNvPr>
          <p:cNvPicPr>
            <a:picLocks noChangeAspect="1"/>
          </p:cNvPicPr>
          <p:nvPr/>
        </p:nvPicPr>
        <p:blipFill>
          <a:blip r:embed="rId2"/>
          <a:stretch>
            <a:fillRect/>
          </a:stretch>
        </p:blipFill>
        <p:spPr>
          <a:xfrm>
            <a:off x="2141480" y="1710000"/>
            <a:ext cx="4862000" cy="2349600"/>
          </a:xfrm>
          <a:prstGeom prst="rect">
            <a:avLst/>
          </a:prstGeom>
        </p:spPr>
      </p:pic>
      <p:sp>
        <p:nvSpPr>
          <p:cNvPr id="26" name="Shape 21"/>
          <p:cNvSpPr/>
          <p:nvPr/>
        </p:nvSpPr>
        <p:spPr>
          <a:xfrm>
            <a:off x="530352" y="4214862"/>
            <a:ext cx="8138160" cy="590896"/>
          </a:xfrm>
          <a:prstGeom prst="rect">
            <a:avLst/>
          </a:prstGeom>
          <a:solidFill>
            <a:srgbClr val="EAF0F8"/>
          </a:solidFill>
          <a:ln/>
        </p:spPr>
        <p:txBody>
          <a:bodyPr/>
          <a:lstStyle/>
          <a:p>
            <a:endParaRPr lang="fr-FR" noProof="0"/>
          </a:p>
        </p:txBody>
      </p:sp>
      <p:sp>
        <p:nvSpPr>
          <p:cNvPr id="27" name="Shape 20"/>
          <p:cNvSpPr/>
          <p:nvPr/>
        </p:nvSpPr>
        <p:spPr>
          <a:xfrm>
            <a:off x="457200" y="4205132"/>
            <a:ext cx="73152" cy="600626"/>
          </a:xfrm>
          <a:prstGeom prst="rect">
            <a:avLst/>
          </a:prstGeom>
          <a:solidFill>
            <a:srgbClr val="F26522"/>
          </a:solidFill>
          <a:ln/>
        </p:spPr>
        <p:txBody>
          <a:bodyPr/>
          <a:lstStyle/>
          <a:p>
            <a:endParaRPr lang="fr-FR" noProof="0"/>
          </a:p>
        </p:txBody>
      </p:sp>
      <p:sp>
        <p:nvSpPr>
          <p:cNvPr id="28" name="Text 21"/>
          <p:cNvSpPr/>
          <p:nvPr/>
        </p:nvSpPr>
        <p:spPr>
          <a:xfrm>
            <a:off x="685800" y="4205132"/>
            <a:ext cx="7863840" cy="590896"/>
          </a:xfrm>
          <a:prstGeom prst="rect">
            <a:avLst/>
          </a:prstGeom>
          <a:noFill/>
          <a:ln/>
        </p:spPr>
        <p:txBody>
          <a:bodyPr wrap="square" rtlCol="0" anchor="ctr"/>
          <a:lstStyle/>
          <a:p>
            <a:pPr marL="0" indent="0">
              <a:buNone/>
            </a:pPr>
            <a:r>
              <a:rPr lang="fr-FR" sz="1100" b="1" noProof="0">
                <a:solidFill>
                  <a:srgbClr val="16273D"/>
                </a:solidFill>
                <a:latin typeface="Trebuchet MS" pitchFamily="34" charset="0"/>
                <a:cs typeface="Trebuchet MS" pitchFamily="34" charset="-120"/>
              </a:rPr>
              <a:t>Impact : </a:t>
            </a:r>
            <a:r>
              <a:rPr lang="fr-FR" sz="1100" noProof="0">
                <a:solidFill>
                  <a:srgbClr val="16273D"/>
                </a:solidFill>
                <a:latin typeface="Trebuchet MS" pitchFamily="34" charset="0"/>
                <a:cs typeface="Trebuchet MS" pitchFamily="34" charset="-120"/>
              </a:rPr>
              <a:t>les data agents Fabric n’apparaissent plus dans Copilot Standalone.</a:t>
            </a:r>
          </a:p>
          <a:p>
            <a:pPr marL="0" indent="0">
              <a:buNone/>
            </a:pPr>
            <a:r>
              <a:rPr lang="fr-FR" sz="1100" noProof="0">
                <a:solidFill>
                  <a:srgbClr val="16273D"/>
                </a:solidFill>
                <a:latin typeface="Trebuchet MS" pitchFamily="34" charset="0"/>
                <a:cs typeface="Trebuchet MS" pitchFamily="34" charset="-120"/>
              </a:rPr>
              <a:t>L’accès se fait désormais via Copilot Studio ou Microsoft Foundry.</a:t>
            </a:r>
          </a:p>
        </p:txBody>
      </p:sp>
    </p:spTree>
    <p:extLst>
      <p:ext uri="{BB962C8B-B14F-4D97-AF65-F5344CB8AC3E}">
        <p14:creationId xmlns:p14="http://schemas.microsoft.com/office/powerpoint/2010/main" val="23866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E2240"/>
        </a:solidFill>
        <a:effectLst/>
      </p:bgPr>
    </p:bg>
    <p:spTree>
      <p:nvGrpSpPr>
        <p:cNvPr id="1" name="">
          <a:extLst>
            <a:ext uri="{FF2B5EF4-FFF2-40B4-BE49-F238E27FC236}">
              <a16:creationId xmlns:a16="http://schemas.microsoft.com/office/drawing/2014/main" id="{BB621C05-3023-3198-C1AB-CE2B0DFBCC78}"/>
            </a:ext>
          </a:extLst>
        </p:cNvPr>
        <p:cNvGrpSpPr/>
        <p:nvPr/>
      </p:nvGrpSpPr>
      <p:grpSpPr>
        <a:xfrm>
          <a:off x="0" y="0"/>
          <a:ext cx="0" cy="0"/>
          <a:chOff x="0" y="0"/>
          <a:chExt cx="0" cy="0"/>
        </a:xfrm>
      </p:grpSpPr>
      <p:sp>
        <p:nvSpPr>
          <p:cNvPr id="2" name="Number 01">
            <a:extLst>
              <a:ext uri="{FF2B5EF4-FFF2-40B4-BE49-F238E27FC236}">
                <a16:creationId xmlns:a16="http://schemas.microsoft.com/office/drawing/2014/main" id="{7C1715C2-9425-A672-F977-66BB1E28FA34}"/>
              </a:ext>
            </a:extLst>
          </p:cNvPr>
          <p:cNvSpPr/>
          <p:nvPr/>
        </p:nvSpPr>
        <p:spPr>
          <a:xfrm>
            <a:off x="640080" y="1325880"/>
            <a:ext cx="3429000" cy="164592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0" b="1" i="0" u="none" strike="noStrike" kern="0" cap="none" spc="0" normalizeH="0" baseline="0" noProof="0">
                <a:ln>
                  <a:noFill/>
                </a:ln>
                <a:solidFill>
                  <a:srgbClr val="F26522"/>
                </a:solidFill>
                <a:effectLst/>
                <a:uLnTx/>
                <a:uFillTx/>
                <a:latin typeface="Trebuchet MS" pitchFamily="34" charset="0"/>
                <a:ea typeface="Trebuchet MS" pitchFamily="34" charset="-122"/>
                <a:cs typeface="Trebuchet MS" pitchFamily="34" charset="-120"/>
              </a:rPr>
              <a:t>07</a:t>
            </a:r>
            <a:endParaRPr kumimoji="0" lang="fr-FR" sz="1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ccent Bar">
            <a:extLst>
              <a:ext uri="{FF2B5EF4-FFF2-40B4-BE49-F238E27FC236}">
                <a16:creationId xmlns:a16="http://schemas.microsoft.com/office/drawing/2014/main" id="{A98CE6E7-B3EF-0278-36F7-9A6BCEEBF46F}"/>
              </a:ext>
            </a:extLst>
          </p:cNvPr>
          <p:cNvSpPr/>
          <p:nvPr/>
        </p:nvSpPr>
        <p:spPr>
          <a:xfrm>
            <a:off x="676656" y="3209544"/>
            <a:ext cx="2103120" cy="45720"/>
          </a:xfrm>
          <a:prstGeom prst="rect">
            <a:avLst/>
          </a:prstGeom>
          <a:solidFill>
            <a:srgbClr val="F2652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ection Title">
            <a:extLst>
              <a:ext uri="{FF2B5EF4-FFF2-40B4-BE49-F238E27FC236}">
                <a16:creationId xmlns:a16="http://schemas.microsoft.com/office/drawing/2014/main" id="{B114FA69-C3B6-23DE-8AF3-15EAF9922D59}"/>
              </a:ext>
            </a:extLst>
          </p:cNvPr>
          <p:cNvSpPr/>
          <p:nvPr/>
        </p:nvSpPr>
        <p:spPr>
          <a:xfrm>
            <a:off x="640080" y="3429000"/>
            <a:ext cx="7559040" cy="1097280"/>
          </a:xfrm>
          <a:prstGeom prst="rect">
            <a:avLst/>
          </a:prstGeom>
          <a:noFill/>
          <a:ln/>
        </p:spPr>
        <p:txBody>
          <a:bodyPr wrap="square" rtlCol="0" anchor="t"/>
          <a:lstStyle/>
          <a:p>
            <a:pPr marL="0" marR="0" lvl="0" indent="0" algn="l" defTabSz="914400" rtl="0" eaLnBrk="1" fontAlgn="auto" latinLnBrk="0" hangingPunct="1">
              <a:lnSpc>
                <a:spcPts val="4200"/>
              </a:lnSpc>
              <a:spcBef>
                <a:spcPts val="0"/>
              </a:spcBef>
              <a:spcAft>
                <a:spcPts val="0"/>
              </a:spcAft>
              <a:buClrTx/>
              <a:buSzTx/>
              <a:buFontTx/>
              <a:buNone/>
              <a:tabLst/>
              <a:defRPr/>
            </a:pPr>
            <a:r>
              <a:rPr kumimoji="0" lang="fr-FR" sz="3600" b="1" i="0" u="none" strike="noStrike" kern="1200" cap="none" spc="0" normalizeH="0" baseline="0" noProof="0">
                <a:ln>
                  <a:noFill/>
                </a:ln>
                <a:solidFill>
                  <a:srgbClr val="FFFFFF"/>
                </a:solidFill>
                <a:effectLst/>
                <a:uLnTx/>
                <a:uFillTx/>
                <a:latin typeface="Trebuchet MS" pitchFamily="34" charset="0"/>
                <a:ea typeface="Trebuchet MS" pitchFamily="34" charset="-122"/>
                <a:cs typeface="Trebuchet MS" pitchFamily="34" charset="-120"/>
              </a:rPr>
              <a:t>Licences &amp; Consommation</a:t>
            </a:r>
            <a:endParaRPr kumimoji="0" lang="fr-FR" sz="36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418337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5">
    <p:bg>
      <p:bgPr>
        <a:solidFill>
          <a:srgbClr val="F4F7FB"/>
        </a:solidFill>
        <a:effectLst/>
      </p:bgPr>
    </p:bg>
    <p:spTree>
      <p:nvGrpSpPr>
        <p:cNvPr id="1" name=""/>
        <p:cNvGrpSpPr/>
        <p:nvPr/>
      </p:nvGrpSpPr>
      <p:grpSpPr>
        <a:xfrm>
          <a:off x="0" y="0"/>
          <a:ext cx="0" cy="0"/>
          <a:chOff x="0" y="0"/>
          <a:chExt cx="0" cy="0"/>
        </a:xfrm>
      </p:grpSpPr>
      <p:sp>
        <p:nvSpPr>
          <p:cNvPr id="34" name="Shape 18">
            <a:extLst>
              <a:ext uri="{FF2B5EF4-FFF2-40B4-BE49-F238E27FC236}">
                <a16:creationId xmlns:a16="http://schemas.microsoft.com/office/drawing/2014/main" id="{B28A5161-4F5F-E32D-5021-08693860F880}"/>
              </a:ext>
            </a:extLst>
          </p:cNvPr>
          <p:cNvSpPr/>
          <p:nvPr/>
        </p:nvSpPr>
        <p:spPr>
          <a:xfrm>
            <a:off x="4769425" y="3831308"/>
            <a:ext cx="4085569" cy="905256"/>
          </a:xfrm>
          <a:prstGeom prst="rect">
            <a:avLst/>
          </a:prstGeom>
          <a:solidFill>
            <a:srgbClr val="EAF0F8"/>
          </a:solidFill>
          <a:ln/>
        </p:spPr>
        <p:txBody>
          <a:bodyPr/>
          <a:lstStyle/>
          <a:p>
            <a:endParaRPr lang="fr-FR" noProof="0"/>
          </a:p>
        </p:txBody>
      </p:sp>
      <p:sp>
        <p:nvSpPr>
          <p:cNvPr id="2" name="Shape 0"/>
          <p:cNvSpPr/>
          <p:nvPr/>
        </p:nvSpPr>
        <p:spPr>
          <a:xfrm>
            <a:off x="457200" y="384048"/>
            <a:ext cx="146304" cy="146304"/>
          </a:xfrm>
          <a:prstGeom prst="rect">
            <a:avLst/>
          </a:prstGeom>
          <a:solidFill>
            <a:srgbClr val="F26522"/>
          </a:solidFill>
          <a:ln/>
        </p:spPr>
        <p:txBody>
          <a:bodyPr/>
          <a:lstStyle/>
          <a:p>
            <a:endParaRPr lang="fr-FR" noProof="0"/>
          </a:p>
        </p:txBody>
      </p:sp>
      <p:sp>
        <p:nvSpPr>
          <p:cNvPr id="3" name="Text 1"/>
          <p:cNvSpPr/>
          <p:nvPr/>
        </p:nvSpPr>
        <p:spPr>
          <a:xfrm>
            <a:off x="713232" y="347472"/>
            <a:ext cx="7955280" cy="237744"/>
          </a:xfrm>
          <a:prstGeom prst="rect">
            <a:avLst/>
          </a:prstGeom>
          <a:noFill/>
          <a:ln/>
        </p:spPr>
        <p:txBody>
          <a:bodyPr wrap="square" rtlCol="0" anchor="ctr"/>
          <a:lstStyle/>
          <a:p>
            <a:pPr marL="0" indent="0">
              <a:buNone/>
            </a:pPr>
            <a:r>
              <a:rPr lang="fr-FR" sz="1100" b="1" kern="0" spc="200" noProof="0">
                <a:solidFill>
                  <a:srgbClr val="16273D"/>
                </a:solidFill>
                <a:latin typeface="Calibri" pitchFamily="34" charset="0"/>
                <a:ea typeface="Calibri" pitchFamily="34" charset="-122"/>
                <a:cs typeface="Calibri" pitchFamily="34" charset="-120"/>
              </a:rPr>
              <a:t>LICENCES</a:t>
            </a:r>
            <a:r>
              <a:rPr lang="fr-FR" sz="1100" b="1" kern="0" spc="200" noProof="0">
                <a:solidFill>
                  <a:srgbClr val="F26522"/>
                </a:solidFill>
                <a:latin typeface="Calibri" pitchFamily="34" charset="0"/>
                <a:ea typeface="Calibri" pitchFamily="34" charset="-122"/>
                <a:cs typeface="Calibri" pitchFamily="34" charset="-120"/>
              </a:rPr>
              <a:t> &amp; CAPACITÉ</a:t>
            </a:r>
            <a:endParaRPr lang="fr-FR" sz="1100" noProof="0"/>
          </a:p>
        </p:txBody>
      </p:sp>
      <p:sp>
        <p:nvSpPr>
          <p:cNvPr id="4" name="Text 2"/>
          <p:cNvSpPr/>
          <p:nvPr/>
        </p:nvSpPr>
        <p:spPr>
          <a:xfrm>
            <a:off x="438912" y="566928"/>
            <a:ext cx="8266176" cy="566928"/>
          </a:xfrm>
          <a:prstGeom prst="rect">
            <a:avLst/>
          </a:prstGeom>
          <a:noFill/>
          <a:ln/>
        </p:spPr>
        <p:txBody>
          <a:bodyPr wrap="square" rtlCol="0" anchor="ctr"/>
          <a:lstStyle/>
          <a:p>
            <a:pPr marL="0" indent="0">
              <a:buNone/>
            </a:pPr>
            <a:r>
              <a:rPr lang="fr-FR" sz="2600" b="1" noProof="0">
                <a:solidFill>
                  <a:srgbClr val="16273D"/>
                </a:solidFill>
                <a:latin typeface="Trebuchet MS" pitchFamily="34" charset="0"/>
                <a:ea typeface="Trebuchet MS" pitchFamily="34" charset="-122"/>
                <a:cs typeface="Trebuchet MS" pitchFamily="34" charset="-120"/>
              </a:rPr>
              <a:t>Ce qu'il faut pour démarrer</a:t>
            </a:r>
            <a:endParaRPr lang="fr-FR" sz="2600" noProof="0"/>
          </a:p>
        </p:txBody>
      </p:sp>
      <p:sp>
        <p:nvSpPr>
          <p:cNvPr id="5" name="Shape 3"/>
          <p:cNvSpPr/>
          <p:nvPr/>
        </p:nvSpPr>
        <p:spPr>
          <a:xfrm>
            <a:off x="457200" y="1167939"/>
            <a:ext cx="2679192" cy="2378826"/>
          </a:xfrm>
          <a:prstGeom prst="rect">
            <a:avLst/>
          </a:prstGeom>
          <a:solidFill>
            <a:srgbClr val="FFFFFF"/>
          </a:solidFill>
          <a:ln w="12700">
            <a:solidFill>
              <a:srgbClr val="DCE4EE"/>
            </a:solidFill>
            <a:prstDash val="solid"/>
          </a:ln>
          <a:effectLst>
            <a:outerShdw blurRad="88900" dist="38100" dir="5400000" algn="bl" rotWithShape="0">
              <a:srgbClr val="0E2240">
                <a:alpha val="10000"/>
              </a:srgbClr>
            </a:outerShdw>
          </a:effectLst>
        </p:spPr>
        <p:txBody>
          <a:bodyPr/>
          <a:lstStyle/>
          <a:p>
            <a:endParaRPr lang="fr-FR" noProof="0"/>
          </a:p>
        </p:txBody>
      </p:sp>
      <p:sp>
        <p:nvSpPr>
          <p:cNvPr id="6" name="Shape 4"/>
          <p:cNvSpPr/>
          <p:nvPr/>
        </p:nvSpPr>
        <p:spPr>
          <a:xfrm>
            <a:off x="457200" y="1167939"/>
            <a:ext cx="2679192" cy="868680"/>
          </a:xfrm>
          <a:prstGeom prst="rect">
            <a:avLst/>
          </a:prstGeom>
          <a:solidFill>
            <a:srgbClr val="0E2240"/>
          </a:solidFill>
          <a:ln/>
        </p:spPr>
        <p:txBody>
          <a:bodyPr/>
          <a:lstStyle/>
          <a:p>
            <a:endParaRPr lang="fr-FR" noProof="0"/>
          </a:p>
        </p:txBody>
      </p:sp>
      <p:sp>
        <p:nvSpPr>
          <p:cNvPr id="7" name="Text 5"/>
          <p:cNvSpPr/>
          <p:nvPr/>
        </p:nvSpPr>
        <p:spPr>
          <a:xfrm>
            <a:off x="457200" y="1213659"/>
            <a:ext cx="734291" cy="777240"/>
          </a:xfrm>
          <a:prstGeom prst="rect">
            <a:avLst/>
          </a:prstGeom>
          <a:noFill/>
          <a:ln/>
        </p:spPr>
        <p:txBody>
          <a:bodyPr wrap="square" rtlCol="0" anchor="ctr"/>
          <a:lstStyle/>
          <a:p>
            <a:pPr marL="0" indent="0" algn="ctr">
              <a:buNone/>
            </a:pPr>
            <a:r>
              <a:rPr lang="fr-FR" sz="3400" b="1" noProof="0">
                <a:solidFill>
                  <a:srgbClr val="FFFFFF"/>
                </a:solidFill>
                <a:latin typeface="Trebuchet MS" pitchFamily="34" charset="0"/>
                <a:ea typeface="Trebuchet MS" pitchFamily="34" charset="-122"/>
                <a:cs typeface="Trebuchet MS" pitchFamily="34" charset="-120"/>
              </a:rPr>
              <a:t>F2</a:t>
            </a:r>
            <a:endParaRPr lang="fr-FR" sz="3400" noProof="0"/>
          </a:p>
        </p:txBody>
      </p:sp>
      <p:sp>
        <p:nvSpPr>
          <p:cNvPr id="8" name="Text 6"/>
          <p:cNvSpPr/>
          <p:nvPr/>
        </p:nvSpPr>
        <p:spPr>
          <a:xfrm>
            <a:off x="1165029" y="1419399"/>
            <a:ext cx="1762021" cy="365760"/>
          </a:xfrm>
          <a:prstGeom prst="rect">
            <a:avLst/>
          </a:prstGeom>
          <a:noFill/>
          <a:ln/>
        </p:spPr>
        <p:txBody>
          <a:bodyPr wrap="square" rtlCol="0" anchor="ctr"/>
          <a:lstStyle/>
          <a:p>
            <a:pPr marL="0" indent="0" algn="ctr">
              <a:buNone/>
            </a:pPr>
            <a:r>
              <a:rPr lang="fr-FR" sz="1350" b="1" noProof="0">
                <a:solidFill>
                  <a:schemeClr val="bg1"/>
                </a:solidFill>
                <a:latin typeface="Trebuchet MS" pitchFamily="34" charset="0"/>
                <a:ea typeface="Trebuchet MS" pitchFamily="34" charset="-122"/>
                <a:cs typeface="Trebuchet MS" pitchFamily="34" charset="-120"/>
              </a:rPr>
              <a:t>Capacité minimale</a:t>
            </a:r>
            <a:endParaRPr lang="fr-FR" sz="1350" noProof="0">
              <a:solidFill>
                <a:schemeClr val="bg1"/>
              </a:solidFill>
            </a:endParaRPr>
          </a:p>
        </p:txBody>
      </p:sp>
      <p:sp>
        <p:nvSpPr>
          <p:cNvPr id="9" name="Text 7"/>
          <p:cNvSpPr/>
          <p:nvPr/>
        </p:nvSpPr>
        <p:spPr>
          <a:xfrm>
            <a:off x="640080" y="2128059"/>
            <a:ext cx="2313432" cy="1143000"/>
          </a:xfrm>
          <a:prstGeom prst="rect">
            <a:avLst/>
          </a:prstGeom>
          <a:noFill/>
          <a:ln/>
        </p:spPr>
        <p:txBody>
          <a:bodyPr wrap="square" rtlCol="0" anchor="t"/>
          <a:lstStyle/>
          <a:p>
            <a:pPr marL="0" indent="0" algn="ctr">
              <a:lnSpc>
                <a:spcPts val="1350"/>
              </a:lnSpc>
              <a:buNone/>
            </a:pPr>
            <a:r>
              <a:rPr lang="fr-FR" sz="1050" noProof="0">
                <a:solidFill>
                  <a:srgbClr val="3C4D63"/>
                </a:solidFill>
                <a:latin typeface="Calibri" pitchFamily="34" charset="0"/>
                <a:ea typeface="Calibri" pitchFamily="34" charset="-122"/>
                <a:cs typeface="Calibri" pitchFamily="34" charset="-120"/>
              </a:rPr>
              <a:t>Permet de créer et d’exécuter des Data Agents dans Fabric. </a:t>
            </a:r>
          </a:p>
          <a:p>
            <a:pPr marL="0" indent="0" algn="ctr">
              <a:lnSpc>
                <a:spcPts val="1350"/>
              </a:lnSpc>
              <a:buNone/>
            </a:pPr>
            <a:endParaRPr lang="fr-FR" sz="1050" noProof="0">
              <a:solidFill>
                <a:srgbClr val="3C4D63"/>
              </a:solidFill>
              <a:latin typeface="Calibri" pitchFamily="34" charset="0"/>
              <a:ea typeface="Calibri" pitchFamily="34" charset="-122"/>
              <a:cs typeface="Calibri" pitchFamily="34" charset="-120"/>
            </a:endParaRPr>
          </a:p>
          <a:p>
            <a:pPr marL="0" indent="0" algn="ctr">
              <a:lnSpc>
                <a:spcPts val="1350"/>
              </a:lnSpc>
              <a:buNone/>
            </a:pPr>
            <a:r>
              <a:rPr lang="fr-FR" sz="1050" noProof="0">
                <a:solidFill>
                  <a:srgbClr val="3C4D63"/>
                </a:solidFill>
                <a:latin typeface="Calibri" pitchFamily="34" charset="0"/>
                <a:ea typeface="Calibri" pitchFamily="34" charset="-122"/>
                <a:cs typeface="Calibri" pitchFamily="34" charset="-120"/>
              </a:rPr>
              <a:t>Cette </a:t>
            </a:r>
            <a:r>
              <a:rPr lang="fr-FR" sz="1050">
                <a:solidFill>
                  <a:srgbClr val="3C4D63"/>
                </a:solidFill>
                <a:latin typeface="Calibri" pitchFamily="34" charset="0"/>
                <a:ea typeface="Calibri" pitchFamily="34" charset="-122"/>
                <a:cs typeface="Calibri" pitchFamily="34" charset="-120"/>
              </a:rPr>
              <a:t>capacité payante (F2+ ou Power BI Premium P1+ avec Fabric activé) constitue le socle technique pour démarrer.</a:t>
            </a:r>
            <a:endParaRPr lang="fr-FR" sz="1050" noProof="0"/>
          </a:p>
        </p:txBody>
      </p:sp>
      <p:sp>
        <p:nvSpPr>
          <p:cNvPr id="10" name="Shape 8"/>
          <p:cNvSpPr/>
          <p:nvPr/>
        </p:nvSpPr>
        <p:spPr>
          <a:xfrm>
            <a:off x="3319272" y="1167938"/>
            <a:ext cx="2679192" cy="2378825"/>
          </a:xfrm>
          <a:prstGeom prst="rect">
            <a:avLst/>
          </a:prstGeom>
          <a:solidFill>
            <a:srgbClr val="FFFFFF"/>
          </a:solidFill>
          <a:ln w="12700">
            <a:solidFill>
              <a:srgbClr val="DCE4EE"/>
            </a:solidFill>
            <a:prstDash val="solid"/>
          </a:ln>
          <a:effectLst>
            <a:outerShdw blurRad="88900" dist="38100" dir="5400000" algn="bl" rotWithShape="0">
              <a:srgbClr val="0E2240">
                <a:alpha val="10000"/>
              </a:srgbClr>
            </a:outerShdw>
          </a:effectLst>
        </p:spPr>
        <p:txBody>
          <a:bodyPr/>
          <a:lstStyle/>
          <a:p>
            <a:endParaRPr lang="fr-FR" noProof="0"/>
          </a:p>
        </p:txBody>
      </p:sp>
      <p:sp>
        <p:nvSpPr>
          <p:cNvPr id="11" name="Shape 9"/>
          <p:cNvSpPr/>
          <p:nvPr/>
        </p:nvSpPr>
        <p:spPr>
          <a:xfrm>
            <a:off x="3319272" y="1167939"/>
            <a:ext cx="2679192" cy="868680"/>
          </a:xfrm>
          <a:prstGeom prst="rect">
            <a:avLst/>
          </a:prstGeom>
          <a:solidFill>
            <a:srgbClr val="1C4E80"/>
          </a:solidFill>
          <a:ln/>
        </p:spPr>
        <p:txBody>
          <a:bodyPr/>
          <a:lstStyle/>
          <a:p>
            <a:endParaRPr lang="fr-FR" noProof="0"/>
          </a:p>
        </p:txBody>
      </p:sp>
      <p:sp>
        <p:nvSpPr>
          <p:cNvPr id="12" name="Text 10"/>
          <p:cNvSpPr/>
          <p:nvPr/>
        </p:nvSpPr>
        <p:spPr>
          <a:xfrm>
            <a:off x="3319272" y="1213659"/>
            <a:ext cx="970095" cy="777240"/>
          </a:xfrm>
          <a:prstGeom prst="rect">
            <a:avLst/>
          </a:prstGeom>
          <a:noFill/>
          <a:ln/>
        </p:spPr>
        <p:txBody>
          <a:bodyPr wrap="square" rtlCol="0" anchor="ctr"/>
          <a:lstStyle/>
          <a:p>
            <a:pPr marL="0" indent="0" algn="ctr">
              <a:buNone/>
            </a:pPr>
            <a:r>
              <a:rPr lang="fr-FR" sz="3400" b="1" noProof="0">
                <a:solidFill>
                  <a:srgbClr val="FFFFFF"/>
                </a:solidFill>
                <a:latin typeface="Trebuchet MS" pitchFamily="34" charset="0"/>
                <a:ea typeface="Trebuchet MS" pitchFamily="34" charset="-122"/>
                <a:cs typeface="Trebuchet MS" pitchFamily="34" charset="-120"/>
              </a:rPr>
              <a:t>F64</a:t>
            </a:r>
            <a:endParaRPr lang="fr-FR" sz="3400" noProof="0"/>
          </a:p>
        </p:txBody>
      </p:sp>
      <p:sp>
        <p:nvSpPr>
          <p:cNvPr id="13" name="Text 11"/>
          <p:cNvSpPr/>
          <p:nvPr/>
        </p:nvSpPr>
        <p:spPr>
          <a:xfrm>
            <a:off x="4289367" y="1419399"/>
            <a:ext cx="1476340" cy="365760"/>
          </a:xfrm>
          <a:prstGeom prst="rect">
            <a:avLst/>
          </a:prstGeom>
          <a:noFill/>
          <a:ln/>
        </p:spPr>
        <p:txBody>
          <a:bodyPr wrap="square" rtlCol="0" anchor="ctr"/>
          <a:lstStyle/>
          <a:p>
            <a:pPr marL="0" indent="0" algn="ctr">
              <a:buNone/>
            </a:pPr>
            <a:r>
              <a:rPr lang="fr-FR" sz="1350" b="1" noProof="0">
                <a:solidFill>
                  <a:schemeClr val="bg1"/>
                </a:solidFill>
                <a:latin typeface="Trebuchet MS" pitchFamily="34" charset="0"/>
                <a:ea typeface="Trebuchet MS" pitchFamily="34" charset="-122"/>
                <a:cs typeface="Trebuchet MS" pitchFamily="34" charset="-120"/>
              </a:rPr>
              <a:t>Copilot dans Fabric</a:t>
            </a:r>
            <a:endParaRPr lang="fr-FR" sz="1350" noProof="0">
              <a:solidFill>
                <a:schemeClr val="bg1"/>
              </a:solidFill>
            </a:endParaRPr>
          </a:p>
        </p:txBody>
      </p:sp>
      <p:sp>
        <p:nvSpPr>
          <p:cNvPr id="14" name="Text 12"/>
          <p:cNvSpPr/>
          <p:nvPr/>
        </p:nvSpPr>
        <p:spPr>
          <a:xfrm>
            <a:off x="3391593" y="2128058"/>
            <a:ext cx="2549235" cy="1285701"/>
          </a:xfrm>
          <a:prstGeom prst="rect">
            <a:avLst/>
          </a:prstGeom>
          <a:noFill/>
          <a:ln/>
        </p:spPr>
        <p:txBody>
          <a:bodyPr wrap="square" rtlCol="0" anchor="t"/>
          <a:lstStyle/>
          <a:p>
            <a:pPr marL="0" indent="0" algn="ctr">
              <a:lnSpc>
                <a:spcPts val="1350"/>
              </a:lnSpc>
              <a:buNone/>
            </a:pPr>
            <a:r>
              <a:rPr lang="fr-FR" sz="1050" noProof="0" dirty="0">
                <a:solidFill>
                  <a:srgbClr val="3C4D63"/>
                </a:solidFill>
                <a:latin typeface="Calibri" pitchFamily="34" charset="0"/>
                <a:ea typeface="Calibri" pitchFamily="34" charset="-122"/>
                <a:cs typeface="Calibri" pitchFamily="34" charset="-120"/>
              </a:rPr>
              <a:t>Permet d’avoir des ressources suffisantes pour un usage en production combinant rapports et data agents.</a:t>
            </a:r>
          </a:p>
          <a:p>
            <a:pPr marL="0" indent="0" algn="ctr">
              <a:lnSpc>
                <a:spcPts val="1350"/>
              </a:lnSpc>
              <a:buNone/>
            </a:pPr>
            <a:endParaRPr lang="fr-FR" sz="1050" noProof="0" dirty="0">
              <a:solidFill>
                <a:srgbClr val="3C4D63"/>
              </a:solidFill>
              <a:latin typeface="Calibri" pitchFamily="34" charset="0"/>
              <a:ea typeface="Calibri" pitchFamily="34" charset="-122"/>
              <a:cs typeface="Calibri" pitchFamily="34" charset="-120"/>
            </a:endParaRPr>
          </a:p>
          <a:p>
            <a:pPr marL="0" indent="0" algn="ctr">
              <a:lnSpc>
                <a:spcPts val="1350"/>
              </a:lnSpc>
              <a:buNone/>
            </a:pPr>
            <a:r>
              <a:rPr lang="fr-FR" sz="1050" noProof="0" dirty="0">
                <a:solidFill>
                  <a:srgbClr val="3C4D63"/>
                </a:solidFill>
                <a:latin typeface="Calibri" pitchFamily="34" charset="0"/>
                <a:ea typeface="Calibri" pitchFamily="34" charset="-122"/>
                <a:cs typeface="Calibri" pitchFamily="34" charset="-120"/>
              </a:rPr>
              <a:t>La capacité F64+ inclut les services Power BI et centralise la facturation </a:t>
            </a:r>
            <a:r>
              <a:rPr lang="fr-FR" sz="1050" noProof="0" dirty="0" err="1">
                <a:solidFill>
                  <a:srgbClr val="3C4D63"/>
                </a:solidFill>
                <a:latin typeface="Calibri" pitchFamily="34" charset="0"/>
                <a:ea typeface="Calibri" pitchFamily="34" charset="-122"/>
                <a:cs typeface="Calibri" pitchFamily="34" charset="-120"/>
              </a:rPr>
              <a:t>Copilot</a:t>
            </a:r>
            <a:r>
              <a:rPr lang="fr-FR" sz="1050" noProof="0" dirty="0">
                <a:solidFill>
                  <a:srgbClr val="3C4D63"/>
                </a:solidFill>
                <a:latin typeface="Calibri" pitchFamily="34" charset="0"/>
                <a:ea typeface="Calibri" pitchFamily="34" charset="-122"/>
                <a:cs typeface="Calibri" pitchFamily="34" charset="-120"/>
              </a:rPr>
              <a:t>.</a:t>
            </a:r>
            <a:endParaRPr lang="fr-FR" sz="1050" noProof="0" dirty="0"/>
          </a:p>
        </p:txBody>
      </p:sp>
      <p:sp>
        <p:nvSpPr>
          <p:cNvPr id="15" name="Shape 13"/>
          <p:cNvSpPr/>
          <p:nvPr/>
        </p:nvSpPr>
        <p:spPr>
          <a:xfrm>
            <a:off x="6180374" y="1163491"/>
            <a:ext cx="2679192" cy="2378825"/>
          </a:xfrm>
          <a:prstGeom prst="rect">
            <a:avLst/>
          </a:prstGeom>
          <a:solidFill>
            <a:srgbClr val="FFFFFF"/>
          </a:solidFill>
          <a:ln w="12700">
            <a:solidFill>
              <a:srgbClr val="DCE4EE"/>
            </a:solidFill>
            <a:prstDash val="solid"/>
          </a:ln>
          <a:effectLst>
            <a:outerShdw blurRad="88900" dist="38100" dir="5400000" algn="bl" rotWithShape="0">
              <a:srgbClr val="0E2240">
                <a:alpha val="10000"/>
              </a:srgbClr>
            </a:outerShdw>
          </a:effectLst>
        </p:spPr>
        <p:txBody>
          <a:bodyPr/>
          <a:lstStyle/>
          <a:p>
            <a:endParaRPr lang="fr-FR" noProof="0"/>
          </a:p>
        </p:txBody>
      </p:sp>
      <p:sp>
        <p:nvSpPr>
          <p:cNvPr id="16" name="Shape 14"/>
          <p:cNvSpPr/>
          <p:nvPr/>
        </p:nvSpPr>
        <p:spPr>
          <a:xfrm>
            <a:off x="6180374" y="1163492"/>
            <a:ext cx="2679192" cy="868680"/>
          </a:xfrm>
          <a:prstGeom prst="rect">
            <a:avLst/>
          </a:prstGeom>
          <a:solidFill>
            <a:srgbClr val="F26522"/>
          </a:solidFill>
          <a:ln/>
        </p:spPr>
        <p:txBody>
          <a:bodyPr/>
          <a:lstStyle/>
          <a:p>
            <a:endParaRPr lang="fr-FR" noProof="0"/>
          </a:p>
        </p:txBody>
      </p:sp>
      <p:sp>
        <p:nvSpPr>
          <p:cNvPr id="17" name="Text 15"/>
          <p:cNvSpPr/>
          <p:nvPr/>
        </p:nvSpPr>
        <p:spPr>
          <a:xfrm>
            <a:off x="6181344" y="1213659"/>
            <a:ext cx="1444198" cy="777240"/>
          </a:xfrm>
          <a:prstGeom prst="rect">
            <a:avLst/>
          </a:prstGeom>
          <a:noFill/>
          <a:ln/>
        </p:spPr>
        <p:txBody>
          <a:bodyPr wrap="square" rtlCol="0" anchor="ctr"/>
          <a:lstStyle/>
          <a:p>
            <a:pPr marL="0" indent="0" algn="ctr">
              <a:buNone/>
            </a:pPr>
            <a:r>
              <a:rPr lang="fr-FR" sz="3400" b="1" noProof="0">
                <a:solidFill>
                  <a:srgbClr val="FFFFFF"/>
                </a:solidFill>
                <a:latin typeface="Trebuchet MS" pitchFamily="34" charset="0"/>
                <a:ea typeface="Trebuchet MS" pitchFamily="34" charset="-122"/>
                <a:cs typeface="Trebuchet MS" pitchFamily="34" charset="-120"/>
              </a:rPr>
              <a:t>M365</a:t>
            </a:r>
            <a:endParaRPr lang="fr-FR" sz="3400" noProof="0"/>
          </a:p>
        </p:txBody>
      </p:sp>
      <p:sp>
        <p:nvSpPr>
          <p:cNvPr id="18" name="Text 16"/>
          <p:cNvSpPr/>
          <p:nvPr/>
        </p:nvSpPr>
        <p:spPr>
          <a:xfrm>
            <a:off x="7519970" y="1419399"/>
            <a:ext cx="1185118" cy="365760"/>
          </a:xfrm>
          <a:prstGeom prst="rect">
            <a:avLst/>
          </a:prstGeom>
          <a:noFill/>
          <a:ln/>
        </p:spPr>
        <p:txBody>
          <a:bodyPr wrap="square" rtlCol="0" anchor="ctr"/>
          <a:lstStyle/>
          <a:p>
            <a:pPr marL="0" indent="0" algn="ctr">
              <a:buNone/>
            </a:pPr>
            <a:r>
              <a:rPr lang="fr-FR" sz="1350" b="1" noProof="0">
                <a:solidFill>
                  <a:schemeClr val="bg1"/>
                </a:solidFill>
                <a:latin typeface="Trebuchet MS" pitchFamily="34" charset="0"/>
                <a:ea typeface="Trebuchet MS" pitchFamily="34" charset="-122"/>
                <a:cs typeface="Trebuchet MS" pitchFamily="34" charset="-120"/>
              </a:rPr>
              <a:t>Copilot dans Teams</a:t>
            </a:r>
            <a:endParaRPr lang="fr-FR" sz="1350" noProof="0">
              <a:solidFill>
                <a:schemeClr val="bg1"/>
              </a:solidFill>
            </a:endParaRPr>
          </a:p>
        </p:txBody>
      </p:sp>
      <p:sp>
        <p:nvSpPr>
          <p:cNvPr id="19" name="Text 17"/>
          <p:cNvSpPr/>
          <p:nvPr/>
        </p:nvSpPr>
        <p:spPr>
          <a:xfrm>
            <a:off x="6364224" y="2128058"/>
            <a:ext cx="2313432" cy="1143001"/>
          </a:xfrm>
          <a:prstGeom prst="rect">
            <a:avLst/>
          </a:prstGeom>
          <a:noFill/>
          <a:ln/>
        </p:spPr>
        <p:txBody>
          <a:bodyPr wrap="square" rtlCol="0" anchor="t"/>
          <a:lstStyle/>
          <a:p>
            <a:pPr marL="0" indent="0" algn="ctr">
              <a:lnSpc>
                <a:spcPts val="1350"/>
              </a:lnSpc>
              <a:buNone/>
            </a:pPr>
            <a:r>
              <a:rPr lang="fr-FR" sz="1050">
                <a:solidFill>
                  <a:srgbClr val="3C4D63"/>
                </a:solidFill>
                <a:latin typeface="Calibri" pitchFamily="34" charset="0"/>
                <a:ea typeface="Calibri" pitchFamily="34" charset="-122"/>
                <a:cs typeface="Calibri" pitchFamily="34" charset="-120"/>
              </a:rPr>
              <a:t>Requise pour interagir avec les agents Fabric depuis Teams ou Microsoft 365 Copilot. </a:t>
            </a:r>
          </a:p>
          <a:p>
            <a:pPr marL="0" indent="0" algn="ctr">
              <a:lnSpc>
                <a:spcPts val="1350"/>
              </a:lnSpc>
              <a:buNone/>
            </a:pPr>
            <a:endParaRPr lang="fr-FR" sz="1050">
              <a:solidFill>
                <a:srgbClr val="3C4D63"/>
              </a:solidFill>
              <a:latin typeface="Calibri" pitchFamily="34" charset="0"/>
              <a:ea typeface="Calibri" pitchFamily="34" charset="-122"/>
              <a:cs typeface="Calibri" pitchFamily="34" charset="-120"/>
            </a:endParaRPr>
          </a:p>
          <a:p>
            <a:pPr marL="0" indent="0" algn="ctr">
              <a:lnSpc>
                <a:spcPts val="1350"/>
              </a:lnSpc>
              <a:buNone/>
            </a:pPr>
            <a:r>
              <a:rPr lang="fr-FR" sz="1050">
                <a:solidFill>
                  <a:srgbClr val="3C4D63"/>
                </a:solidFill>
                <a:latin typeface="Calibri" pitchFamily="34" charset="0"/>
                <a:ea typeface="Calibri" pitchFamily="34" charset="-122"/>
                <a:cs typeface="Calibri" pitchFamily="34" charset="-120"/>
              </a:rPr>
              <a:t>Chaque utilisateur doit disposer d’une licence M365 Copilot pour consommer les réponses des agents.</a:t>
            </a:r>
            <a:endParaRPr lang="fr-FR" sz="1050" noProof="0"/>
          </a:p>
        </p:txBody>
      </p:sp>
      <p:sp>
        <p:nvSpPr>
          <p:cNvPr id="20" name="Shape 18"/>
          <p:cNvSpPr/>
          <p:nvPr/>
        </p:nvSpPr>
        <p:spPr>
          <a:xfrm>
            <a:off x="457200" y="3822192"/>
            <a:ext cx="4114800" cy="905256"/>
          </a:xfrm>
          <a:prstGeom prst="rect">
            <a:avLst/>
          </a:prstGeom>
          <a:solidFill>
            <a:srgbClr val="EAF0F8"/>
          </a:solidFill>
          <a:ln/>
        </p:spPr>
        <p:txBody>
          <a:bodyPr/>
          <a:lstStyle/>
          <a:p>
            <a:endParaRPr lang="fr-FR" noProof="0"/>
          </a:p>
        </p:txBody>
      </p:sp>
      <p:sp>
        <p:nvSpPr>
          <p:cNvPr id="21" name="Shape 19"/>
          <p:cNvSpPr/>
          <p:nvPr/>
        </p:nvSpPr>
        <p:spPr>
          <a:xfrm>
            <a:off x="457200" y="3822192"/>
            <a:ext cx="69273" cy="905256"/>
          </a:xfrm>
          <a:prstGeom prst="rect">
            <a:avLst/>
          </a:prstGeom>
          <a:solidFill>
            <a:srgbClr val="F26522"/>
          </a:solidFill>
          <a:ln/>
        </p:spPr>
        <p:txBody>
          <a:bodyPr/>
          <a:lstStyle/>
          <a:p>
            <a:endParaRPr lang="fr-FR" noProof="0"/>
          </a:p>
        </p:txBody>
      </p:sp>
      <p:sp>
        <p:nvSpPr>
          <p:cNvPr id="22" name="Text 20"/>
          <p:cNvSpPr/>
          <p:nvPr/>
        </p:nvSpPr>
        <p:spPr>
          <a:xfrm>
            <a:off x="809105" y="3822192"/>
            <a:ext cx="3480262" cy="905256"/>
          </a:xfrm>
          <a:prstGeom prst="rect">
            <a:avLst/>
          </a:prstGeom>
          <a:noFill/>
          <a:ln/>
        </p:spPr>
        <p:txBody>
          <a:bodyPr wrap="square" rtlCol="0" anchor="ctr"/>
          <a:lstStyle/>
          <a:p>
            <a:pPr marL="0" indent="0">
              <a:lnSpc>
                <a:spcPts val="1350"/>
              </a:lnSpc>
              <a:buNone/>
            </a:pPr>
            <a:r>
              <a:rPr lang="fr-FR" sz="1050" u="sng" noProof="0">
                <a:solidFill>
                  <a:srgbClr val="16273D"/>
                </a:solidFill>
                <a:latin typeface="Calibri" pitchFamily="34" charset="0"/>
                <a:ea typeface="Calibri" pitchFamily="34" charset="-122"/>
                <a:cs typeface="Calibri" pitchFamily="34" charset="-120"/>
              </a:rPr>
              <a:t>Réglages tenant à activer </a:t>
            </a:r>
            <a:r>
              <a:rPr lang="fr-FR" sz="1050" b="1" noProof="0">
                <a:solidFill>
                  <a:srgbClr val="16273D"/>
                </a:solidFill>
                <a:latin typeface="Calibri" pitchFamily="34" charset="0"/>
                <a:ea typeface="Calibri" pitchFamily="34" charset="-122"/>
                <a:cs typeface="Calibri" pitchFamily="34" charset="-120"/>
              </a:rPr>
              <a:t>: </a:t>
            </a:r>
          </a:p>
          <a:p>
            <a:pPr marL="171450" indent="-171450">
              <a:lnSpc>
                <a:spcPts val="1350"/>
              </a:lnSpc>
              <a:buFont typeface="Arial" panose="020B0604020202020204" pitchFamily="34" charset="0"/>
              <a:buChar char="•"/>
            </a:pPr>
            <a:r>
              <a:rPr lang="fr-FR" sz="1050" noProof="0">
                <a:solidFill>
                  <a:srgbClr val="3C4D63"/>
                </a:solidFill>
                <a:latin typeface="Calibri" pitchFamily="34" charset="0"/>
                <a:ea typeface="Calibri" pitchFamily="34" charset="-122"/>
                <a:cs typeface="Calibri" pitchFamily="34" charset="-120"/>
              </a:rPr>
              <a:t>Paramètre </a:t>
            </a:r>
            <a:r>
              <a:rPr lang="fr-FR" sz="1050" b="1" noProof="0">
                <a:solidFill>
                  <a:srgbClr val="3C4D63"/>
                </a:solidFill>
                <a:latin typeface="Calibri" pitchFamily="34" charset="0"/>
                <a:ea typeface="Calibri" pitchFamily="34" charset="-122"/>
                <a:cs typeface="Calibri" pitchFamily="34" charset="-120"/>
              </a:rPr>
              <a:t>Fabric data agent</a:t>
            </a:r>
            <a:r>
              <a:rPr lang="fr-FR" sz="1050" noProof="0">
                <a:solidFill>
                  <a:srgbClr val="3C4D63"/>
                </a:solidFill>
                <a:latin typeface="Calibri" pitchFamily="34" charset="0"/>
                <a:ea typeface="Calibri" pitchFamily="34" charset="-122"/>
                <a:cs typeface="Calibri" pitchFamily="34" charset="-120"/>
              </a:rPr>
              <a:t> ;</a:t>
            </a:r>
          </a:p>
          <a:p>
            <a:pPr marL="171450" indent="-171450">
              <a:lnSpc>
                <a:spcPts val="1350"/>
              </a:lnSpc>
              <a:buFont typeface="Arial" panose="020B0604020202020204" pitchFamily="34" charset="0"/>
              <a:buChar char="•"/>
            </a:pPr>
            <a:r>
              <a:rPr lang="fr-FR" sz="1050">
                <a:solidFill>
                  <a:srgbClr val="3C4D63"/>
                </a:solidFill>
                <a:latin typeface="Calibri" pitchFamily="34" charset="0"/>
                <a:ea typeface="Calibri" pitchFamily="34" charset="-122"/>
                <a:cs typeface="Calibri" pitchFamily="34" charset="-120"/>
              </a:rPr>
              <a:t>C</a:t>
            </a:r>
            <a:r>
              <a:rPr lang="fr-FR" sz="1050" noProof="0" err="1">
                <a:solidFill>
                  <a:srgbClr val="3C4D63"/>
                </a:solidFill>
                <a:latin typeface="Calibri" pitchFamily="34" charset="0"/>
                <a:ea typeface="Calibri" pitchFamily="34" charset="-122"/>
                <a:cs typeface="Calibri" pitchFamily="34" charset="-120"/>
              </a:rPr>
              <a:t>ommutateur</a:t>
            </a:r>
            <a:r>
              <a:rPr lang="fr-FR" sz="1050" b="1" noProof="0">
                <a:solidFill>
                  <a:srgbClr val="3C4D63"/>
                </a:solidFill>
                <a:latin typeface="Calibri" pitchFamily="34" charset="0"/>
                <a:ea typeface="Calibri" pitchFamily="34" charset="-122"/>
                <a:cs typeface="Calibri" pitchFamily="34" charset="-120"/>
              </a:rPr>
              <a:t> Copilot</a:t>
            </a:r>
            <a:r>
              <a:rPr lang="fr-FR" sz="1050" b="1">
                <a:solidFill>
                  <a:srgbClr val="3C4D63"/>
                </a:solidFill>
                <a:latin typeface="Calibri" pitchFamily="34" charset="0"/>
                <a:ea typeface="Calibri" pitchFamily="34" charset="-122"/>
                <a:cs typeface="Calibri" pitchFamily="34" charset="-120"/>
              </a:rPr>
              <a:t> </a:t>
            </a:r>
            <a:r>
              <a:rPr lang="fr-FR" sz="1050">
                <a:solidFill>
                  <a:srgbClr val="3C4D63"/>
                </a:solidFill>
                <a:latin typeface="Calibri" pitchFamily="34" charset="0"/>
                <a:ea typeface="Calibri" pitchFamily="34" charset="-122"/>
                <a:cs typeface="Calibri" pitchFamily="34" charset="-120"/>
              </a:rPr>
              <a:t>;</a:t>
            </a:r>
            <a:r>
              <a:rPr lang="fr-FR" sz="1050" noProof="0">
                <a:solidFill>
                  <a:srgbClr val="3C4D63"/>
                </a:solidFill>
                <a:latin typeface="Calibri" pitchFamily="34" charset="0"/>
                <a:ea typeface="Calibri" pitchFamily="34" charset="-122"/>
                <a:cs typeface="Calibri" pitchFamily="34" charset="-120"/>
              </a:rPr>
              <a:t> </a:t>
            </a:r>
          </a:p>
          <a:p>
            <a:pPr marL="171450" indent="-171450">
              <a:lnSpc>
                <a:spcPts val="1350"/>
              </a:lnSpc>
              <a:buFont typeface="Arial" panose="020B0604020202020204" pitchFamily="34" charset="0"/>
              <a:buChar char="•"/>
            </a:pPr>
            <a:r>
              <a:rPr lang="fr-FR" sz="1050">
                <a:solidFill>
                  <a:srgbClr val="3C4D63"/>
                </a:solidFill>
                <a:latin typeface="Calibri" pitchFamily="34" charset="0"/>
                <a:ea typeface="Calibri" pitchFamily="34" charset="-122"/>
                <a:cs typeface="Calibri" pitchFamily="34" charset="-120"/>
              </a:rPr>
              <a:t>T</a:t>
            </a:r>
            <a:r>
              <a:rPr lang="fr-FR" sz="1050" noProof="0" err="1">
                <a:solidFill>
                  <a:srgbClr val="3C4D63"/>
                </a:solidFill>
                <a:latin typeface="Calibri" pitchFamily="34" charset="0"/>
                <a:ea typeface="Calibri" pitchFamily="34" charset="-122"/>
                <a:cs typeface="Calibri" pitchFamily="34" charset="-120"/>
              </a:rPr>
              <a:t>raitement</a:t>
            </a:r>
            <a:r>
              <a:rPr lang="fr-FR" sz="1050" noProof="0">
                <a:solidFill>
                  <a:srgbClr val="3C4D63"/>
                </a:solidFill>
                <a:latin typeface="Calibri" pitchFamily="34" charset="0"/>
                <a:ea typeface="Calibri" pitchFamily="34" charset="-122"/>
                <a:cs typeface="Calibri" pitchFamily="34" charset="-120"/>
              </a:rPr>
              <a:t> et stockage </a:t>
            </a:r>
            <a:r>
              <a:rPr lang="fr-FR" sz="1050" b="1" noProof="0">
                <a:solidFill>
                  <a:srgbClr val="3C4D63"/>
                </a:solidFill>
                <a:latin typeface="Calibri" pitchFamily="34" charset="0"/>
                <a:ea typeface="Calibri" pitchFamily="34" charset="-122"/>
                <a:cs typeface="Calibri" pitchFamily="34" charset="-120"/>
              </a:rPr>
              <a:t>cross-géo </a:t>
            </a:r>
            <a:r>
              <a:rPr lang="fr-FR" sz="1050" noProof="0">
                <a:solidFill>
                  <a:srgbClr val="3C4D63"/>
                </a:solidFill>
                <a:latin typeface="Calibri" pitchFamily="34" charset="0"/>
                <a:ea typeface="Calibri" pitchFamily="34" charset="-122"/>
                <a:cs typeface="Calibri" pitchFamily="34" charset="-120"/>
              </a:rPr>
              <a:t>pour l’IA ;</a:t>
            </a:r>
          </a:p>
          <a:p>
            <a:pPr marL="171450" indent="-171450">
              <a:lnSpc>
                <a:spcPts val="1350"/>
              </a:lnSpc>
              <a:buFont typeface="Arial" panose="020B0604020202020204" pitchFamily="34" charset="0"/>
              <a:buChar char="•"/>
            </a:pPr>
            <a:r>
              <a:rPr lang="fr-FR" sz="1050" b="1">
                <a:solidFill>
                  <a:srgbClr val="3C4D63"/>
                </a:solidFill>
                <a:latin typeface="Calibri" pitchFamily="34" charset="0"/>
                <a:ea typeface="Calibri" pitchFamily="34" charset="-122"/>
                <a:cs typeface="Calibri" pitchFamily="34" charset="-120"/>
              </a:rPr>
              <a:t>E</a:t>
            </a:r>
            <a:r>
              <a:rPr lang="fr-FR" sz="1050" b="1" noProof="0" err="1">
                <a:solidFill>
                  <a:srgbClr val="3C4D63"/>
                </a:solidFill>
                <a:latin typeface="Calibri" pitchFamily="34" charset="0"/>
                <a:ea typeface="Calibri" pitchFamily="34" charset="-122"/>
                <a:cs typeface="Calibri" pitchFamily="34" charset="-120"/>
              </a:rPr>
              <a:t>ndpoints</a:t>
            </a:r>
            <a:r>
              <a:rPr lang="fr-FR" sz="1050" b="1" noProof="0">
                <a:solidFill>
                  <a:srgbClr val="3C4D63"/>
                </a:solidFill>
                <a:latin typeface="Calibri" pitchFamily="34" charset="0"/>
                <a:ea typeface="Calibri" pitchFamily="34" charset="-122"/>
                <a:cs typeface="Calibri" pitchFamily="34" charset="-120"/>
              </a:rPr>
              <a:t> XMLA </a:t>
            </a:r>
            <a:r>
              <a:rPr lang="fr-FR" sz="1050" noProof="0">
                <a:solidFill>
                  <a:srgbClr val="3C4D63"/>
                </a:solidFill>
                <a:latin typeface="Calibri" pitchFamily="34" charset="0"/>
                <a:ea typeface="Calibri" pitchFamily="34" charset="-122"/>
                <a:cs typeface="Calibri" pitchFamily="34" charset="-120"/>
              </a:rPr>
              <a:t>pour les modèles sémantiques. </a:t>
            </a:r>
          </a:p>
        </p:txBody>
      </p:sp>
      <p:pic>
        <p:nvPicPr>
          <p:cNvPr id="26" name="Image 25">
            <a:extLst>
              <a:ext uri="{FF2B5EF4-FFF2-40B4-BE49-F238E27FC236}">
                <a16:creationId xmlns:a16="http://schemas.microsoft.com/office/drawing/2014/main" id="{CBF2EC19-D960-CB8E-B953-8483687E3CED}"/>
              </a:ext>
            </a:extLst>
          </p:cNvPr>
          <p:cNvPicPr>
            <a:picLocks noChangeAspect="1"/>
          </p:cNvPicPr>
          <p:nvPr/>
        </p:nvPicPr>
        <p:blipFill>
          <a:blip r:embed="rId3"/>
          <a:stretch>
            <a:fillRect/>
          </a:stretch>
        </p:blipFill>
        <p:spPr>
          <a:xfrm>
            <a:off x="63322" y="4764044"/>
            <a:ext cx="315050" cy="324277"/>
          </a:xfrm>
          <a:prstGeom prst="rect">
            <a:avLst/>
          </a:prstGeom>
        </p:spPr>
      </p:pic>
      <p:sp>
        <p:nvSpPr>
          <p:cNvPr id="30" name="Text 20">
            <a:extLst>
              <a:ext uri="{FF2B5EF4-FFF2-40B4-BE49-F238E27FC236}">
                <a16:creationId xmlns:a16="http://schemas.microsoft.com/office/drawing/2014/main" id="{683BC984-CA88-25EA-4032-EC21364345A0}"/>
              </a:ext>
            </a:extLst>
          </p:cNvPr>
          <p:cNvSpPr/>
          <p:nvPr/>
        </p:nvSpPr>
        <p:spPr>
          <a:xfrm>
            <a:off x="4815144" y="3822178"/>
            <a:ext cx="4039850" cy="905284"/>
          </a:xfrm>
          <a:prstGeom prst="rect">
            <a:avLst/>
          </a:prstGeom>
          <a:noFill/>
          <a:ln/>
        </p:spPr>
        <p:txBody>
          <a:bodyPr wrap="square" rtlCol="0" anchor="ctr"/>
          <a:lstStyle/>
          <a:p>
            <a:pPr>
              <a:lnSpc>
                <a:spcPts val="1350"/>
              </a:lnSpc>
            </a:pPr>
            <a:r>
              <a:rPr lang="fr-FR" sz="1050" noProof="0">
                <a:solidFill>
                  <a:srgbClr val="3C4D63"/>
                </a:solidFill>
                <a:latin typeface="Calibri" pitchFamily="34" charset="0"/>
                <a:ea typeface="Calibri" pitchFamily="34" charset="-122"/>
                <a:cs typeface="Calibri" pitchFamily="34" charset="-120"/>
              </a:rPr>
              <a:t>La capacité « </a:t>
            </a:r>
            <a:r>
              <a:rPr lang="fr-FR" sz="1050" i="1" noProof="0">
                <a:solidFill>
                  <a:srgbClr val="3C4D63"/>
                </a:solidFill>
                <a:latin typeface="Calibri" pitchFamily="34" charset="0"/>
                <a:ea typeface="Calibri" pitchFamily="34" charset="-122"/>
                <a:cs typeface="Calibri" pitchFamily="34" charset="-120"/>
              </a:rPr>
              <a:t>Fabric Copilot </a:t>
            </a:r>
            <a:r>
              <a:rPr lang="fr-FR" sz="1050" noProof="0">
                <a:solidFill>
                  <a:srgbClr val="3C4D63"/>
                </a:solidFill>
                <a:latin typeface="Calibri" pitchFamily="34" charset="0"/>
                <a:ea typeface="Calibri" pitchFamily="34" charset="-122"/>
                <a:cs typeface="Calibri" pitchFamily="34" charset="-120"/>
              </a:rPr>
              <a:t>» permet de centraliser la facturation et l’usage des fonctionnalités Copilot.</a:t>
            </a:r>
            <a:endParaRPr lang="fr-FR" sz="1050" noProof="0"/>
          </a:p>
        </p:txBody>
      </p:sp>
      <p:sp>
        <p:nvSpPr>
          <p:cNvPr id="32" name="Shape 19">
            <a:extLst>
              <a:ext uri="{FF2B5EF4-FFF2-40B4-BE49-F238E27FC236}">
                <a16:creationId xmlns:a16="http://schemas.microsoft.com/office/drawing/2014/main" id="{D8D367A5-BDC6-1A20-3077-AA5298D407E6}"/>
              </a:ext>
            </a:extLst>
          </p:cNvPr>
          <p:cNvSpPr/>
          <p:nvPr/>
        </p:nvSpPr>
        <p:spPr>
          <a:xfrm flipH="1">
            <a:off x="4726477" y="3821913"/>
            <a:ext cx="45719" cy="905255"/>
          </a:xfrm>
          <a:prstGeom prst="rect">
            <a:avLst/>
          </a:prstGeom>
          <a:solidFill>
            <a:srgbClr val="F26522"/>
          </a:solidFill>
          <a:ln/>
        </p:spPr>
        <p:txBody>
          <a:bodyPr/>
          <a:lstStyle/>
          <a:p>
            <a:endParaRPr lang="fr-FR" noProof="0"/>
          </a:p>
        </p:txBody>
      </p:sp>
      <p:sp>
        <p:nvSpPr>
          <p:cNvPr id="23" name="Slide Number Placeholder 22">
            <a:extLst>
              <a:ext uri="{FF2B5EF4-FFF2-40B4-BE49-F238E27FC236}">
                <a16:creationId xmlns:a16="http://schemas.microsoft.com/office/drawing/2014/main" id="{4A4A2E46-AE9A-666F-41BB-F3035D3B2DA9}"/>
              </a:ext>
            </a:extLst>
          </p:cNvPr>
          <p:cNvSpPr>
            <a:spLocks noGrp="1"/>
          </p:cNvSpPr>
          <p:nvPr>
            <p:ph type="sldNum" sz="quarter" idx="12"/>
          </p:nvPr>
        </p:nvSpPr>
        <p:spPr/>
        <p:txBody>
          <a:bodyPr/>
          <a:lstStyle/>
          <a:p>
            <a:r>
              <a:rPr lang="fr-FR" b="1">
                <a:solidFill>
                  <a:srgbClr val="F26522"/>
                </a:solidFill>
                <a:latin typeface="Calibri" pitchFamily="34" charset="0"/>
                <a:ea typeface="Calibri" pitchFamily="34" charset="-122"/>
                <a:cs typeface="Calibri" pitchFamily="34" charset="-120"/>
              </a:rPr>
              <a:t>Expertime</a:t>
            </a:r>
            <a:r>
              <a:rPr lang="fr-FR">
                <a:solidFill>
                  <a:srgbClr val="5C6B7F"/>
                </a:solidFill>
                <a:latin typeface="Calibri" pitchFamily="34" charset="0"/>
                <a:ea typeface="Calibri" pitchFamily="34" charset="-122"/>
                <a:cs typeface="Calibri" pitchFamily="34" charset="-120"/>
              </a:rPr>
              <a:t>   | </a:t>
            </a:r>
            <a:fld id="{58E94494-CE21-4E82-948B-6B5BB0295547}" type="slidenum">
              <a:rPr lang="fr-FR" smtClean="0"/>
              <a:pPr/>
              <a:t>25</a:t>
            </a:fld>
            <a:endParaRPr lang="fr-FR" sz="85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6">
    <p:bg>
      <p:bgPr>
        <a:solidFill>
          <a:srgbClr val="F4F7FB"/>
        </a:solidFill>
        <a:effectLst/>
      </p:bgPr>
    </p:bg>
    <p:spTree>
      <p:nvGrpSpPr>
        <p:cNvPr id="1" name=""/>
        <p:cNvGrpSpPr/>
        <p:nvPr/>
      </p:nvGrpSpPr>
      <p:grpSpPr>
        <a:xfrm>
          <a:off x="0" y="0"/>
          <a:ext cx="0" cy="0"/>
          <a:chOff x="0" y="0"/>
          <a:chExt cx="0" cy="0"/>
        </a:xfrm>
      </p:grpSpPr>
      <p:sp>
        <p:nvSpPr>
          <p:cNvPr id="25" name="Shape 21">
            <a:extLst>
              <a:ext uri="{FF2B5EF4-FFF2-40B4-BE49-F238E27FC236}">
                <a16:creationId xmlns:a16="http://schemas.microsoft.com/office/drawing/2014/main" id="{6F33C4DA-BF8A-6BEF-7A04-289DB56A3202}"/>
              </a:ext>
            </a:extLst>
          </p:cNvPr>
          <p:cNvSpPr/>
          <p:nvPr/>
        </p:nvSpPr>
        <p:spPr>
          <a:xfrm>
            <a:off x="530352" y="3777058"/>
            <a:ext cx="8229600" cy="703502"/>
          </a:xfrm>
          <a:prstGeom prst="rect">
            <a:avLst/>
          </a:prstGeom>
          <a:solidFill>
            <a:srgbClr val="EAF0F8"/>
          </a:solidFill>
          <a:ln/>
        </p:spPr>
        <p:txBody>
          <a:bodyPr/>
          <a:lstStyle/>
          <a:p>
            <a:endParaRPr lang="fr-FR" noProof="0"/>
          </a:p>
        </p:txBody>
      </p:sp>
      <p:sp>
        <p:nvSpPr>
          <p:cNvPr id="27" name="Shape 20">
            <a:extLst>
              <a:ext uri="{FF2B5EF4-FFF2-40B4-BE49-F238E27FC236}">
                <a16:creationId xmlns:a16="http://schemas.microsoft.com/office/drawing/2014/main" id="{771B8E8A-AA18-75FE-3C52-689548476486}"/>
              </a:ext>
            </a:extLst>
          </p:cNvPr>
          <p:cNvSpPr/>
          <p:nvPr/>
        </p:nvSpPr>
        <p:spPr>
          <a:xfrm>
            <a:off x="457200" y="3767328"/>
            <a:ext cx="82296" cy="713232"/>
          </a:xfrm>
          <a:prstGeom prst="rect">
            <a:avLst/>
          </a:prstGeom>
          <a:solidFill>
            <a:srgbClr val="F26522"/>
          </a:solidFill>
          <a:ln/>
        </p:spPr>
        <p:txBody>
          <a:bodyPr/>
          <a:lstStyle/>
          <a:p>
            <a:endParaRPr lang="fr-FR" noProof="0"/>
          </a:p>
        </p:txBody>
      </p:sp>
      <p:sp>
        <p:nvSpPr>
          <p:cNvPr id="29" name="Text 21">
            <a:extLst>
              <a:ext uri="{FF2B5EF4-FFF2-40B4-BE49-F238E27FC236}">
                <a16:creationId xmlns:a16="http://schemas.microsoft.com/office/drawing/2014/main" id="{225E3959-F962-054A-44DA-95C8CF66DED3}"/>
              </a:ext>
            </a:extLst>
          </p:cNvPr>
          <p:cNvSpPr/>
          <p:nvPr/>
        </p:nvSpPr>
        <p:spPr>
          <a:xfrm>
            <a:off x="685800" y="3767328"/>
            <a:ext cx="7863840" cy="713232"/>
          </a:xfrm>
          <a:prstGeom prst="rect">
            <a:avLst/>
          </a:prstGeom>
          <a:noFill/>
          <a:ln/>
        </p:spPr>
        <p:txBody>
          <a:bodyPr wrap="square" rtlCol="0" anchor="ctr"/>
          <a:lstStyle/>
          <a:p>
            <a:pPr>
              <a:lnSpc>
                <a:spcPts val="1350"/>
              </a:lnSpc>
            </a:pPr>
            <a:r>
              <a:rPr lang="fr-FR" sz="1050" b="1">
                <a:solidFill>
                  <a:srgbClr val="5C6B7F"/>
                </a:solidFill>
                <a:latin typeface="Calibri" pitchFamily="34" charset="0"/>
                <a:ea typeface="Calibri" pitchFamily="34" charset="-122"/>
                <a:cs typeface="Calibri" pitchFamily="34" charset="-120"/>
              </a:rPr>
              <a:t>*</a:t>
            </a:r>
            <a:r>
              <a:rPr lang="fr-FR" sz="1050">
                <a:solidFill>
                  <a:srgbClr val="5C6B7F"/>
                </a:solidFill>
                <a:latin typeface="Calibri" pitchFamily="34" charset="0"/>
                <a:ea typeface="Calibri" pitchFamily="34" charset="-122"/>
                <a:cs typeface="Calibri" pitchFamily="34" charset="-120"/>
              </a:rPr>
              <a:t>Valeurs officielles Microsoft Learn, susceptibles d’évoluer lors de la disponibilité générale.</a:t>
            </a:r>
          </a:p>
          <a:p>
            <a:pPr>
              <a:lnSpc>
                <a:spcPts val="1350"/>
              </a:lnSpc>
            </a:pPr>
            <a:r>
              <a:rPr lang="fr-FR" sz="1050">
                <a:solidFill>
                  <a:srgbClr val="5C6B7F"/>
                </a:solidFill>
                <a:latin typeface="Calibri" pitchFamily="34" charset="0"/>
                <a:ea typeface="Calibri" pitchFamily="34" charset="-122"/>
                <a:cs typeface="Calibri" pitchFamily="34" charset="-120"/>
              </a:rPr>
              <a:t>Usage mesuré au nombre de </a:t>
            </a:r>
            <a:r>
              <a:rPr lang="fr-FR" sz="1050" err="1">
                <a:solidFill>
                  <a:srgbClr val="5C6B7F"/>
                </a:solidFill>
                <a:latin typeface="Calibri" pitchFamily="34" charset="0"/>
                <a:ea typeface="Calibri" pitchFamily="34" charset="-122"/>
                <a:cs typeface="Calibri" pitchFamily="34" charset="-120"/>
              </a:rPr>
              <a:t>tokens</a:t>
            </a:r>
            <a:r>
              <a:rPr lang="fr-FR" sz="1050">
                <a:solidFill>
                  <a:srgbClr val="5C6B7F"/>
                </a:solidFill>
                <a:latin typeface="Calibri" pitchFamily="34" charset="0"/>
                <a:ea typeface="Calibri" pitchFamily="34" charset="-122"/>
                <a:cs typeface="Calibri" pitchFamily="34" charset="-120"/>
              </a:rPr>
              <a:t> (~ 1 000 </a:t>
            </a:r>
            <a:r>
              <a:rPr lang="fr-FR" sz="1050" err="1">
                <a:solidFill>
                  <a:srgbClr val="5C6B7F"/>
                </a:solidFill>
                <a:latin typeface="Calibri" pitchFamily="34" charset="0"/>
                <a:ea typeface="Calibri" pitchFamily="34" charset="-122"/>
                <a:cs typeface="Calibri" pitchFamily="34" charset="-120"/>
              </a:rPr>
              <a:t>tokens</a:t>
            </a:r>
            <a:r>
              <a:rPr lang="fr-FR" sz="1050">
                <a:solidFill>
                  <a:srgbClr val="5C6B7F"/>
                </a:solidFill>
                <a:latin typeface="Calibri" pitchFamily="34" charset="0"/>
                <a:ea typeface="Calibri" pitchFamily="34" charset="-122"/>
                <a:cs typeface="Calibri" pitchFamily="34" charset="-120"/>
              </a:rPr>
              <a:t> ~ 750 mots). Facturation basée sur les valeurs officielles. </a:t>
            </a:r>
          </a:p>
          <a:p>
            <a:pPr>
              <a:lnSpc>
                <a:spcPts val="1350"/>
              </a:lnSpc>
            </a:pPr>
            <a:r>
              <a:rPr lang="fr-FR" sz="1050">
                <a:solidFill>
                  <a:srgbClr val="5C6B7F"/>
                </a:solidFill>
                <a:latin typeface="Calibri" pitchFamily="34" charset="0"/>
                <a:ea typeface="Calibri" pitchFamily="34" charset="-122"/>
                <a:cs typeface="Calibri" pitchFamily="34" charset="-120"/>
              </a:rPr>
              <a:t>Données visibles dans </a:t>
            </a:r>
            <a:r>
              <a:rPr lang="fr-FR" sz="1050" b="1" err="1">
                <a:solidFill>
                  <a:srgbClr val="5C6B7F"/>
                </a:solidFill>
                <a:latin typeface="Calibri" pitchFamily="34" charset="0"/>
                <a:ea typeface="Calibri" pitchFamily="34" charset="-122"/>
                <a:cs typeface="Calibri" pitchFamily="34" charset="-120"/>
              </a:rPr>
              <a:t>Fabric</a:t>
            </a:r>
            <a:r>
              <a:rPr lang="fr-FR" sz="1050" b="1">
                <a:solidFill>
                  <a:srgbClr val="5C6B7F"/>
                </a:solidFill>
                <a:latin typeface="Calibri" pitchFamily="34" charset="0"/>
                <a:ea typeface="Calibri" pitchFamily="34" charset="-122"/>
                <a:cs typeface="Calibri" pitchFamily="34" charset="-120"/>
              </a:rPr>
              <a:t> </a:t>
            </a:r>
            <a:r>
              <a:rPr lang="fr-FR" sz="1050" b="1" err="1">
                <a:solidFill>
                  <a:srgbClr val="5C6B7F"/>
                </a:solidFill>
                <a:latin typeface="Calibri" pitchFamily="34" charset="0"/>
                <a:ea typeface="Calibri" pitchFamily="34" charset="-122"/>
                <a:cs typeface="Calibri" pitchFamily="34" charset="-120"/>
              </a:rPr>
              <a:t>Capacity</a:t>
            </a:r>
            <a:r>
              <a:rPr lang="fr-FR" sz="1050" b="1">
                <a:solidFill>
                  <a:srgbClr val="5C6B7F"/>
                </a:solidFill>
                <a:latin typeface="Calibri" pitchFamily="34" charset="0"/>
                <a:ea typeface="Calibri" pitchFamily="34" charset="-122"/>
                <a:cs typeface="Calibri" pitchFamily="34" charset="-120"/>
              </a:rPr>
              <a:t> </a:t>
            </a:r>
            <a:r>
              <a:rPr lang="fr-FR" sz="1050" b="1" err="1">
                <a:solidFill>
                  <a:srgbClr val="5C6B7F"/>
                </a:solidFill>
                <a:latin typeface="Calibri" pitchFamily="34" charset="0"/>
                <a:ea typeface="Calibri" pitchFamily="34" charset="-122"/>
                <a:cs typeface="Calibri" pitchFamily="34" charset="-120"/>
              </a:rPr>
              <a:t>Metrics</a:t>
            </a:r>
            <a:r>
              <a:rPr lang="fr-FR" sz="1050" b="1">
                <a:solidFill>
                  <a:srgbClr val="5C6B7F"/>
                </a:solidFill>
                <a:latin typeface="Calibri" pitchFamily="34" charset="0"/>
                <a:ea typeface="Calibri" pitchFamily="34" charset="-122"/>
                <a:cs typeface="Calibri" pitchFamily="34" charset="-120"/>
              </a:rPr>
              <a:t> App, </a:t>
            </a:r>
            <a:r>
              <a:rPr lang="fr-FR" sz="1050">
                <a:solidFill>
                  <a:srgbClr val="5C6B7F"/>
                </a:solidFill>
                <a:latin typeface="Calibri" pitchFamily="34" charset="0"/>
                <a:ea typeface="Calibri" pitchFamily="34" charset="-122"/>
                <a:cs typeface="Calibri" pitchFamily="34" charset="-120"/>
              </a:rPr>
              <a:t>rubrique « </a:t>
            </a:r>
            <a:r>
              <a:rPr lang="fr-FR" sz="1050" b="1" i="1">
                <a:solidFill>
                  <a:srgbClr val="5C6B7F"/>
                </a:solidFill>
                <a:latin typeface="Calibri" pitchFamily="34" charset="0"/>
                <a:ea typeface="Calibri" pitchFamily="34" charset="-122"/>
                <a:cs typeface="Calibri" pitchFamily="34" charset="-120"/>
              </a:rPr>
              <a:t>AI Query </a:t>
            </a:r>
            <a:r>
              <a:rPr lang="fr-FR" sz="1050">
                <a:solidFill>
                  <a:srgbClr val="5C6B7F"/>
                </a:solidFill>
                <a:latin typeface="Calibri" pitchFamily="34" charset="0"/>
                <a:ea typeface="Calibri" pitchFamily="34" charset="-122"/>
                <a:cs typeface="Calibri" pitchFamily="34" charset="-120"/>
              </a:rPr>
              <a:t>».</a:t>
            </a:r>
          </a:p>
        </p:txBody>
      </p:sp>
      <p:sp>
        <p:nvSpPr>
          <p:cNvPr id="2" name="Shape 0"/>
          <p:cNvSpPr/>
          <p:nvPr/>
        </p:nvSpPr>
        <p:spPr>
          <a:xfrm>
            <a:off x="457200" y="384048"/>
            <a:ext cx="146304" cy="146304"/>
          </a:xfrm>
          <a:prstGeom prst="rect">
            <a:avLst/>
          </a:prstGeom>
          <a:solidFill>
            <a:srgbClr val="F26522"/>
          </a:solidFill>
          <a:ln/>
        </p:spPr>
        <p:txBody>
          <a:bodyPr/>
          <a:lstStyle/>
          <a:p>
            <a:endParaRPr lang="fr-FR" noProof="0"/>
          </a:p>
        </p:txBody>
      </p:sp>
      <p:sp>
        <p:nvSpPr>
          <p:cNvPr id="3" name="Text 1"/>
          <p:cNvSpPr/>
          <p:nvPr/>
        </p:nvSpPr>
        <p:spPr>
          <a:xfrm>
            <a:off x="713232" y="347472"/>
            <a:ext cx="7955280" cy="237744"/>
          </a:xfrm>
          <a:prstGeom prst="rect">
            <a:avLst/>
          </a:prstGeom>
          <a:noFill/>
          <a:ln/>
        </p:spPr>
        <p:txBody>
          <a:bodyPr wrap="square" rtlCol="0" anchor="ctr"/>
          <a:lstStyle/>
          <a:p>
            <a:pPr marL="0" indent="0">
              <a:buNone/>
            </a:pPr>
            <a:r>
              <a:rPr lang="fr-FR" sz="1100" b="1" kern="0" spc="200" noProof="0">
                <a:solidFill>
                  <a:srgbClr val="F26522"/>
                </a:solidFill>
                <a:latin typeface="Calibri" pitchFamily="34" charset="0"/>
                <a:ea typeface="Calibri" pitchFamily="34" charset="-122"/>
                <a:cs typeface="Calibri" pitchFamily="34" charset="-120"/>
              </a:rPr>
              <a:t>CONSOMMATION</a:t>
            </a:r>
            <a:endParaRPr lang="fr-FR" sz="1100" noProof="0"/>
          </a:p>
        </p:txBody>
      </p:sp>
      <p:sp>
        <p:nvSpPr>
          <p:cNvPr id="4" name="Text 2"/>
          <p:cNvSpPr/>
          <p:nvPr/>
        </p:nvSpPr>
        <p:spPr>
          <a:xfrm>
            <a:off x="438912" y="566928"/>
            <a:ext cx="8266176" cy="566928"/>
          </a:xfrm>
          <a:prstGeom prst="rect">
            <a:avLst/>
          </a:prstGeom>
          <a:noFill/>
          <a:ln/>
        </p:spPr>
        <p:txBody>
          <a:bodyPr wrap="square" rtlCol="0" anchor="ctr"/>
          <a:lstStyle/>
          <a:p>
            <a:pPr marL="0" indent="0">
              <a:buNone/>
            </a:pPr>
            <a:r>
              <a:rPr lang="fr-FR" sz="2600" b="1" noProof="0">
                <a:solidFill>
                  <a:srgbClr val="16273D"/>
                </a:solidFill>
                <a:latin typeface="Trebuchet MS" pitchFamily="34" charset="0"/>
                <a:ea typeface="Trebuchet MS" pitchFamily="34" charset="-122"/>
                <a:cs typeface="Trebuchet MS" pitchFamily="34" charset="-120"/>
              </a:rPr>
              <a:t>Comment l'usage est facturé ?</a:t>
            </a:r>
            <a:endParaRPr lang="fr-FR" sz="2600" noProof="0">
              <a:solidFill>
                <a:srgbClr val="16273D"/>
              </a:solidFill>
            </a:endParaRPr>
          </a:p>
        </p:txBody>
      </p:sp>
      <p:sp>
        <p:nvSpPr>
          <p:cNvPr id="5" name="Shape 3"/>
          <p:cNvSpPr/>
          <p:nvPr/>
        </p:nvSpPr>
        <p:spPr>
          <a:xfrm>
            <a:off x="457200" y="1417320"/>
            <a:ext cx="3977640" cy="1024128"/>
          </a:xfrm>
          <a:prstGeom prst="rect">
            <a:avLst/>
          </a:prstGeom>
          <a:solidFill>
            <a:srgbClr val="FFFFFF"/>
          </a:solidFill>
          <a:ln w="12700">
            <a:solidFill>
              <a:srgbClr val="DCE4EE"/>
            </a:solidFill>
            <a:prstDash val="solid"/>
          </a:ln>
          <a:effectLst>
            <a:outerShdw blurRad="88900" dist="38100" dir="5400000" algn="bl" rotWithShape="0">
              <a:srgbClr val="0E2240">
                <a:alpha val="10000"/>
              </a:srgbClr>
            </a:outerShdw>
          </a:effectLst>
        </p:spPr>
        <p:txBody>
          <a:bodyPr/>
          <a:lstStyle/>
          <a:p>
            <a:endParaRPr lang="fr-FR" noProof="0"/>
          </a:p>
        </p:txBody>
      </p:sp>
      <p:sp>
        <p:nvSpPr>
          <p:cNvPr id="6" name="Shape 4"/>
          <p:cNvSpPr/>
          <p:nvPr/>
        </p:nvSpPr>
        <p:spPr>
          <a:xfrm>
            <a:off x="457200" y="1417320"/>
            <a:ext cx="82296" cy="1024128"/>
          </a:xfrm>
          <a:prstGeom prst="rect">
            <a:avLst/>
          </a:prstGeom>
          <a:solidFill>
            <a:srgbClr val="F26522"/>
          </a:solidFill>
          <a:ln/>
        </p:spPr>
        <p:txBody>
          <a:bodyPr/>
          <a:lstStyle/>
          <a:p>
            <a:endParaRPr lang="fr-FR" noProof="0"/>
          </a:p>
        </p:txBody>
      </p:sp>
      <p:sp>
        <p:nvSpPr>
          <p:cNvPr id="7" name="Text 5"/>
          <p:cNvSpPr/>
          <p:nvPr/>
        </p:nvSpPr>
        <p:spPr>
          <a:xfrm>
            <a:off x="685800" y="1417320"/>
            <a:ext cx="1371600" cy="1024128"/>
          </a:xfrm>
          <a:prstGeom prst="rect">
            <a:avLst/>
          </a:prstGeom>
          <a:noFill/>
          <a:ln/>
        </p:spPr>
        <p:txBody>
          <a:bodyPr wrap="square" rtlCol="0" anchor="ctr"/>
          <a:lstStyle/>
          <a:p>
            <a:pPr marL="0" indent="0" algn="l">
              <a:buNone/>
            </a:pPr>
            <a:r>
              <a:rPr lang="fr-FR" sz="3800" b="1" noProof="0">
                <a:solidFill>
                  <a:srgbClr val="1C4E80"/>
                </a:solidFill>
                <a:latin typeface="Trebuchet MS" pitchFamily="34" charset="0"/>
                <a:ea typeface="Trebuchet MS" pitchFamily="34" charset="-122"/>
                <a:cs typeface="Trebuchet MS" pitchFamily="34" charset="-120"/>
              </a:rPr>
              <a:t>100*</a:t>
            </a:r>
            <a:endParaRPr lang="fr-FR" sz="3800" noProof="0"/>
          </a:p>
        </p:txBody>
      </p:sp>
      <p:sp>
        <p:nvSpPr>
          <p:cNvPr id="8" name="Text 6"/>
          <p:cNvSpPr/>
          <p:nvPr/>
        </p:nvSpPr>
        <p:spPr>
          <a:xfrm>
            <a:off x="2148840" y="1600200"/>
            <a:ext cx="2194560" cy="320040"/>
          </a:xfrm>
          <a:prstGeom prst="rect">
            <a:avLst/>
          </a:prstGeom>
          <a:noFill/>
          <a:ln/>
        </p:spPr>
        <p:txBody>
          <a:bodyPr wrap="square" rtlCol="0" anchor="ctr"/>
          <a:lstStyle/>
          <a:p>
            <a:pPr marL="0" indent="0">
              <a:buNone/>
            </a:pPr>
            <a:r>
              <a:rPr lang="fr-FR" sz="1100" b="1" kern="0" spc="100" noProof="0">
                <a:solidFill>
                  <a:srgbClr val="F26522"/>
                </a:solidFill>
                <a:latin typeface="Calibri" pitchFamily="34" charset="0"/>
                <a:ea typeface="Calibri" pitchFamily="34" charset="-122"/>
                <a:cs typeface="Calibri" pitchFamily="34" charset="-120"/>
              </a:rPr>
              <a:t>CU-SECONDES</a:t>
            </a:r>
            <a:endParaRPr lang="fr-FR" sz="1100" noProof="0"/>
          </a:p>
        </p:txBody>
      </p:sp>
      <p:sp>
        <p:nvSpPr>
          <p:cNvPr id="9" name="Text 7"/>
          <p:cNvSpPr/>
          <p:nvPr/>
        </p:nvSpPr>
        <p:spPr>
          <a:xfrm>
            <a:off x="2148840" y="1874520"/>
            <a:ext cx="2194560" cy="457200"/>
          </a:xfrm>
          <a:prstGeom prst="rect">
            <a:avLst/>
          </a:prstGeom>
          <a:noFill/>
          <a:ln/>
        </p:spPr>
        <p:txBody>
          <a:bodyPr wrap="square" rtlCol="0" anchor="t"/>
          <a:lstStyle/>
          <a:p>
            <a:pPr marL="0" indent="0">
              <a:lnSpc>
                <a:spcPts val="1300"/>
              </a:lnSpc>
              <a:buNone/>
            </a:pPr>
            <a:r>
              <a:rPr lang="fr-FR" sz="1050" noProof="0">
                <a:solidFill>
                  <a:srgbClr val="5C6B7F"/>
                </a:solidFill>
                <a:latin typeface="Calibri" pitchFamily="34" charset="0"/>
                <a:ea typeface="Calibri" pitchFamily="34" charset="-122"/>
                <a:cs typeface="Calibri" pitchFamily="34" charset="-120"/>
              </a:rPr>
              <a:t>par 1 000 tokens en entrée (prompt)</a:t>
            </a:r>
            <a:endParaRPr lang="fr-FR" sz="1050" noProof="0"/>
          </a:p>
        </p:txBody>
      </p:sp>
      <p:sp>
        <p:nvSpPr>
          <p:cNvPr id="10" name="Shape 8"/>
          <p:cNvSpPr/>
          <p:nvPr/>
        </p:nvSpPr>
        <p:spPr>
          <a:xfrm>
            <a:off x="457200" y="2587752"/>
            <a:ext cx="3977640" cy="1024128"/>
          </a:xfrm>
          <a:prstGeom prst="rect">
            <a:avLst/>
          </a:prstGeom>
          <a:solidFill>
            <a:srgbClr val="FFFFFF"/>
          </a:solidFill>
          <a:ln w="12700">
            <a:solidFill>
              <a:srgbClr val="DCE4EE"/>
            </a:solidFill>
            <a:prstDash val="solid"/>
          </a:ln>
          <a:effectLst>
            <a:outerShdw blurRad="88900" dist="38100" dir="5400000" algn="bl" rotWithShape="0">
              <a:srgbClr val="0E2240">
                <a:alpha val="10000"/>
              </a:srgbClr>
            </a:outerShdw>
          </a:effectLst>
        </p:spPr>
        <p:txBody>
          <a:bodyPr/>
          <a:lstStyle/>
          <a:p>
            <a:endParaRPr lang="fr-FR" noProof="0"/>
          </a:p>
        </p:txBody>
      </p:sp>
      <p:sp>
        <p:nvSpPr>
          <p:cNvPr id="11" name="Shape 9"/>
          <p:cNvSpPr/>
          <p:nvPr/>
        </p:nvSpPr>
        <p:spPr>
          <a:xfrm>
            <a:off x="457200" y="2587752"/>
            <a:ext cx="82296" cy="1024128"/>
          </a:xfrm>
          <a:prstGeom prst="rect">
            <a:avLst/>
          </a:prstGeom>
          <a:solidFill>
            <a:srgbClr val="F26522"/>
          </a:solidFill>
          <a:ln/>
        </p:spPr>
        <p:txBody>
          <a:bodyPr/>
          <a:lstStyle/>
          <a:p>
            <a:endParaRPr lang="fr-FR" noProof="0"/>
          </a:p>
        </p:txBody>
      </p:sp>
      <p:sp>
        <p:nvSpPr>
          <p:cNvPr id="12" name="Text 10"/>
          <p:cNvSpPr/>
          <p:nvPr/>
        </p:nvSpPr>
        <p:spPr>
          <a:xfrm>
            <a:off x="685800" y="2587752"/>
            <a:ext cx="1371600" cy="1024128"/>
          </a:xfrm>
          <a:prstGeom prst="rect">
            <a:avLst/>
          </a:prstGeom>
          <a:noFill/>
          <a:ln/>
        </p:spPr>
        <p:txBody>
          <a:bodyPr wrap="square" rtlCol="0" anchor="ctr"/>
          <a:lstStyle/>
          <a:p>
            <a:pPr marL="0" indent="0" algn="l">
              <a:buNone/>
            </a:pPr>
            <a:r>
              <a:rPr lang="fr-FR" sz="3800" b="1" noProof="0">
                <a:solidFill>
                  <a:srgbClr val="1C4E80"/>
                </a:solidFill>
                <a:latin typeface="Trebuchet MS" pitchFamily="34" charset="0"/>
                <a:ea typeface="Trebuchet MS" pitchFamily="34" charset="-122"/>
                <a:cs typeface="Trebuchet MS" pitchFamily="34" charset="-120"/>
              </a:rPr>
              <a:t>400*</a:t>
            </a:r>
            <a:endParaRPr lang="fr-FR" sz="3800" noProof="0"/>
          </a:p>
        </p:txBody>
      </p:sp>
      <p:sp>
        <p:nvSpPr>
          <p:cNvPr id="13" name="Text 11"/>
          <p:cNvSpPr/>
          <p:nvPr/>
        </p:nvSpPr>
        <p:spPr>
          <a:xfrm>
            <a:off x="2148840" y="2770632"/>
            <a:ext cx="2194560" cy="320040"/>
          </a:xfrm>
          <a:prstGeom prst="rect">
            <a:avLst/>
          </a:prstGeom>
          <a:noFill/>
          <a:ln/>
        </p:spPr>
        <p:txBody>
          <a:bodyPr wrap="square" rtlCol="0" anchor="ctr"/>
          <a:lstStyle/>
          <a:p>
            <a:pPr marL="0" indent="0">
              <a:buNone/>
            </a:pPr>
            <a:r>
              <a:rPr lang="fr-FR" sz="1100" b="1" kern="0" spc="100" noProof="0">
                <a:solidFill>
                  <a:srgbClr val="F26522"/>
                </a:solidFill>
                <a:latin typeface="Calibri" pitchFamily="34" charset="0"/>
                <a:ea typeface="Calibri" pitchFamily="34" charset="-122"/>
                <a:cs typeface="Calibri" pitchFamily="34" charset="-120"/>
              </a:rPr>
              <a:t>CU-SECONDES</a:t>
            </a:r>
            <a:endParaRPr lang="fr-FR" sz="1100" noProof="0"/>
          </a:p>
        </p:txBody>
      </p:sp>
      <p:sp>
        <p:nvSpPr>
          <p:cNvPr id="14" name="Text 12"/>
          <p:cNvSpPr/>
          <p:nvPr/>
        </p:nvSpPr>
        <p:spPr>
          <a:xfrm>
            <a:off x="2148840" y="3044952"/>
            <a:ext cx="2194560" cy="457200"/>
          </a:xfrm>
          <a:prstGeom prst="rect">
            <a:avLst/>
          </a:prstGeom>
          <a:noFill/>
          <a:ln/>
        </p:spPr>
        <p:txBody>
          <a:bodyPr wrap="square" rtlCol="0" anchor="t"/>
          <a:lstStyle/>
          <a:p>
            <a:pPr marL="0" indent="0">
              <a:lnSpc>
                <a:spcPts val="1300"/>
              </a:lnSpc>
              <a:buNone/>
            </a:pPr>
            <a:r>
              <a:rPr lang="fr-FR" sz="1050" noProof="0">
                <a:solidFill>
                  <a:srgbClr val="5C6B7F"/>
                </a:solidFill>
                <a:latin typeface="Calibri" pitchFamily="34" charset="0"/>
                <a:ea typeface="Calibri" pitchFamily="34" charset="-122"/>
                <a:cs typeface="Calibri" pitchFamily="34" charset="-120"/>
              </a:rPr>
              <a:t>par 1 000 tokens en sortie (complétion)</a:t>
            </a:r>
            <a:endParaRPr lang="fr-FR" sz="1050" noProof="0"/>
          </a:p>
        </p:txBody>
      </p:sp>
      <p:sp>
        <p:nvSpPr>
          <p:cNvPr id="15" name="Shape 13"/>
          <p:cNvSpPr/>
          <p:nvPr/>
        </p:nvSpPr>
        <p:spPr>
          <a:xfrm>
            <a:off x="4709160" y="1417320"/>
            <a:ext cx="3977640" cy="2194560"/>
          </a:xfrm>
          <a:prstGeom prst="rect">
            <a:avLst/>
          </a:prstGeom>
          <a:solidFill>
            <a:srgbClr val="0E2240"/>
          </a:solidFill>
          <a:ln/>
        </p:spPr>
        <p:txBody>
          <a:bodyPr/>
          <a:lstStyle/>
          <a:p>
            <a:endParaRPr lang="fr-FR" noProof="0"/>
          </a:p>
        </p:txBody>
      </p:sp>
      <p:sp>
        <p:nvSpPr>
          <p:cNvPr id="16" name="Shape 14"/>
          <p:cNvSpPr/>
          <p:nvPr/>
        </p:nvSpPr>
        <p:spPr>
          <a:xfrm>
            <a:off x="4709160" y="1417320"/>
            <a:ext cx="3977640" cy="82296"/>
          </a:xfrm>
          <a:prstGeom prst="rect">
            <a:avLst/>
          </a:prstGeom>
          <a:solidFill>
            <a:srgbClr val="F26522"/>
          </a:solidFill>
          <a:ln/>
        </p:spPr>
        <p:txBody>
          <a:bodyPr/>
          <a:lstStyle/>
          <a:p>
            <a:endParaRPr lang="fr-FR" noProof="0"/>
          </a:p>
        </p:txBody>
      </p:sp>
      <p:sp>
        <p:nvSpPr>
          <p:cNvPr id="17" name="Text 15"/>
          <p:cNvSpPr/>
          <p:nvPr/>
        </p:nvSpPr>
        <p:spPr>
          <a:xfrm>
            <a:off x="4937760" y="1618488"/>
            <a:ext cx="3520440" cy="320040"/>
          </a:xfrm>
          <a:prstGeom prst="rect">
            <a:avLst/>
          </a:prstGeom>
          <a:noFill/>
          <a:ln/>
        </p:spPr>
        <p:txBody>
          <a:bodyPr wrap="square" rtlCol="0" anchor="ctr"/>
          <a:lstStyle/>
          <a:p>
            <a:pPr marL="0" indent="0">
              <a:buNone/>
            </a:pPr>
            <a:r>
              <a:rPr lang="fr-FR" sz="1400" b="1" noProof="0">
                <a:solidFill>
                  <a:srgbClr val="FFFFFF"/>
                </a:solidFill>
                <a:latin typeface="Trebuchet MS" pitchFamily="34" charset="0"/>
                <a:ea typeface="Trebuchet MS" pitchFamily="34" charset="-122"/>
                <a:cs typeface="Trebuchet MS" pitchFamily="34" charset="-120"/>
              </a:rPr>
              <a:t>Exemple de calcul</a:t>
            </a:r>
            <a:endParaRPr lang="fr-FR" sz="1400" noProof="0"/>
          </a:p>
        </p:txBody>
      </p:sp>
      <p:sp>
        <p:nvSpPr>
          <p:cNvPr id="18" name="Text 16"/>
          <p:cNvSpPr/>
          <p:nvPr/>
        </p:nvSpPr>
        <p:spPr>
          <a:xfrm>
            <a:off x="4937760" y="1984248"/>
            <a:ext cx="3520440" cy="1554480"/>
          </a:xfrm>
          <a:prstGeom prst="rect">
            <a:avLst/>
          </a:prstGeom>
          <a:noFill/>
          <a:ln/>
        </p:spPr>
        <p:txBody>
          <a:bodyPr wrap="square" rtlCol="0" anchor="t"/>
          <a:lstStyle/>
          <a:p>
            <a:pPr marL="0" indent="0">
              <a:lnSpc>
                <a:spcPts val="1500"/>
              </a:lnSpc>
              <a:buNone/>
            </a:pPr>
            <a:r>
              <a:rPr lang="fr-FR" sz="1100" noProof="0">
                <a:solidFill>
                  <a:srgbClr val="DCE6F4"/>
                </a:solidFill>
                <a:latin typeface="Calibri" pitchFamily="34" charset="0"/>
                <a:ea typeface="Calibri" pitchFamily="34" charset="-122"/>
                <a:cs typeface="Calibri" pitchFamily="34" charset="-120"/>
              </a:rPr>
              <a:t>2 000 tokens en entrée + 500 en sortie :</a:t>
            </a:r>
            <a:endParaRPr lang="fr-FR" sz="1100" noProof="0"/>
          </a:p>
          <a:p>
            <a:pPr marL="0" indent="0">
              <a:lnSpc>
                <a:spcPts val="1500"/>
              </a:lnSpc>
              <a:buNone/>
            </a:pPr>
            <a:r>
              <a:rPr lang="fr-FR" sz="1100" noProof="0">
                <a:solidFill>
                  <a:srgbClr val="DCE6F4"/>
                </a:solidFill>
                <a:latin typeface="Calibri" pitchFamily="34" charset="0"/>
                <a:ea typeface="Calibri" pitchFamily="34" charset="-122"/>
                <a:cs typeface="Calibri" pitchFamily="34" charset="-120"/>
              </a:rPr>
              <a:t>(2000×100 + 500×400) / 1000 = </a:t>
            </a:r>
            <a:r>
              <a:rPr lang="fr-FR" sz="1100" b="1" noProof="0">
                <a:solidFill>
                  <a:srgbClr val="F26522"/>
                </a:solidFill>
                <a:latin typeface="Calibri" pitchFamily="34" charset="0"/>
                <a:ea typeface="Calibri" pitchFamily="34" charset="-122"/>
                <a:cs typeface="Calibri" pitchFamily="34" charset="-120"/>
              </a:rPr>
              <a:t>400 CU-s</a:t>
            </a:r>
            <a:endParaRPr lang="fr-FR" sz="1100" noProof="0"/>
          </a:p>
          <a:p>
            <a:pPr marL="0" indent="0">
              <a:lnSpc>
                <a:spcPts val="1500"/>
              </a:lnSpc>
              <a:buNone/>
            </a:pPr>
            <a:r>
              <a:rPr lang="fr-FR" sz="1100" i="1" noProof="0">
                <a:solidFill>
                  <a:srgbClr val="AEC2DC"/>
                </a:solidFill>
                <a:latin typeface="Calibri" pitchFamily="34" charset="0"/>
                <a:ea typeface="Calibri" pitchFamily="34" charset="-122"/>
                <a:cs typeface="Calibri" pitchFamily="34" charset="-120"/>
              </a:rPr>
              <a:t>≈ 6,67 CU-minutes par requête.</a:t>
            </a:r>
            <a:endParaRPr lang="fr-FR" sz="1100" noProof="0"/>
          </a:p>
          <a:p>
            <a:pPr marL="0" indent="0">
              <a:lnSpc>
                <a:spcPts val="1500"/>
              </a:lnSpc>
              <a:buNone/>
            </a:pPr>
            <a:endParaRPr lang="fr-FR" sz="1100" noProof="0"/>
          </a:p>
          <a:p>
            <a:pPr marL="0" indent="0">
              <a:lnSpc>
                <a:spcPts val="1500"/>
              </a:lnSpc>
              <a:buNone/>
            </a:pPr>
            <a:r>
              <a:rPr lang="fr-FR" sz="1100" noProof="0">
                <a:solidFill>
                  <a:srgbClr val="C4D3E8"/>
                </a:solidFill>
                <a:latin typeface="Calibri" pitchFamily="34" charset="0"/>
                <a:ea typeface="Calibri" pitchFamily="34" charset="-122"/>
                <a:cs typeface="Calibri" pitchFamily="34" charset="-120"/>
              </a:rPr>
              <a:t>L'exécution des requêtes générées (SQL, DAX, KQL) est facturée séparément par le moteur correspondant.</a:t>
            </a:r>
            <a:endParaRPr lang="fr-FR" sz="1100" noProof="0"/>
          </a:p>
        </p:txBody>
      </p:sp>
      <p:pic>
        <p:nvPicPr>
          <p:cNvPr id="23" name="Image 22">
            <a:extLst>
              <a:ext uri="{FF2B5EF4-FFF2-40B4-BE49-F238E27FC236}">
                <a16:creationId xmlns:a16="http://schemas.microsoft.com/office/drawing/2014/main" id="{4F68A3B7-4E7A-58FD-330B-3704F1828A78}"/>
              </a:ext>
            </a:extLst>
          </p:cNvPr>
          <p:cNvPicPr>
            <a:picLocks noChangeAspect="1"/>
          </p:cNvPicPr>
          <p:nvPr/>
        </p:nvPicPr>
        <p:blipFill>
          <a:blip r:embed="rId3"/>
          <a:stretch>
            <a:fillRect/>
          </a:stretch>
        </p:blipFill>
        <p:spPr>
          <a:xfrm>
            <a:off x="63322" y="4764044"/>
            <a:ext cx="315050" cy="324277"/>
          </a:xfrm>
          <a:prstGeom prst="rect">
            <a:avLst/>
          </a:prstGeom>
        </p:spPr>
      </p:pic>
      <p:sp>
        <p:nvSpPr>
          <p:cNvPr id="33" name="ZoneTexte 32">
            <a:extLst>
              <a:ext uri="{FF2B5EF4-FFF2-40B4-BE49-F238E27FC236}">
                <a16:creationId xmlns:a16="http://schemas.microsoft.com/office/drawing/2014/main" id="{BF1485E5-BD00-FD38-9553-FD89CB92160A}"/>
              </a:ext>
            </a:extLst>
          </p:cNvPr>
          <p:cNvSpPr txBox="1"/>
          <p:nvPr/>
        </p:nvSpPr>
        <p:spPr>
          <a:xfrm>
            <a:off x="438912" y="4890625"/>
            <a:ext cx="6307005" cy="246221"/>
          </a:xfrm>
          <a:prstGeom prst="rect">
            <a:avLst/>
          </a:prstGeom>
          <a:noFill/>
        </p:spPr>
        <p:txBody>
          <a:bodyPr wrap="square">
            <a:spAutoFit/>
          </a:bodyPr>
          <a:lstStyle/>
          <a:p>
            <a:r>
              <a:rPr lang="fr-FR" sz="1000">
                <a:hlinkClick r:id="rId4"/>
              </a:rPr>
              <a:t>Data agent </a:t>
            </a:r>
            <a:r>
              <a:rPr lang="fr-FR" sz="1000" err="1">
                <a:hlinkClick r:id="rId4"/>
              </a:rPr>
              <a:t>consumption</a:t>
            </a:r>
            <a:r>
              <a:rPr lang="fr-FR" sz="1000">
                <a:hlinkClick r:id="rId4"/>
              </a:rPr>
              <a:t> - Microsoft Fabric | Microsoft Learn</a:t>
            </a:r>
            <a:endParaRPr lang="fr-FR" sz="1000"/>
          </a:p>
        </p:txBody>
      </p:sp>
      <p:sp>
        <p:nvSpPr>
          <p:cNvPr id="19" name="Slide Number Placeholder 18">
            <a:extLst>
              <a:ext uri="{FF2B5EF4-FFF2-40B4-BE49-F238E27FC236}">
                <a16:creationId xmlns:a16="http://schemas.microsoft.com/office/drawing/2014/main" id="{47B4A58F-1C1E-F330-6D82-51FC88455D6D}"/>
              </a:ext>
            </a:extLst>
          </p:cNvPr>
          <p:cNvSpPr>
            <a:spLocks noGrp="1"/>
          </p:cNvSpPr>
          <p:nvPr>
            <p:ph type="sldNum" sz="quarter" idx="12"/>
          </p:nvPr>
        </p:nvSpPr>
        <p:spPr/>
        <p:txBody>
          <a:bodyPr/>
          <a:lstStyle/>
          <a:p>
            <a:r>
              <a:rPr lang="fr-FR" b="1">
                <a:solidFill>
                  <a:srgbClr val="F26522"/>
                </a:solidFill>
                <a:latin typeface="Calibri" pitchFamily="34" charset="0"/>
                <a:ea typeface="Calibri" pitchFamily="34" charset="-122"/>
                <a:cs typeface="Calibri" pitchFamily="34" charset="-120"/>
              </a:rPr>
              <a:t>Expertime</a:t>
            </a:r>
            <a:r>
              <a:rPr lang="fr-FR">
                <a:solidFill>
                  <a:srgbClr val="5C6B7F"/>
                </a:solidFill>
                <a:latin typeface="Calibri" pitchFamily="34" charset="0"/>
                <a:ea typeface="Calibri" pitchFamily="34" charset="-122"/>
                <a:cs typeface="Calibri" pitchFamily="34" charset="-120"/>
              </a:rPr>
              <a:t>   | </a:t>
            </a:r>
            <a:fld id="{58E94494-CE21-4E82-948B-6B5BB0295547}" type="slidenum">
              <a:rPr lang="fr-FR" smtClean="0"/>
              <a:pPr/>
              <a:t>26</a:t>
            </a:fld>
            <a:endParaRPr lang="fr-FR" sz="85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7">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457200" y="384048"/>
            <a:ext cx="146304" cy="146304"/>
          </a:xfrm>
          <a:prstGeom prst="rect">
            <a:avLst/>
          </a:prstGeom>
          <a:solidFill>
            <a:srgbClr val="F26522"/>
          </a:solidFill>
          <a:ln/>
        </p:spPr>
        <p:txBody>
          <a:bodyPr/>
          <a:lstStyle/>
          <a:p>
            <a:endParaRPr lang="fr-FR" noProof="0"/>
          </a:p>
        </p:txBody>
      </p:sp>
      <p:sp>
        <p:nvSpPr>
          <p:cNvPr id="3" name="Text 1"/>
          <p:cNvSpPr/>
          <p:nvPr/>
        </p:nvSpPr>
        <p:spPr>
          <a:xfrm>
            <a:off x="713232" y="347472"/>
            <a:ext cx="7955280" cy="237744"/>
          </a:xfrm>
          <a:prstGeom prst="rect">
            <a:avLst/>
          </a:prstGeom>
          <a:noFill/>
          <a:ln/>
        </p:spPr>
        <p:txBody>
          <a:bodyPr wrap="square" rtlCol="0" anchor="ctr"/>
          <a:lstStyle/>
          <a:p>
            <a:pPr marL="0" indent="0">
              <a:buNone/>
            </a:pPr>
            <a:r>
              <a:rPr lang="fr-FR" sz="1100" b="1" kern="0" spc="200" noProof="0">
                <a:solidFill>
                  <a:srgbClr val="F26522"/>
                </a:solidFill>
                <a:latin typeface="Calibri" pitchFamily="34" charset="0"/>
                <a:ea typeface="Calibri" pitchFamily="34" charset="-122"/>
                <a:cs typeface="Calibri" pitchFamily="34" charset="-120"/>
              </a:rPr>
              <a:t>RESUME</a:t>
            </a:r>
            <a:endParaRPr lang="fr-FR" sz="1100" noProof="0"/>
          </a:p>
        </p:txBody>
      </p:sp>
      <p:sp>
        <p:nvSpPr>
          <p:cNvPr id="4" name="Text 2"/>
          <p:cNvSpPr/>
          <p:nvPr/>
        </p:nvSpPr>
        <p:spPr>
          <a:xfrm>
            <a:off x="438912" y="566928"/>
            <a:ext cx="8266176" cy="566928"/>
          </a:xfrm>
          <a:prstGeom prst="rect">
            <a:avLst/>
          </a:prstGeom>
          <a:noFill/>
          <a:ln/>
        </p:spPr>
        <p:txBody>
          <a:bodyPr wrap="square" rtlCol="0" anchor="ctr"/>
          <a:lstStyle/>
          <a:p>
            <a:pPr marL="0" indent="0">
              <a:buNone/>
            </a:pPr>
            <a:r>
              <a:rPr lang="fr-FR" sz="2600" b="1" noProof="0">
                <a:solidFill>
                  <a:srgbClr val="16273D"/>
                </a:solidFill>
                <a:latin typeface="Trebuchet MS" pitchFamily="34" charset="0"/>
                <a:ea typeface="Trebuchet MS" pitchFamily="34" charset="-122"/>
                <a:cs typeface="Trebuchet MS" pitchFamily="34" charset="-120"/>
              </a:rPr>
              <a:t>Limites à connaître</a:t>
            </a:r>
            <a:endParaRPr lang="fr-FR" sz="2600" noProof="0">
              <a:solidFill>
                <a:srgbClr val="16273D"/>
              </a:solidFill>
            </a:endParaRPr>
          </a:p>
        </p:txBody>
      </p:sp>
      <p:sp>
        <p:nvSpPr>
          <p:cNvPr id="5" name="Shape 3"/>
          <p:cNvSpPr/>
          <p:nvPr/>
        </p:nvSpPr>
        <p:spPr>
          <a:xfrm>
            <a:off x="457200" y="1371600"/>
            <a:ext cx="4023360" cy="841248"/>
          </a:xfrm>
          <a:prstGeom prst="rect">
            <a:avLst/>
          </a:prstGeom>
          <a:solidFill>
            <a:srgbClr val="FFFFFF"/>
          </a:solidFill>
          <a:ln w="12700">
            <a:solidFill>
              <a:srgbClr val="DCE4EE"/>
            </a:solidFill>
            <a:prstDash val="solid"/>
          </a:ln>
          <a:effectLst>
            <a:outerShdw blurRad="88900" dist="38100" dir="5400000" algn="bl" rotWithShape="0">
              <a:srgbClr val="0E2240">
                <a:alpha val="10000"/>
              </a:srgbClr>
            </a:outerShdw>
          </a:effectLst>
        </p:spPr>
        <p:txBody>
          <a:bodyPr/>
          <a:lstStyle/>
          <a:p>
            <a:endParaRPr lang="fr-FR" noProof="0"/>
          </a:p>
        </p:txBody>
      </p:sp>
      <p:sp>
        <p:nvSpPr>
          <p:cNvPr id="6" name="Shape 4"/>
          <p:cNvSpPr/>
          <p:nvPr/>
        </p:nvSpPr>
        <p:spPr>
          <a:xfrm>
            <a:off x="457200" y="1371600"/>
            <a:ext cx="64008" cy="841248"/>
          </a:xfrm>
          <a:prstGeom prst="rect">
            <a:avLst/>
          </a:prstGeom>
          <a:solidFill>
            <a:srgbClr val="F26522"/>
          </a:solidFill>
          <a:ln/>
        </p:spPr>
        <p:txBody>
          <a:bodyPr/>
          <a:lstStyle/>
          <a:p>
            <a:endParaRPr lang="fr-FR" noProof="0"/>
          </a:p>
        </p:txBody>
      </p:sp>
      <p:sp>
        <p:nvSpPr>
          <p:cNvPr id="7" name="Text 5"/>
          <p:cNvSpPr/>
          <p:nvPr/>
        </p:nvSpPr>
        <p:spPr>
          <a:xfrm>
            <a:off x="685800" y="1481328"/>
            <a:ext cx="3611880" cy="292608"/>
          </a:xfrm>
          <a:prstGeom prst="rect">
            <a:avLst/>
          </a:prstGeom>
          <a:noFill/>
          <a:ln/>
        </p:spPr>
        <p:txBody>
          <a:bodyPr wrap="square" rtlCol="0" anchor="ctr"/>
          <a:lstStyle/>
          <a:p>
            <a:pPr marL="0" indent="0">
              <a:buNone/>
            </a:pPr>
            <a:r>
              <a:rPr lang="fr-FR" sz="1300" b="1" noProof="0">
                <a:solidFill>
                  <a:srgbClr val="16273D"/>
                </a:solidFill>
                <a:latin typeface="Trebuchet MS" pitchFamily="34" charset="0"/>
                <a:ea typeface="Trebuchet MS" pitchFamily="34" charset="-122"/>
                <a:cs typeface="Trebuchet MS" pitchFamily="34" charset="-120"/>
              </a:rPr>
              <a:t>Lecture seule</a:t>
            </a:r>
            <a:endParaRPr lang="fr-FR" sz="1300" noProof="0"/>
          </a:p>
        </p:txBody>
      </p:sp>
      <p:sp>
        <p:nvSpPr>
          <p:cNvPr id="8" name="Text 6"/>
          <p:cNvSpPr/>
          <p:nvPr/>
        </p:nvSpPr>
        <p:spPr>
          <a:xfrm>
            <a:off x="521208" y="1773936"/>
            <a:ext cx="3776472" cy="384048"/>
          </a:xfrm>
          <a:prstGeom prst="rect">
            <a:avLst/>
          </a:prstGeom>
          <a:noFill/>
          <a:ln/>
        </p:spPr>
        <p:txBody>
          <a:bodyPr wrap="square" rtlCol="0" anchor="t"/>
          <a:lstStyle/>
          <a:p>
            <a:pPr marL="0" indent="0" algn="ctr">
              <a:lnSpc>
                <a:spcPts val="1300"/>
              </a:lnSpc>
              <a:buNone/>
            </a:pPr>
            <a:r>
              <a:rPr lang="fr-FR" sz="1050" noProof="0">
                <a:solidFill>
                  <a:srgbClr val="5C6B7F"/>
                </a:solidFill>
                <a:latin typeface="Calibri" pitchFamily="34" charset="0"/>
                <a:ea typeface="Calibri" pitchFamily="34" charset="-122"/>
                <a:cs typeface="Calibri" pitchFamily="34" charset="-120"/>
              </a:rPr>
              <a:t>L’agent interroge uniquement les données : aucune opération d’écriture, de mise à jour ou de suppression n’est possible.</a:t>
            </a:r>
            <a:endParaRPr lang="fr-FR" sz="1050" noProof="0"/>
          </a:p>
        </p:txBody>
      </p:sp>
      <p:sp>
        <p:nvSpPr>
          <p:cNvPr id="9" name="Shape 7"/>
          <p:cNvSpPr/>
          <p:nvPr/>
        </p:nvSpPr>
        <p:spPr>
          <a:xfrm>
            <a:off x="4663440" y="1371600"/>
            <a:ext cx="4023360" cy="841248"/>
          </a:xfrm>
          <a:prstGeom prst="rect">
            <a:avLst/>
          </a:prstGeom>
          <a:solidFill>
            <a:srgbClr val="FFFFFF"/>
          </a:solidFill>
          <a:ln w="12700">
            <a:solidFill>
              <a:srgbClr val="DCE4EE"/>
            </a:solidFill>
            <a:prstDash val="solid"/>
          </a:ln>
          <a:effectLst>
            <a:outerShdw blurRad="88900" dist="38100" dir="5400000" algn="bl" rotWithShape="0">
              <a:srgbClr val="0E2240">
                <a:alpha val="10000"/>
              </a:srgbClr>
            </a:outerShdw>
          </a:effectLst>
        </p:spPr>
        <p:txBody>
          <a:bodyPr/>
          <a:lstStyle/>
          <a:p>
            <a:endParaRPr lang="fr-FR" noProof="0"/>
          </a:p>
        </p:txBody>
      </p:sp>
      <p:sp>
        <p:nvSpPr>
          <p:cNvPr id="10" name="Shape 8"/>
          <p:cNvSpPr/>
          <p:nvPr/>
        </p:nvSpPr>
        <p:spPr>
          <a:xfrm>
            <a:off x="4663440" y="1371600"/>
            <a:ext cx="64008" cy="841248"/>
          </a:xfrm>
          <a:prstGeom prst="rect">
            <a:avLst/>
          </a:prstGeom>
          <a:solidFill>
            <a:srgbClr val="F26522"/>
          </a:solidFill>
          <a:ln/>
        </p:spPr>
        <p:txBody>
          <a:bodyPr/>
          <a:lstStyle/>
          <a:p>
            <a:endParaRPr lang="fr-FR" noProof="0"/>
          </a:p>
        </p:txBody>
      </p:sp>
      <p:sp>
        <p:nvSpPr>
          <p:cNvPr id="11" name="Text 9"/>
          <p:cNvSpPr/>
          <p:nvPr/>
        </p:nvSpPr>
        <p:spPr>
          <a:xfrm>
            <a:off x="4892040" y="1481328"/>
            <a:ext cx="3611880" cy="292608"/>
          </a:xfrm>
          <a:prstGeom prst="rect">
            <a:avLst/>
          </a:prstGeom>
          <a:noFill/>
          <a:ln/>
        </p:spPr>
        <p:txBody>
          <a:bodyPr wrap="square" rtlCol="0" anchor="ctr"/>
          <a:lstStyle/>
          <a:p>
            <a:pPr marL="0" indent="0">
              <a:buNone/>
            </a:pPr>
            <a:r>
              <a:rPr lang="fr-FR" sz="1300" b="1" noProof="0">
                <a:solidFill>
                  <a:srgbClr val="16273D"/>
                </a:solidFill>
                <a:latin typeface="Trebuchet MS" pitchFamily="34" charset="0"/>
                <a:ea typeface="Trebuchet MS" pitchFamily="34" charset="-122"/>
                <a:cs typeface="Trebuchet MS" pitchFamily="34" charset="-120"/>
              </a:rPr>
              <a:t>5 sources max</a:t>
            </a:r>
            <a:endParaRPr lang="fr-FR" sz="1300" noProof="0"/>
          </a:p>
        </p:txBody>
      </p:sp>
      <p:sp>
        <p:nvSpPr>
          <p:cNvPr id="12" name="Text 10"/>
          <p:cNvSpPr/>
          <p:nvPr/>
        </p:nvSpPr>
        <p:spPr>
          <a:xfrm>
            <a:off x="4727448" y="1773936"/>
            <a:ext cx="3776472" cy="384048"/>
          </a:xfrm>
          <a:prstGeom prst="rect">
            <a:avLst/>
          </a:prstGeom>
          <a:noFill/>
          <a:ln/>
        </p:spPr>
        <p:txBody>
          <a:bodyPr wrap="square" rtlCol="0" anchor="t"/>
          <a:lstStyle/>
          <a:p>
            <a:pPr marL="0" indent="0" algn="ctr">
              <a:lnSpc>
                <a:spcPts val="1300"/>
              </a:lnSpc>
              <a:buNone/>
            </a:pPr>
            <a:r>
              <a:rPr lang="fr-FR" sz="1050" noProof="0">
                <a:solidFill>
                  <a:srgbClr val="5C6B7F"/>
                </a:solidFill>
                <a:latin typeface="Calibri" pitchFamily="34" charset="0"/>
                <a:ea typeface="Calibri" pitchFamily="34" charset="-122"/>
                <a:cs typeface="Calibri" pitchFamily="34" charset="-120"/>
              </a:rPr>
              <a:t>Chaque agent peut se connecter à cinq sources de données structurées au maximum.</a:t>
            </a:r>
            <a:endParaRPr lang="fr-FR" sz="1050" noProof="0"/>
          </a:p>
        </p:txBody>
      </p:sp>
      <p:sp>
        <p:nvSpPr>
          <p:cNvPr id="13" name="Shape 11"/>
          <p:cNvSpPr/>
          <p:nvPr/>
        </p:nvSpPr>
        <p:spPr>
          <a:xfrm>
            <a:off x="457200" y="2359152"/>
            <a:ext cx="4023360" cy="841248"/>
          </a:xfrm>
          <a:prstGeom prst="rect">
            <a:avLst/>
          </a:prstGeom>
          <a:solidFill>
            <a:srgbClr val="FFFFFF"/>
          </a:solidFill>
          <a:ln w="12700">
            <a:solidFill>
              <a:srgbClr val="DCE4EE"/>
            </a:solidFill>
            <a:prstDash val="solid"/>
          </a:ln>
          <a:effectLst>
            <a:outerShdw blurRad="88900" dist="38100" dir="5400000" algn="bl" rotWithShape="0">
              <a:srgbClr val="0E2240">
                <a:alpha val="10000"/>
              </a:srgbClr>
            </a:outerShdw>
          </a:effectLst>
        </p:spPr>
        <p:txBody>
          <a:bodyPr/>
          <a:lstStyle/>
          <a:p>
            <a:endParaRPr lang="fr-FR" noProof="0"/>
          </a:p>
        </p:txBody>
      </p:sp>
      <p:sp>
        <p:nvSpPr>
          <p:cNvPr id="14" name="Shape 12"/>
          <p:cNvSpPr/>
          <p:nvPr/>
        </p:nvSpPr>
        <p:spPr>
          <a:xfrm>
            <a:off x="457200" y="2359152"/>
            <a:ext cx="64008" cy="841248"/>
          </a:xfrm>
          <a:prstGeom prst="rect">
            <a:avLst/>
          </a:prstGeom>
          <a:solidFill>
            <a:srgbClr val="F26522"/>
          </a:solidFill>
          <a:ln/>
        </p:spPr>
        <p:txBody>
          <a:bodyPr/>
          <a:lstStyle/>
          <a:p>
            <a:endParaRPr lang="fr-FR" noProof="0"/>
          </a:p>
        </p:txBody>
      </p:sp>
      <p:sp>
        <p:nvSpPr>
          <p:cNvPr id="15" name="Text 13"/>
          <p:cNvSpPr/>
          <p:nvPr/>
        </p:nvSpPr>
        <p:spPr>
          <a:xfrm>
            <a:off x="685800" y="2468880"/>
            <a:ext cx="3611880" cy="292608"/>
          </a:xfrm>
          <a:prstGeom prst="rect">
            <a:avLst/>
          </a:prstGeom>
          <a:noFill/>
          <a:ln/>
        </p:spPr>
        <p:txBody>
          <a:bodyPr wrap="square" rtlCol="0" anchor="ctr"/>
          <a:lstStyle/>
          <a:p>
            <a:pPr marL="0" indent="0">
              <a:buNone/>
            </a:pPr>
            <a:r>
              <a:rPr lang="fr-FR" sz="1300" b="1" noProof="0">
                <a:solidFill>
                  <a:srgbClr val="16273D"/>
                </a:solidFill>
                <a:latin typeface="Trebuchet MS" pitchFamily="34" charset="0"/>
                <a:ea typeface="Trebuchet MS" pitchFamily="34" charset="-122"/>
                <a:cs typeface="Trebuchet MS" pitchFamily="34" charset="-120"/>
              </a:rPr>
              <a:t>Réponses plafonnées</a:t>
            </a:r>
            <a:endParaRPr lang="fr-FR" sz="1300" noProof="0"/>
          </a:p>
        </p:txBody>
      </p:sp>
      <p:sp>
        <p:nvSpPr>
          <p:cNvPr id="16" name="Text 14"/>
          <p:cNvSpPr/>
          <p:nvPr/>
        </p:nvSpPr>
        <p:spPr>
          <a:xfrm>
            <a:off x="521208" y="2761488"/>
            <a:ext cx="3776472" cy="384048"/>
          </a:xfrm>
          <a:prstGeom prst="rect">
            <a:avLst/>
          </a:prstGeom>
          <a:noFill/>
          <a:ln/>
        </p:spPr>
        <p:txBody>
          <a:bodyPr wrap="square" rtlCol="0" anchor="t"/>
          <a:lstStyle/>
          <a:p>
            <a:pPr marL="0" indent="0" algn="ctr">
              <a:lnSpc>
                <a:spcPts val="1300"/>
              </a:lnSpc>
              <a:buNone/>
            </a:pPr>
            <a:r>
              <a:rPr lang="fr-FR" sz="1050" noProof="0">
                <a:solidFill>
                  <a:srgbClr val="5C6B7F"/>
                </a:solidFill>
                <a:latin typeface="Calibri" pitchFamily="34" charset="0"/>
                <a:ea typeface="Calibri" pitchFamily="34" charset="-122"/>
                <a:cs typeface="Calibri" pitchFamily="34" charset="-120"/>
              </a:rPr>
              <a:t>Les résultats sont limités à 25 lignes × 25 colonnes dans la préversion actuelle.</a:t>
            </a:r>
            <a:endParaRPr lang="fr-FR" sz="1050" noProof="0"/>
          </a:p>
        </p:txBody>
      </p:sp>
      <p:sp>
        <p:nvSpPr>
          <p:cNvPr id="17" name="Shape 15"/>
          <p:cNvSpPr/>
          <p:nvPr/>
        </p:nvSpPr>
        <p:spPr>
          <a:xfrm>
            <a:off x="4663440" y="2359152"/>
            <a:ext cx="4023360" cy="841248"/>
          </a:xfrm>
          <a:prstGeom prst="rect">
            <a:avLst/>
          </a:prstGeom>
          <a:solidFill>
            <a:srgbClr val="FFFFFF"/>
          </a:solidFill>
          <a:ln w="12700">
            <a:solidFill>
              <a:srgbClr val="DCE4EE"/>
            </a:solidFill>
            <a:prstDash val="solid"/>
          </a:ln>
          <a:effectLst>
            <a:outerShdw blurRad="88900" dist="38100" dir="5400000" algn="bl" rotWithShape="0">
              <a:srgbClr val="0E2240">
                <a:alpha val="10000"/>
              </a:srgbClr>
            </a:outerShdw>
          </a:effectLst>
        </p:spPr>
        <p:txBody>
          <a:bodyPr/>
          <a:lstStyle/>
          <a:p>
            <a:endParaRPr lang="fr-FR" noProof="0"/>
          </a:p>
        </p:txBody>
      </p:sp>
      <p:sp>
        <p:nvSpPr>
          <p:cNvPr id="18" name="Shape 16"/>
          <p:cNvSpPr/>
          <p:nvPr/>
        </p:nvSpPr>
        <p:spPr>
          <a:xfrm>
            <a:off x="4663440" y="2359152"/>
            <a:ext cx="64008" cy="841248"/>
          </a:xfrm>
          <a:prstGeom prst="rect">
            <a:avLst/>
          </a:prstGeom>
          <a:solidFill>
            <a:srgbClr val="F26522"/>
          </a:solidFill>
          <a:ln/>
        </p:spPr>
        <p:txBody>
          <a:bodyPr/>
          <a:lstStyle/>
          <a:p>
            <a:endParaRPr lang="fr-FR" noProof="0"/>
          </a:p>
        </p:txBody>
      </p:sp>
      <p:sp>
        <p:nvSpPr>
          <p:cNvPr id="19" name="Text 17"/>
          <p:cNvSpPr/>
          <p:nvPr/>
        </p:nvSpPr>
        <p:spPr>
          <a:xfrm>
            <a:off x="4892040" y="2468880"/>
            <a:ext cx="3611880" cy="292608"/>
          </a:xfrm>
          <a:prstGeom prst="rect">
            <a:avLst/>
          </a:prstGeom>
          <a:noFill/>
          <a:ln/>
        </p:spPr>
        <p:txBody>
          <a:bodyPr wrap="square" rtlCol="0" anchor="ctr"/>
          <a:lstStyle/>
          <a:p>
            <a:pPr marL="0" indent="0">
              <a:buNone/>
            </a:pPr>
            <a:r>
              <a:rPr lang="fr-FR" sz="1300" b="1" noProof="0">
                <a:solidFill>
                  <a:srgbClr val="16273D"/>
                </a:solidFill>
                <a:latin typeface="Trebuchet MS" pitchFamily="34" charset="0"/>
                <a:ea typeface="Trebuchet MS" pitchFamily="34" charset="-122"/>
                <a:cs typeface="Trebuchet MS" pitchFamily="34" charset="-120"/>
              </a:rPr>
              <a:t>Langue &amp; Modèle</a:t>
            </a:r>
            <a:endParaRPr lang="fr-FR" sz="1300" noProof="0"/>
          </a:p>
        </p:txBody>
      </p:sp>
      <p:sp>
        <p:nvSpPr>
          <p:cNvPr id="20" name="Text 18"/>
          <p:cNvSpPr/>
          <p:nvPr/>
        </p:nvSpPr>
        <p:spPr>
          <a:xfrm>
            <a:off x="4727448" y="2761488"/>
            <a:ext cx="3959352" cy="384048"/>
          </a:xfrm>
          <a:prstGeom prst="rect">
            <a:avLst/>
          </a:prstGeom>
          <a:noFill/>
          <a:ln/>
        </p:spPr>
        <p:txBody>
          <a:bodyPr wrap="square" rtlCol="0" anchor="t"/>
          <a:lstStyle/>
          <a:p>
            <a:pPr marL="0" indent="0" algn="ctr">
              <a:lnSpc>
                <a:spcPts val="1300"/>
              </a:lnSpc>
              <a:buNone/>
            </a:pPr>
            <a:r>
              <a:rPr lang="fr-FR" sz="1050" noProof="0">
                <a:solidFill>
                  <a:srgbClr val="5C6B7F"/>
                </a:solidFill>
                <a:latin typeface="Calibri" pitchFamily="34" charset="0"/>
                <a:ea typeface="Calibri" pitchFamily="34" charset="-122"/>
                <a:cs typeface="Calibri" pitchFamily="34" charset="-120"/>
              </a:rPr>
              <a:t>Fonctionne dans plusieurs langues, mais les résultats sont plus fiables en anglais, et le modèle utilisé par l’agent n’est pas modifiable.</a:t>
            </a:r>
            <a:endParaRPr lang="fr-FR" sz="1050" noProof="0"/>
          </a:p>
        </p:txBody>
      </p:sp>
      <p:sp>
        <p:nvSpPr>
          <p:cNvPr id="21" name="Shape 19"/>
          <p:cNvSpPr/>
          <p:nvPr/>
        </p:nvSpPr>
        <p:spPr>
          <a:xfrm>
            <a:off x="457200" y="3346704"/>
            <a:ext cx="4023360" cy="841248"/>
          </a:xfrm>
          <a:prstGeom prst="rect">
            <a:avLst/>
          </a:prstGeom>
          <a:solidFill>
            <a:srgbClr val="FFFFFF"/>
          </a:solidFill>
          <a:ln w="12700">
            <a:solidFill>
              <a:srgbClr val="DCE4EE"/>
            </a:solidFill>
            <a:prstDash val="solid"/>
          </a:ln>
          <a:effectLst>
            <a:outerShdw blurRad="88900" dist="38100" dir="5400000" algn="bl" rotWithShape="0">
              <a:srgbClr val="0E2240">
                <a:alpha val="10000"/>
              </a:srgbClr>
            </a:outerShdw>
          </a:effectLst>
        </p:spPr>
        <p:txBody>
          <a:bodyPr/>
          <a:lstStyle/>
          <a:p>
            <a:endParaRPr lang="fr-FR" noProof="0"/>
          </a:p>
        </p:txBody>
      </p:sp>
      <p:sp>
        <p:nvSpPr>
          <p:cNvPr id="22" name="Shape 20"/>
          <p:cNvSpPr/>
          <p:nvPr/>
        </p:nvSpPr>
        <p:spPr>
          <a:xfrm>
            <a:off x="457200" y="3346704"/>
            <a:ext cx="64008" cy="841248"/>
          </a:xfrm>
          <a:prstGeom prst="rect">
            <a:avLst/>
          </a:prstGeom>
          <a:solidFill>
            <a:srgbClr val="F26522"/>
          </a:solidFill>
          <a:ln/>
        </p:spPr>
        <p:txBody>
          <a:bodyPr/>
          <a:lstStyle/>
          <a:p>
            <a:endParaRPr lang="fr-FR" noProof="0"/>
          </a:p>
        </p:txBody>
      </p:sp>
      <p:sp>
        <p:nvSpPr>
          <p:cNvPr id="23" name="Text 21"/>
          <p:cNvSpPr/>
          <p:nvPr/>
        </p:nvSpPr>
        <p:spPr>
          <a:xfrm>
            <a:off x="685800" y="3456432"/>
            <a:ext cx="3611880" cy="292608"/>
          </a:xfrm>
          <a:prstGeom prst="rect">
            <a:avLst/>
          </a:prstGeom>
          <a:noFill/>
          <a:ln/>
        </p:spPr>
        <p:txBody>
          <a:bodyPr wrap="square" rtlCol="0" anchor="ctr"/>
          <a:lstStyle/>
          <a:p>
            <a:pPr marL="0" indent="0">
              <a:buNone/>
            </a:pPr>
            <a:r>
              <a:rPr lang="fr-FR" sz="1300" b="1" noProof="0">
                <a:solidFill>
                  <a:srgbClr val="16273D"/>
                </a:solidFill>
                <a:latin typeface="Trebuchet MS" pitchFamily="34" charset="0"/>
                <a:ea typeface="Trebuchet MS" pitchFamily="34" charset="-122"/>
                <a:cs typeface="Trebuchet MS" pitchFamily="34" charset="-120"/>
              </a:rPr>
              <a:t>Données structurées</a:t>
            </a:r>
            <a:endParaRPr lang="fr-FR" sz="1300" noProof="0"/>
          </a:p>
        </p:txBody>
      </p:sp>
      <p:sp>
        <p:nvSpPr>
          <p:cNvPr id="24" name="Text 22"/>
          <p:cNvSpPr/>
          <p:nvPr/>
        </p:nvSpPr>
        <p:spPr>
          <a:xfrm>
            <a:off x="521208" y="3749040"/>
            <a:ext cx="3776472" cy="384048"/>
          </a:xfrm>
          <a:prstGeom prst="rect">
            <a:avLst/>
          </a:prstGeom>
          <a:noFill/>
          <a:ln/>
        </p:spPr>
        <p:txBody>
          <a:bodyPr wrap="square" rtlCol="0" anchor="t"/>
          <a:lstStyle/>
          <a:p>
            <a:pPr marL="0" indent="0" algn="ctr">
              <a:lnSpc>
                <a:spcPts val="1300"/>
              </a:lnSpc>
              <a:buNone/>
            </a:pPr>
            <a:r>
              <a:rPr lang="fr-FR" sz="1050" noProof="0">
                <a:solidFill>
                  <a:srgbClr val="5C6B7F"/>
                </a:solidFill>
                <a:latin typeface="Calibri" pitchFamily="34" charset="0"/>
                <a:ea typeface="Calibri" pitchFamily="34" charset="-122"/>
                <a:cs typeface="Calibri" pitchFamily="34" charset="-120"/>
              </a:rPr>
              <a:t>L’agent interroge uniquement des données structurées, à l’exception d’un index Azure AI Search (pas en accès direct).</a:t>
            </a:r>
            <a:endParaRPr lang="fr-FR" sz="1050" noProof="0"/>
          </a:p>
        </p:txBody>
      </p:sp>
      <p:sp>
        <p:nvSpPr>
          <p:cNvPr id="25" name="Shape 23"/>
          <p:cNvSpPr/>
          <p:nvPr/>
        </p:nvSpPr>
        <p:spPr>
          <a:xfrm>
            <a:off x="4663440" y="3346704"/>
            <a:ext cx="4023360" cy="841248"/>
          </a:xfrm>
          <a:prstGeom prst="rect">
            <a:avLst/>
          </a:prstGeom>
          <a:solidFill>
            <a:srgbClr val="FFFFFF"/>
          </a:solidFill>
          <a:ln w="12700">
            <a:solidFill>
              <a:srgbClr val="DCE4EE"/>
            </a:solidFill>
            <a:prstDash val="solid"/>
          </a:ln>
          <a:effectLst>
            <a:outerShdw blurRad="88900" dist="38100" dir="5400000" algn="bl" rotWithShape="0">
              <a:srgbClr val="0E2240">
                <a:alpha val="10000"/>
              </a:srgbClr>
            </a:outerShdw>
          </a:effectLst>
        </p:spPr>
        <p:txBody>
          <a:bodyPr/>
          <a:lstStyle/>
          <a:p>
            <a:endParaRPr lang="fr-FR" noProof="0"/>
          </a:p>
        </p:txBody>
      </p:sp>
      <p:sp>
        <p:nvSpPr>
          <p:cNvPr id="26" name="Shape 24"/>
          <p:cNvSpPr/>
          <p:nvPr/>
        </p:nvSpPr>
        <p:spPr>
          <a:xfrm>
            <a:off x="4663440" y="3346704"/>
            <a:ext cx="64008" cy="841248"/>
          </a:xfrm>
          <a:prstGeom prst="rect">
            <a:avLst/>
          </a:prstGeom>
          <a:solidFill>
            <a:srgbClr val="F26522"/>
          </a:solidFill>
          <a:ln/>
        </p:spPr>
        <p:txBody>
          <a:bodyPr/>
          <a:lstStyle/>
          <a:p>
            <a:endParaRPr lang="fr-FR" noProof="0"/>
          </a:p>
        </p:txBody>
      </p:sp>
      <p:sp>
        <p:nvSpPr>
          <p:cNvPr id="27" name="Text 25"/>
          <p:cNvSpPr/>
          <p:nvPr/>
        </p:nvSpPr>
        <p:spPr>
          <a:xfrm>
            <a:off x="4892040" y="3456432"/>
            <a:ext cx="3611880" cy="292608"/>
          </a:xfrm>
          <a:prstGeom prst="rect">
            <a:avLst/>
          </a:prstGeom>
          <a:noFill/>
          <a:ln/>
        </p:spPr>
        <p:txBody>
          <a:bodyPr wrap="square" rtlCol="0" anchor="ctr"/>
          <a:lstStyle/>
          <a:p>
            <a:pPr marL="0" indent="0">
              <a:buNone/>
            </a:pPr>
            <a:r>
              <a:rPr lang="fr-FR" sz="1300" b="1" noProof="0">
                <a:solidFill>
                  <a:srgbClr val="16273D"/>
                </a:solidFill>
                <a:latin typeface="Trebuchet MS" pitchFamily="34" charset="0"/>
                <a:ea typeface="Trebuchet MS" pitchFamily="34" charset="-122"/>
                <a:cs typeface="Trebuchet MS" pitchFamily="34" charset="-120"/>
              </a:rPr>
              <a:t>Requêtes complexes</a:t>
            </a:r>
            <a:endParaRPr lang="fr-FR" sz="1300" noProof="0"/>
          </a:p>
        </p:txBody>
      </p:sp>
      <p:sp>
        <p:nvSpPr>
          <p:cNvPr id="28" name="Text 26"/>
          <p:cNvSpPr/>
          <p:nvPr/>
        </p:nvSpPr>
        <p:spPr>
          <a:xfrm>
            <a:off x="4727448" y="3749040"/>
            <a:ext cx="3776472" cy="384048"/>
          </a:xfrm>
          <a:prstGeom prst="rect">
            <a:avLst/>
          </a:prstGeom>
          <a:noFill/>
          <a:ln/>
        </p:spPr>
        <p:txBody>
          <a:bodyPr wrap="square" rtlCol="0" anchor="t"/>
          <a:lstStyle/>
          <a:p>
            <a:pPr marL="0" indent="0" algn="ctr">
              <a:lnSpc>
                <a:spcPts val="1300"/>
              </a:lnSpc>
              <a:buNone/>
            </a:pPr>
            <a:r>
              <a:rPr lang="fr-FR" sz="1050" noProof="0">
                <a:solidFill>
                  <a:srgbClr val="5C6B7F"/>
                </a:solidFill>
                <a:latin typeface="Calibri" pitchFamily="34" charset="0"/>
                <a:ea typeface="Calibri" pitchFamily="34" charset="-122"/>
                <a:cs typeface="Calibri" pitchFamily="34" charset="-120"/>
              </a:rPr>
              <a:t>Les jointures ou requêtes imbriquées peuvent produire des résultats incomplets ou imprécis.</a:t>
            </a:r>
            <a:endParaRPr lang="fr-FR" sz="1050" noProof="0"/>
          </a:p>
        </p:txBody>
      </p:sp>
      <p:pic>
        <p:nvPicPr>
          <p:cNvPr id="32" name="Image 31">
            <a:extLst>
              <a:ext uri="{FF2B5EF4-FFF2-40B4-BE49-F238E27FC236}">
                <a16:creationId xmlns:a16="http://schemas.microsoft.com/office/drawing/2014/main" id="{98406DB5-1928-021F-D479-A0455D547A9E}"/>
              </a:ext>
            </a:extLst>
          </p:cNvPr>
          <p:cNvPicPr>
            <a:picLocks noChangeAspect="1"/>
          </p:cNvPicPr>
          <p:nvPr/>
        </p:nvPicPr>
        <p:blipFill>
          <a:blip r:embed="rId3"/>
          <a:stretch>
            <a:fillRect/>
          </a:stretch>
        </p:blipFill>
        <p:spPr>
          <a:xfrm>
            <a:off x="63322" y="4764044"/>
            <a:ext cx="315050" cy="324277"/>
          </a:xfrm>
          <a:prstGeom prst="rect">
            <a:avLst/>
          </a:prstGeom>
        </p:spPr>
      </p:pic>
      <p:sp>
        <p:nvSpPr>
          <p:cNvPr id="29" name="Slide Number Placeholder 28">
            <a:extLst>
              <a:ext uri="{FF2B5EF4-FFF2-40B4-BE49-F238E27FC236}">
                <a16:creationId xmlns:a16="http://schemas.microsoft.com/office/drawing/2014/main" id="{AA68A403-F891-0C66-FAF6-FA8E366E6AE6}"/>
              </a:ext>
            </a:extLst>
          </p:cNvPr>
          <p:cNvSpPr>
            <a:spLocks noGrp="1"/>
          </p:cNvSpPr>
          <p:nvPr>
            <p:ph type="sldNum" sz="quarter" idx="12"/>
          </p:nvPr>
        </p:nvSpPr>
        <p:spPr/>
        <p:txBody>
          <a:bodyPr/>
          <a:lstStyle/>
          <a:p>
            <a:r>
              <a:rPr lang="fr-FR" b="1">
                <a:solidFill>
                  <a:srgbClr val="F26522"/>
                </a:solidFill>
                <a:latin typeface="Calibri" pitchFamily="34" charset="0"/>
                <a:ea typeface="Calibri" pitchFamily="34" charset="-122"/>
                <a:cs typeface="Calibri" pitchFamily="34" charset="-120"/>
              </a:rPr>
              <a:t>Expertime</a:t>
            </a:r>
            <a:r>
              <a:rPr lang="fr-FR">
                <a:solidFill>
                  <a:srgbClr val="5C6B7F"/>
                </a:solidFill>
                <a:latin typeface="Calibri" pitchFamily="34" charset="0"/>
                <a:ea typeface="Calibri" pitchFamily="34" charset="-122"/>
                <a:cs typeface="Calibri" pitchFamily="34" charset="-120"/>
              </a:rPr>
              <a:t>   | </a:t>
            </a:r>
            <a:fld id="{58E94494-CE21-4E82-948B-6B5BB0295547}" type="slidenum">
              <a:rPr lang="fr-FR" smtClean="0"/>
              <a:pPr/>
              <a:t>27</a:t>
            </a:fld>
            <a:endParaRPr lang="fr-FR" sz="85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E2240"/>
        </a:solidFill>
        <a:effectLst/>
      </p:bgPr>
    </p:bg>
    <p:spTree>
      <p:nvGrpSpPr>
        <p:cNvPr id="1" name="">
          <a:extLst>
            <a:ext uri="{FF2B5EF4-FFF2-40B4-BE49-F238E27FC236}">
              <a16:creationId xmlns:a16="http://schemas.microsoft.com/office/drawing/2014/main" id="{8360BF9A-71EB-D8C9-6B75-7E30EFD9CBC0}"/>
            </a:ext>
          </a:extLst>
        </p:cNvPr>
        <p:cNvGrpSpPr/>
        <p:nvPr/>
      </p:nvGrpSpPr>
      <p:grpSpPr>
        <a:xfrm>
          <a:off x="0" y="0"/>
          <a:ext cx="0" cy="0"/>
          <a:chOff x="0" y="0"/>
          <a:chExt cx="0" cy="0"/>
        </a:xfrm>
      </p:grpSpPr>
      <p:pic>
        <p:nvPicPr>
          <p:cNvPr id="16" name="Image 0" descr="/agent/turn1/workspace/images/image-ab3eccef3274964eb00e8f08f3b8d2d0.jpg">
            <a:extLst>
              <a:ext uri="{FF2B5EF4-FFF2-40B4-BE49-F238E27FC236}">
                <a16:creationId xmlns:a16="http://schemas.microsoft.com/office/drawing/2014/main" id="{3E28FDE1-FCBD-EFB1-A815-A4358A301279}"/>
              </a:ext>
            </a:extLst>
          </p:cNvPr>
          <p:cNvPicPr>
            <a:picLocks noChangeAspect="1"/>
          </p:cNvPicPr>
          <p:nvPr/>
        </p:nvPicPr>
        <p:blipFill>
          <a:blip r:embed="rId3"/>
          <a:srcRect t="7813" b="7813"/>
          <a:stretch/>
        </p:blipFill>
        <p:spPr>
          <a:xfrm>
            <a:off x="0" y="0"/>
            <a:ext cx="9144000" cy="5143500"/>
          </a:xfrm>
          <a:prstGeom prst="rect">
            <a:avLst/>
          </a:prstGeom>
        </p:spPr>
      </p:pic>
      <p:sp>
        <p:nvSpPr>
          <p:cNvPr id="18" name="Shape 1">
            <a:extLst>
              <a:ext uri="{FF2B5EF4-FFF2-40B4-BE49-F238E27FC236}">
                <a16:creationId xmlns:a16="http://schemas.microsoft.com/office/drawing/2014/main" id="{31CC1148-D850-4E64-28B8-16D0FAD1FFFE}"/>
              </a:ext>
            </a:extLst>
          </p:cNvPr>
          <p:cNvSpPr/>
          <p:nvPr/>
        </p:nvSpPr>
        <p:spPr>
          <a:xfrm>
            <a:off x="0" y="0"/>
            <a:ext cx="5409344" cy="5143500"/>
          </a:xfrm>
          <a:prstGeom prst="rect">
            <a:avLst/>
          </a:prstGeom>
          <a:solidFill>
            <a:srgbClr val="0E2240"/>
          </a:solidFill>
          <a:ln/>
        </p:spPr>
        <p:txBody>
          <a:bodyPr/>
          <a:lstStyle/>
          <a:p>
            <a:endParaRPr lang="fr-FR" noProof="0"/>
          </a:p>
        </p:txBody>
      </p:sp>
      <p:sp>
        <p:nvSpPr>
          <p:cNvPr id="2" name="Number 01">
            <a:extLst>
              <a:ext uri="{FF2B5EF4-FFF2-40B4-BE49-F238E27FC236}">
                <a16:creationId xmlns:a16="http://schemas.microsoft.com/office/drawing/2014/main" id="{70C6E235-420F-6CD1-E92F-25E13066324E}"/>
              </a:ext>
            </a:extLst>
          </p:cNvPr>
          <p:cNvSpPr/>
          <p:nvPr/>
        </p:nvSpPr>
        <p:spPr>
          <a:xfrm>
            <a:off x="640080" y="1325880"/>
            <a:ext cx="3429000" cy="164592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0" b="1" i="0" u="none" strike="noStrike" kern="0" cap="none" spc="0" normalizeH="0" baseline="0" noProof="0">
                <a:ln>
                  <a:noFill/>
                </a:ln>
                <a:solidFill>
                  <a:srgbClr val="F26522"/>
                </a:solidFill>
                <a:effectLst/>
                <a:uLnTx/>
                <a:uFillTx/>
                <a:latin typeface="Trebuchet MS" pitchFamily="34" charset="0"/>
                <a:ea typeface="Trebuchet MS" pitchFamily="34" charset="-122"/>
                <a:cs typeface="Trebuchet MS" pitchFamily="34" charset="-120"/>
              </a:rPr>
              <a:t>08</a:t>
            </a:r>
            <a:endParaRPr kumimoji="0" lang="fr-FR" sz="1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ccent Bar">
            <a:extLst>
              <a:ext uri="{FF2B5EF4-FFF2-40B4-BE49-F238E27FC236}">
                <a16:creationId xmlns:a16="http://schemas.microsoft.com/office/drawing/2014/main" id="{4D9B5A2A-604B-83EA-1BB6-D5BA6EB22A1C}"/>
              </a:ext>
            </a:extLst>
          </p:cNvPr>
          <p:cNvSpPr/>
          <p:nvPr/>
        </p:nvSpPr>
        <p:spPr>
          <a:xfrm>
            <a:off x="676656" y="3209544"/>
            <a:ext cx="2103120" cy="45720"/>
          </a:xfrm>
          <a:prstGeom prst="rect">
            <a:avLst/>
          </a:prstGeom>
          <a:solidFill>
            <a:srgbClr val="F2652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ection Title">
            <a:extLst>
              <a:ext uri="{FF2B5EF4-FFF2-40B4-BE49-F238E27FC236}">
                <a16:creationId xmlns:a16="http://schemas.microsoft.com/office/drawing/2014/main" id="{5B6EE437-5095-A3FA-AAFC-1DF06A9A2DB3}"/>
              </a:ext>
            </a:extLst>
          </p:cNvPr>
          <p:cNvSpPr/>
          <p:nvPr/>
        </p:nvSpPr>
        <p:spPr>
          <a:xfrm>
            <a:off x="640080" y="3429000"/>
            <a:ext cx="4527821" cy="1097280"/>
          </a:xfrm>
          <a:prstGeom prst="rect">
            <a:avLst/>
          </a:prstGeom>
          <a:noFill/>
          <a:ln/>
        </p:spPr>
        <p:txBody>
          <a:bodyPr wrap="square" rtlCol="0" anchor="t"/>
          <a:lstStyle/>
          <a:p>
            <a:pPr marL="0" marR="0" lvl="0" indent="0" algn="l" defTabSz="914400" rtl="0" eaLnBrk="1" fontAlgn="auto" latinLnBrk="0" hangingPunct="1">
              <a:lnSpc>
                <a:spcPts val="4200"/>
              </a:lnSpc>
              <a:spcBef>
                <a:spcPts val="0"/>
              </a:spcBef>
              <a:spcAft>
                <a:spcPts val="0"/>
              </a:spcAft>
              <a:buClrTx/>
              <a:buSzTx/>
              <a:buFontTx/>
              <a:buNone/>
              <a:tabLst/>
              <a:defRPr/>
            </a:pPr>
            <a:r>
              <a:rPr kumimoji="0" lang="fr-FR" sz="3600" b="1" i="0" u="none" strike="noStrike" kern="1200" cap="none" spc="0" normalizeH="0" baseline="0" noProof="0">
                <a:ln>
                  <a:noFill/>
                </a:ln>
                <a:solidFill>
                  <a:srgbClr val="FFFFFF"/>
                </a:solidFill>
                <a:effectLst/>
                <a:uLnTx/>
                <a:uFillTx/>
                <a:latin typeface="Trebuchet MS" pitchFamily="34" charset="0"/>
                <a:ea typeface="Trebuchet MS" pitchFamily="34" charset="-122"/>
                <a:cs typeface="Trebuchet MS" pitchFamily="34" charset="-120"/>
              </a:rPr>
              <a:t>Fabrikam</a:t>
            </a:r>
            <a:endParaRPr lang="fr-FR" sz="3600" b="1">
              <a:solidFill>
                <a:srgbClr val="FFFFFF"/>
              </a:solidFill>
              <a:latin typeface="Trebuchet MS" pitchFamily="34" charset="0"/>
              <a:ea typeface="Trebuchet MS" pitchFamily="34" charset="-122"/>
              <a:cs typeface="Trebuchet MS" pitchFamily="34" charset="-120"/>
            </a:endParaRPr>
          </a:p>
          <a:p>
            <a:pPr marL="0" marR="0" lvl="0" indent="0" algn="l" defTabSz="914400" rtl="0" eaLnBrk="1" fontAlgn="auto" latinLnBrk="0" hangingPunct="1">
              <a:lnSpc>
                <a:spcPts val="4200"/>
              </a:lnSpc>
              <a:spcBef>
                <a:spcPts val="0"/>
              </a:spcBef>
              <a:spcAft>
                <a:spcPts val="0"/>
              </a:spcAft>
              <a:buClrTx/>
              <a:buSzTx/>
              <a:buFontTx/>
              <a:buNone/>
              <a:tabLst/>
              <a:defRPr/>
            </a:pPr>
            <a:r>
              <a:rPr kumimoji="0" lang="fr-FR" sz="3600" b="1" i="0" u="none" strike="noStrike" kern="1200" cap="none" spc="0" normalizeH="0" baseline="0" noProof="0">
                <a:ln>
                  <a:noFill/>
                </a:ln>
                <a:solidFill>
                  <a:srgbClr val="FFFFFF"/>
                </a:solidFill>
                <a:effectLst/>
                <a:uLnTx/>
                <a:uFillTx/>
                <a:latin typeface="Trebuchet MS" pitchFamily="34" charset="0"/>
                <a:ea typeface="Trebuchet MS" pitchFamily="34" charset="-122"/>
                <a:cs typeface="Trebuchet MS" pitchFamily="34" charset="-120"/>
              </a:rPr>
              <a:t>Analyse des ventes</a:t>
            </a:r>
            <a:endParaRPr kumimoji="0" lang="fr-FR" sz="36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Shape 0">
            <a:extLst>
              <a:ext uri="{FF2B5EF4-FFF2-40B4-BE49-F238E27FC236}">
                <a16:creationId xmlns:a16="http://schemas.microsoft.com/office/drawing/2014/main" id="{CC59C3D3-BEFB-66D0-7E5D-981EBD72A2A3}"/>
              </a:ext>
            </a:extLst>
          </p:cNvPr>
          <p:cNvSpPr/>
          <p:nvPr/>
        </p:nvSpPr>
        <p:spPr>
          <a:xfrm>
            <a:off x="5409345" y="0"/>
            <a:ext cx="3734656" cy="5143500"/>
          </a:xfrm>
          <a:prstGeom prst="rect">
            <a:avLst/>
          </a:prstGeom>
          <a:solidFill>
            <a:srgbClr val="0E2240">
              <a:alpha val="70000"/>
            </a:srgbClr>
          </a:solidFill>
          <a:ln/>
        </p:spPr>
        <p:txBody>
          <a:bodyPr/>
          <a:lstStyle/>
          <a:p>
            <a:endParaRPr lang="fr-FR" noProof="0"/>
          </a:p>
        </p:txBody>
      </p:sp>
      <p:sp>
        <p:nvSpPr>
          <p:cNvPr id="20" name="Shape 2">
            <a:extLst>
              <a:ext uri="{FF2B5EF4-FFF2-40B4-BE49-F238E27FC236}">
                <a16:creationId xmlns:a16="http://schemas.microsoft.com/office/drawing/2014/main" id="{77D7AF9A-F404-872C-0EB3-A796D3C9EF10}"/>
              </a:ext>
            </a:extLst>
          </p:cNvPr>
          <p:cNvSpPr/>
          <p:nvPr/>
        </p:nvSpPr>
        <p:spPr>
          <a:xfrm>
            <a:off x="640080" y="868680"/>
            <a:ext cx="146304" cy="457200"/>
          </a:xfrm>
          <a:prstGeom prst="rect">
            <a:avLst/>
          </a:prstGeom>
          <a:solidFill>
            <a:srgbClr val="F26522"/>
          </a:solidFill>
          <a:ln/>
        </p:spPr>
        <p:txBody>
          <a:bodyPr/>
          <a:lstStyle/>
          <a:p>
            <a:endParaRPr lang="fr-FR" noProof="0"/>
          </a:p>
        </p:txBody>
      </p:sp>
      <p:sp>
        <p:nvSpPr>
          <p:cNvPr id="22" name="Text 3">
            <a:extLst>
              <a:ext uri="{FF2B5EF4-FFF2-40B4-BE49-F238E27FC236}">
                <a16:creationId xmlns:a16="http://schemas.microsoft.com/office/drawing/2014/main" id="{7124AE19-64FD-A497-8246-317E99AEB880}"/>
              </a:ext>
            </a:extLst>
          </p:cNvPr>
          <p:cNvSpPr/>
          <p:nvPr/>
        </p:nvSpPr>
        <p:spPr>
          <a:xfrm>
            <a:off x="868680" y="868680"/>
            <a:ext cx="4572000" cy="457200"/>
          </a:xfrm>
          <a:prstGeom prst="rect">
            <a:avLst/>
          </a:prstGeom>
          <a:noFill/>
          <a:ln/>
        </p:spPr>
        <p:txBody>
          <a:bodyPr wrap="square" rtlCol="0" anchor="ctr"/>
          <a:lstStyle/>
          <a:p>
            <a:pPr marL="0" indent="0">
              <a:buNone/>
            </a:pPr>
            <a:r>
              <a:rPr lang="fr-FR" sz="1300" b="1" kern="0" spc="300" noProof="0">
                <a:solidFill>
                  <a:srgbClr val="F26522"/>
                </a:solidFill>
                <a:latin typeface="Calibri" pitchFamily="34" charset="0"/>
                <a:ea typeface="Calibri" pitchFamily="34" charset="-122"/>
                <a:cs typeface="Calibri" pitchFamily="34" charset="-120"/>
              </a:rPr>
              <a:t>DÉMONSTRATION</a:t>
            </a:r>
            <a:endParaRPr lang="fr-FR" sz="1300" noProof="0"/>
          </a:p>
        </p:txBody>
      </p:sp>
    </p:spTree>
    <p:extLst>
      <p:ext uri="{BB962C8B-B14F-4D97-AF65-F5344CB8AC3E}">
        <p14:creationId xmlns:p14="http://schemas.microsoft.com/office/powerpoint/2010/main" val="29034306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19">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457200" y="384048"/>
            <a:ext cx="146304" cy="146304"/>
          </a:xfrm>
          <a:prstGeom prst="rect">
            <a:avLst/>
          </a:prstGeom>
          <a:solidFill>
            <a:srgbClr val="F26522"/>
          </a:solidFill>
          <a:ln/>
        </p:spPr>
        <p:txBody>
          <a:bodyPr/>
          <a:lstStyle/>
          <a:p>
            <a:endParaRPr lang="fr-FR" noProof="0"/>
          </a:p>
        </p:txBody>
      </p:sp>
      <p:sp>
        <p:nvSpPr>
          <p:cNvPr id="3" name="Text 1"/>
          <p:cNvSpPr/>
          <p:nvPr/>
        </p:nvSpPr>
        <p:spPr>
          <a:xfrm>
            <a:off x="713232" y="347472"/>
            <a:ext cx="7955280" cy="237744"/>
          </a:xfrm>
          <a:prstGeom prst="rect">
            <a:avLst/>
          </a:prstGeom>
          <a:noFill/>
          <a:ln/>
        </p:spPr>
        <p:txBody>
          <a:bodyPr wrap="square" rtlCol="0" anchor="ctr"/>
          <a:lstStyle/>
          <a:p>
            <a:pPr marL="0" indent="0">
              <a:buNone/>
            </a:pPr>
            <a:r>
              <a:rPr lang="fr-FR" sz="1100" b="1" kern="0" spc="200" noProof="0">
                <a:solidFill>
                  <a:srgbClr val="F26522"/>
                </a:solidFill>
                <a:latin typeface="Calibri" pitchFamily="34" charset="0"/>
                <a:ea typeface="Calibri" pitchFamily="34" charset="-122"/>
                <a:cs typeface="Calibri" pitchFamily="34" charset="-120"/>
              </a:rPr>
              <a:t>DÉMO FABRIKAM</a:t>
            </a:r>
            <a:endParaRPr lang="fr-FR" sz="1100" noProof="0"/>
          </a:p>
        </p:txBody>
      </p:sp>
      <p:sp>
        <p:nvSpPr>
          <p:cNvPr id="4" name="Text 2"/>
          <p:cNvSpPr/>
          <p:nvPr/>
        </p:nvSpPr>
        <p:spPr>
          <a:xfrm>
            <a:off x="438912" y="566928"/>
            <a:ext cx="8266176" cy="566928"/>
          </a:xfrm>
          <a:prstGeom prst="rect">
            <a:avLst/>
          </a:prstGeom>
          <a:noFill/>
          <a:ln/>
        </p:spPr>
        <p:txBody>
          <a:bodyPr wrap="square" rtlCol="0" anchor="ctr"/>
          <a:lstStyle/>
          <a:p>
            <a:pPr marL="0" indent="0">
              <a:buNone/>
            </a:pPr>
            <a:r>
              <a:rPr lang="fr-FR" sz="2600" b="1" noProof="0">
                <a:solidFill>
                  <a:srgbClr val="16273D"/>
                </a:solidFill>
                <a:latin typeface="Trebuchet MS" pitchFamily="34" charset="0"/>
                <a:ea typeface="Trebuchet MS" pitchFamily="34" charset="-122"/>
                <a:cs typeface="Trebuchet MS" pitchFamily="34" charset="-120"/>
              </a:rPr>
              <a:t>Construire l'agent, étape par étape</a:t>
            </a:r>
            <a:endParaRPr lang="fr-FR" sz="2600" noProof="0"/>
          </a:p>
        </p:txBody>
      </p:sp>
      <p:sp>
        <p:nvSpPr>
          <p:cNvPr id="5" name="Shape 3"/>
          <p:cNvSpPr/>
          <p:nvPr/>
        </p:nvSpPr>
        <p:spPr>
          <a:xfrm>
            <a:off x="457200" y="1371600"/>
            <a:ext cx="2679192" cy="1593273"/>
          </a:xfrm>
          <a:prstGeom prst="rect">
            <a:avLst/>
          </a:prstGeom>
          <a:solidFill>
            <a:srgbClr val="FFFFFF"/>
          </a:solidFill>
          <a:ln w="12700">
            <a:solidFill>
              <a:srgbClr val="DCE4EE"/>
            </a:solidFill>
            <a:prstDash val="solid"/>
          </a:ln>
          <a:effectLst>
            <a:outerShdw blurRad="88900" dist="38100" dir="5400000" algn="bl" rotWithShape="0">
              <a:srgbClr val="0E2240">
                <a:alpha val="10000"/>
              </a:srgbClr>
            </a:outerShdw>
          </a:effectLst>
        </p:spPr>
        <p:txBody>
          <a:bodyPr/>
          <a:lstStyle/>
          <a:p>
            <a:endParaRPr lang="fr-FR" noProof="0"/>
          </a:p>
        </p:txBody>
      </p:sp>
      <p:sp>
        <p:nvSpPr>
          <p:cNvPr id="6" name="Shape 4"/>
          <p:cNvSpPr/>
          <p:nvPr/>
        </p:nvSpPr>
        <p:spPr>
          <a:xfrm>
            <a:off x="457200" y="1371600"/>
            <a:ext cx="2679192" cy="384048"/>
          </a:xfrm>
          <a:prstGeom prst="rect">
            <a:avLst/>
          </a:prstGeom>
          <a:solidFill>
            <a:srgbClr val="0E2240"/>
          </a:solidFill>
          <a:ln/>
        </p:spPr>
        <p:txBody>
          <a:bodyPr/>
          <a:lstStyle/>
          <a:p>
            <a:endParaRPr lang="fr-FR" noProof="0"/>
          </a:p>
        </p:txBody>
      </p:sp>
      <p:sp>
        <p:nvSpPr>
          <p:cNvPr id="8" name="Text 6"/>
          <p:cNvSpPr/>
          <p:nvPr/>
        </p:nvSpPr>
        <p:spPr>
          <a:xfrm>
            <a:off x="831272" y="1422585"/>
            <a:ext cx="2305120" cy="272657"/>
          </a:xfrm>
          <a:prstGeom prst="rect">
            <a:avLst/>
          </a:prstGeom>
          <a:noFill/>
          <a:ln/>
        </p:spPr>
        <p:txBody>
          <a:bodyPr wrap="square" rtlCol="0" anchor="t"/>
          <a:lstStyle/>
          <a:p>
            <a:pPr marL="0" indent="0" algn="ctr">
              <a:buNone/>
            </a:pPr>
            <a:r>
              <a:rPr lang="fr-FR" sz="1300" b="1" noProof="0">
                <a:solidFill>
                  <a:schemeClr val="bg1"/>
                </a:solidFill>
                <a:latin typeface="Trebuchet MS" pitchFamily="34" charset="0"/>
                <a:ea typeface="Trebuchet MS" pitchFamily="34" charset="-122"/>
                <a:cs typeface="Trebuchet MS" pitchFamily="34" charset="-120"/>
              </a:rPr>
              <a:t>Créer un nouvel agent</a:t>
            </a:r>
            <a:endParaRPr lang="fr-FR" sz="1300" noProof="0">
              <a:solidFill>
                <a:schemeClr val="bg1"/>
              </a:solidFill>
            </a:endParaRPr>
          </a:p>
        </p:txBody>
      </p:sp>
      <p:sp>
        <p:nvSpPr>
          <p:cNvPr id="9" name="Text 7"/>
          <p:cNvSpPr/>
          <p:nvPr/>
        </p:nvSpPr>
        <p:spPr>
          <a:xfrm>
            <a:off x="640080" y="1806581"/>
            <a:ext cx="2313432" cy="1397646"/>
          </a:xfrm>
          <a:prstGeom prst="rect">
            <a:avLst/>
          </a:prstGeom>
          <a:noFill/>
          <a:ln/>
        </p:spPr>
        <p:txBody>
          <a:bodyPr wrap="square" rtlCol="0" anchor="t"/>
          <a:lstStyle/>
          <a:p>
            <a:pPr marL="0" indent="0">
              <a:lnSpc>
                <a:spcPts val="1250"/>
              </a:lnSpc>
              <a:buNone/>
            </a:pPr>
            <a:r>
              <a:rPr lang="fr-FR" sz="1000" u="sng" noProof="0">
                <a:solidFill>
                  <a:srgbClr val="5C6B7F"/>
                </a:solidFill>
                <a:latin typeface="Calibri" pitchFamily="34" charset="0"/>
                <a:ea typeface="Calibri" pitchFamily="34" charset="-122"/>
                <a:cs typeface="Calibri" pitchFamily="34" charset="-120"/>
              </a:rPr>
              <a:t>Dans l'espace de travail</a:t>
            </a:r>
            <a:r>
              <a:rPr lang="fr-FR" sz="1000" noProof="0">
                <a:solidFill>
                  <a:srgbClr val="5C6B7F"/>
                </a:solidFill>
                <a:latin typeface="Calibri" pitchFamily="34" charset="0"/>
                <a:ea typeface="Calibri" pitchFamily="34" charset="-122"/>
                <a:cs typeface="Calibri" pitchFamily="34" charset="-120"/>
              </a:rPr>
              <a:t> : </a:t>
            </a:r>
          </a:p>
          <a:p>
            <a:pPr marL="171450" indent="-171450">
              <a:lnSpc>
                <a:spcPts val="1250"/>
              </a:lnSpc>
              <a:buFont typeface="Arial" panose="020B0604020202020204" pitchFamily="34" charset="0"/>
              <a:buChar char="•"/>
            </a:pPr>
            <a:r>
              <a:rPr lang="fr-FR" sz="1000">
                <a:solidFill>
                  <a:srgbClr val="5C6B7F"/>
                </a:solidFill>
                <a:latin typeface="Calibri" pitchFamily="34" charset="0"/>
                <a:ea typeface="Calibri" pitchFamily="34" charset="-122"/>
                <a:cs typeface="Calibri" pitchFamily="34" charset="-120"/>
              </a:rPr>
              <a:t>Cliquer sur « </a:t>
            </a:r>
            <a:r>
              <a:rPr lang="fr-FR" sz="1000" b="1">
                <a:solidFill>
                  <a:srgbClr val="5C6B7F"/>
                </a:solidFill>
                <a:latin typeface="Calibri" pitchFamily="34" charset="0"/>
                <a:ea typeface="Calibri" pitchFamily="34" charset="-122"/>
                <a:cs typeface="Calibri" pitchFamily="34" charset="-120"/>
              </a:rPr>
              <a:t>Nouvel élément </a:t>
            </a:r>
            <a:r>
              <a:rPr lang="fr-FR" sz="1000">
                <a:solidFill>
                  <a:srgbClr val="5C6B7F"/>
                </a:solidFill>
                <a:latin typeface="Calibri" pitchFamily="34" charset="0"/>
                <a:ea typeface="Calibri" pitchFamily="34" charset="-122"/>
                <a:cs typeface="Calibri" pitchFamily="34" charset="-120"/>
              </a:rPr>
              <a:t>».</a:t>
            </a:r>
          </a:p>
          <a:p>
            <a:pPr marL="171450" indent="-171450">
              <a:lnSpc>
                <a:spcPts val="1250"/>
              </a:lnSpc>
              <a:buFont typeface="Arial" panose="020B0604020202020204" pitchFamily="34" charset="0"/>
              <a:buChar char="•"/>
            </a:pPr>
            <a:r>
              <a:rPr lang="fr-FR" sz="1000" noProof="0">
                <a:solidFill>
                  <a:srgbClr val="5C6B7F"/>
                </a:solidFill>
                <a:latin typeface="Calibri" pitchFamily="34" charset="0"/>
                <a:ea typeface="Calibri" pitchFamily="34" charset="-122"/>
                <a:cs typeface="Calibri" pitchFamily="34" charset="-120"/>
              </a:rPr>
              <a:t>Sélectionner </a:t>
            </a:r>
            <a:r>
              <a:rPr lang="fr-FR" sz="1000" b="1" noProof="0">
                <a:solidFill>
                  <a:srgbClr val="5C6B7F"/>
                </a:solidFill>
                <a:latin typeface="Calibri" pitchFamily="34" charset="0"/>
                <a:ea typeface="Calibri" pitchFamily="34" charset="-122"/>
                <a:cs typeface="Calibri" pitchFamily="34" charset="-120"/>
              </a:rPr>
              <a:t>Assistant de données </a:t>
            </a:r>
            <a:r>
              <a:rPr lang="fr-FR" sz="1000" noProof="0">
                <a:solidFill>
                  <a:srgbClr val="5C6B7F"/>
                </a:solidFill>
                <a:latin typeface="Calibri" pitchFamily="34" charset="0"/>
                <a:ea typeface="Calibri" pitchFamily="34" charset="-122"/>
                <a:cs typeface="Calibri" pitchFamily="34" charset="-120"/>
              </a:rPr>
              <a:t>(</a:t>
            </a:r>
            <a:r>
              <a:rPr lang="fr-FR" sz="1000" b="1" i="1" noProof="0">
                <a:solidFill>
                  <a:srgbClr val="5C6B7F"/>
                </a:solidFill>
                <a:latin typeface="Calibri" pitchFamily="34" charset="0"/>
                <a:ea typeface="Calibri" pitchFamily="34" charset="-122"/>
                <a:cs typeface="Calibri" pitchFamily="34" charset="-120"/>
              </a:rPr>
              <a:t>Data Agent</a:t>
            </a:r>
            <a:r>
              <a:rPr lang="fr-FR" sz="1000" noProof="0">
                <a:solidFill>
                  <a:srgbClr val="5C6B7F"/>
                </a:solidFill>
                <a:latin typeface="Calibri" pitchFamily="34" charset="0"/>
                <a:ea typeface="Calibri" pitchFamily="34" charset="-122"/>
                <a:cs typeface="Calibri" pitchFamily="34" charset="-120"/>
              </a:rPr>
              <a:t>).</a:t>
            </a:r>
            <a:endParaRPr lang="fr-FR" sz="1000">
              <a:solidFill>
                <a:srgbClr val="5C6B7F"/>
              </a:solidFill>
              <a:latin typeface="Calibri" pitchFamily="34" charset="0"/>
              <a:ea typeface="Calibri" pitchFamily="34" charset="-122"/>
              <a:cs typeface="Calibri" pitchFamily="34" charset="-120"/>
            </a:endParaRPr>
          </a:p>
          <a:p>
            <a:pPr marL="171450" indent="-171450">
              <a:lnSpc>
                <a:spcPts val="1250"/>
              </a:lnSpc>
              <a:buFont typeface="Arial" panose="020B0604020202020204" pitchFamily="34" charset="0"/>
              <a:buChar char="•"/>
            </a:pPr>
            <a:r>
              <a:rPr lang="fr-FR" sz="1000">
                <a:solidFill>
                  <a:srgbClr val="5C6B7F"/>
                </a:solidFill>
                <a:latin typeface="Calibri" pitchFamily="34" charset="0"/>
                <a:ea typeface="Calibri" pitchFamily="34" charset="-122"/>
                <a:cs typeface="Calibri" pitchFamily="34" charset="-120"/>
              </a:rPr>
              <a:t>Donner un nom explicite à l’agent. </a:t>
            </a:r>
            <a:br>
              <a:rPr lang="fr-FR" sz="1000">
                <a:solidFill>
                  <a:srgbClr val="5C6B7F"/>
                </a:solidFill>
                <a:latin typeface="Calibri" pitchFamily="34" charset="0"/>
                <a:ea typeface="Calibri" pitchFamily="34" charset="-122"/>
                <a:cs typeface="Calibri" pitchFamily="34" charset="-120"/>
              </a:rPr>
            </a:br>
            <a:r>
              <a:rPr lang="fr-FR" sz="1000">
                <a:solidFill>
                  <a:srgbClr val="5C6B7F"/>
                </a:solidFill>
                <a:latin typeface="Calibri" pitchFamily="34" charset="0"/>
                <a:ea typeface="Calibri" pitchFamily="34" charset="-122"/>
                <a:cs typeface="Calibri" pitchFamily="34" charset="-120"/>
              </a:rPr>
              <a:t>Ex : </a:t>
            </a:r>
            <a:r>
              <a:rPr lang="fr-FR" sz="1000" b="1" i="1" err="1">
                <a:solidFill>
                  <a:srgbClr val="5C6B7F"/>
                </a:solidFill>
                <a:latin typeface="Calibri" pitchFamily="34" charset="0"/>
                <a:ea typeface="Calibri" pitchFamily="34" charset="-122"/>
                <a:cs typeface="Calibri" pitchFamily="34" charset="-120"/>
              </a:rPr>
              <a:t>FabrikamSalesAgent</a:t>
            </a:r>
            <a:r>
              <a:rPr lang="fr-FR" sz="1000">
                <a:solidFill>
                  <a:srgbClr val="5C6B7F"/>
                </a:solidFill>
                <a:latin typeface="Calibri" pitchFamily="34" charset="0"/>
                <a:ea typeface="Calibri" pitchFamily="34" charset="-122"/>
                <a:cs typeface="Calibri" pitchFamily="34" charset="-120"/>
              </a:rPr>
              <a:t>).</a:t>
            </a:r>
            <a:endParaRPr lang="fr-FR" sz="1000" noProof="0"/>
          </a:p>
        </p:txBody>
      </p:sp>
      <p:pic>
        <p:nvPicPr>
          <p:cNvPr id="38" name="Image 37">
            <a:extLst>
              <a:ext uri="{FF2B5EF4-FFF2-40B4-BE49-F238E27FC236}">
                <a16:creationId xmlns:a16="http://schemas.microsoft.com/office/drawing/2014/main" id="{A5AF6D6E-B977-EB79-30F1-92CE34B01D92}"/>
              </a:ext>
            </a:extLst>
          </p:cNvPr>
          <p:cNvPicPr>
            <a:picLocks noChangeAspect="1"/>
          </p:cNvPicPr>
          <p:nvPr/>
        </p:nvPicPr>
        <p:blipFill>
          <a:blip r:embed="rId3"/>
          <a:stretch>
            <a:fillRect/>
          </a:stretch>
        </p:blipFill>
        <p:spPr>
          <a:xfrm>
            <a:off x="63322" y="4764044"/>
            <a:ext cx="315050" cy="324277"/>
          </a:xfrm>
          <a:prstGeom prst="rect">
            <a:avLst/>
          </a:prstGeom>
        </p:spPr>
      </p:pic>
      <p:sp>
        <p:nvSpPr>
          <p:cNvPr id="40" name="Shape 10">
            <a:extLst>
              <a:ext uri="{FF2B5EF4-FFF2-40B4-BE49-F238E27FC236}">
                <a16:creationId xmlns:a16="http://schemas.microsoft.com/office/drawing/2014/main" id="{491BDBF0-ED26-F0CB-170D-586BDD92F82C}"/>
              </a:ext>
            </a:extLst>
          </p:cNvPr>
          <p:cNvSpPr/>
          <p:nvPr/>
        </p:nvSpPr>
        <p:spPr>
          <a:xfrm>
            <a:off x="457200" y="1371652"/>
            <a:ext cx="374073" cy="384048"/>
          </a:xfrm>
          <a:prstGeom prst="rect">
            <a:avLst/>
          </a:prstGeom>
          <a:solidFill>
            <a:srgbClr val="1C4E80"/>
          </a:solidFill>
          <a:ln/>
        </p:spPr>
        <p:txBody>
          <a:bodyPr/>
          <a:lstStyle/>
          <a:p>
            <a:pPr algn="ctr"/>
            <a:r>
              <a:rPr lang="fr-FR" b="1" noProof="0">
                <a:solidFill>
                  <a:schemeClr val="bg1"/>
                </a:solidFill>
              </a:rPr>
              <a:t>1</a:t>
            </a:r>
          </a:p>
        </p:txBody>
      </p:sp>
      <p:pic>
        <p:nvPicPr>
          <p:cNvPr id="42" name="Image 41">
            <a:extLst>
              <a:ext uri="{FF2B5EF4-FFF2-40B4-BE49-F238E27FC236}">
                <a16:creationId xmlns:a16="http://schemas.microsoft.com/office/drawing/2014/main" id="{520F7175-0C5A-29F8-D597-A7C89CE9BD3B}"/>
              </a:ext>
            </a:extLst>
          </p:cNvPr>
          <p:cNvPicPr>
            <a:picLocks noChangeAspect="1"/>
          </p:cNvPicPr>
          <p:nvPr/>
        </p:nvPicPr>
        <p:blipFill>
          <a:blip r:embed="rId4"/>
          <a:stretch>
            <a:fillRect/>
          </a:stretch>
        </p:blipFill>
        <p:spPr>
          <a:xfrm>
            <a:off x="3683947" y="1371600"/>
            <a:ext cx="5021141" cy="829179"/>
          </a:xfrm>
          <a:prstGeom prst="rect">
            <a:avLst/>
          </a:prstGeom>
          <a:ln w="3175">
            <a:solidFill>
              <a:srgbClr val="16273D"/>
            </a:solidFill>
          </a:ln>
        </p:spPr>
      </p:pic>
      <p:pic>
        <p:nvPicPr>
          <p:cNvPr id="44" name="Image 43">
            <a:extLst>
              <a:ext uri="{FF2B5EF4-FFF2-40B4-BE49-F238E27FC236}">
                <a16:creationId xmlns:a16="http://schemas.microsoft.com/office/drawing/2014/main" id="{6CC7E68F-4CFA-F017-1187-B2DD26B771B0}"/>
              </a:ext>
            </a:extLst>
          </p:cNvPr>
          <p:cNvPicPr>
            <a:picLocks noChangeAspect="1"/>
          </p:cNvPicPr>
          <p:nvPr/>
        </p:nvPicPr>
        <p:blipFill>
          <a:blip r:embed="rId5"/>
          <a:stretch>
            <a:fillRect/>
          </a:stretch>
        </p:blipFill>
        <p:spPr>
          <a:xfrm>
            <a:off x="3683947" y="2296188"/>
            <a:ext cx="5021141" cy="1501881"/>
          </a:xfrm>
          <a:prstGeom prst="rect">
            <a:avLst/>
          </a:prstGeom>
          <a:ln w="3175">
            <a:solidFill>
              <a:srgbClr val="16273D"/>
            </a:solidFill>
          </a:ln>
        </p:spPr>
      </p:pic>
      <p:pic>
        <p:nvPicPr>
          <p:cNvPr id="46" name="Image 45">
            <a:extLst>
              <a:ext uri="{FF2B5EF4-FFF2-40B4-BE49-F238E27FC236}">
                <a16:creationId xmlns:a16="http://schemas.microsoft.com/office/drawing/2014/main" id="{C2D062EE-F9A6-09EC-316E-D19A59194FD9}"/>
              </a:ext>
            </a:extLst>
          </p:cNvPr>
          <p:cNvPicPr>
            <a:picLocks noChangeAspect="1"/>
          </p:cNvPicPr>
          <p:nvPr/>
        </p:nvPicPr>
        <p:blipFill>
          <a:blip r:embed="rId6"/>
          <a:stretch>
            <a:fillRect/>
          </a:stretch>
        </p:blipFill>
        <p:spPr>
          <a:xfrm>
            <a:off x="5180595" y="3932822"/>
            <a:ext cx="1425148" cy="977506"/>
          </a:xfrm>
          <a:prstGeom prst="rect">
            <a:avLst/>
          </a:prstGeom>
          <a:ln w="3175">
            <a:solidFill>
              <a:srgbClr val="16273D"/>
            </a:solidFill>
          </a:ln>
        </p:spPr>
      </p:pic>
      <p:sp>
        <p:nvSpPr>
          <p:cNvPr id="47" name="Rectangle : coins arrondis 46">
            <a:extLst>
              <a:ext uri="{FF2B5EF4-FFF2-40B4-BE49-F238E27FC236}">
                <a16:creationId xmlns:a16="http://schemas.microsoft.com/office/drawing/2014/main" id="{03D5099F-D355-B322-8942-4DEA50DE4EE8}"/>
              </a:ext>
            </a:extLst>
          </p:cNvPr>
          <p:cNvSpPr/>
          <p:nvPr/>
        </p:nvSpPr>
        <p:spPr>
          <a:xfrm>
            <a:off x="3807229" y="1812123"/>
            <a:ext cx="1091738" cy="243892"/>
          </a:xfrm>
          <a:prstGeom prst="round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0" name="Rectangle 49">
            <a:extLst>
              <a:ext uri="{FF2B5EF4-FFF2-40B4-BE49-F238E27FC236}">
                <a16:creationId xmlns:a16="http://schemas.microsoft.com/office/drawing/2014/main" id="{8AFD2DF8-E1E0-8D03-88B6-800B9EDE2031}"/>
              </a:ext>
            </a:extLst>
          </p:cNvPr>
          <p:cNvSpPr/>
          <p:nvPr/>
        </p:nvSpPr>
        <p:spPr>
          <a:xfrm>
            <a:off x="3790603" y="3046668"/>
            <a:ext cx="665019" cy="710686"/>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1" name="Rectangle 50">
            <a:extLst>
              <a:ext uri="{FF2B5EF4-FFF2-40B4-BE49-F238E27FC236}">
                <a16:creationId xmlns:a16="http://schemas.microsoft.com/office/drawing/2014/main" id="{87352367-9E2D-2467-E806-28B4920FD40C}"/>
              </a:ext>
            </a:extLst>
          </p:cNvPr>
          <p:cNvSpPr/>
          <p:nvPr/>
        </p:nvSpPr>
        <p:spPr>
          <a:xfrm>
            <a:off x="5336770" y="4425938"/>
            <a:ext cx="659477" cy="145092"/>
          </a:xfrm>
          <a:prstGeom prst="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Slide Number Placeholder 6">
            <a:extLst>
              <a:ext uri="{FF2B5EF4-FFF2-40B4-BE49-F238E27FC236}">
                <a16:creationId xmlns:a16="http://schemas.microsoft.com/office/drawing/2014/main" id="{CBDAFE35-8B12-BEC1-11EC-2D76DB8D624C}"/>
              </a:ext>
            </a:extLst>
          </p:cNvPr>
          <p:cNvSpPr>
            <a:spLocks noGrp="1"/>
          </p:cNvSpPr>
          <p:nvPr>
            <p:ph type="sldNum" sz="quarter" idx="12"/>
          </p:nvPr>
        </p:nvSpPr>
        <p:spPr/>
        <p:txBody>
          <a:bodyPr/>
          <a:lstStyle/>
          <a:p>
            <a:r>
              <a:rPr lang="fr-FR" b="1">
                <a:solidFill>
                  <a:srgbClr val="F26522"/>
                </a:solidFill>
                <a:latin typeface="Calibri" pitchFamily="34" charset="0"/>
                <a:ea typeface="Calibri" pitchFamily="34" charset="-122"/>
                <a:cs typeface="Calibri" pitchFamily="34" charset="-120"/>
              </a:rPr>
              <a:t>Expertime</a:t>
            </a:r>
            <a:r>
              <a:rPr lang="fr-FR">
                <a:solidFill>
                  <a:srgbClr val="5C6B7F"/>
                </a:solidFill>
                <a:latin typeface="Calibri" pitchFamily="34" charset="0"/>
                <a:ea typeface="Calibri" pitchFamily="34" charset="-122"/>
                <a:cs typeface="Calibri" pitchFamily="34" charset="-120"/>
              </a:rPr>
              <a:t>   | </a:t>
            </a:r>
            <a:fld id="{58E94494-CE21-4E82-948B-6B5BB0295547}" type="slidenum">
              <a:rPr lang="fr-FR" smtClean="0"/>
              <a:pPr/>
              <a:t>29</a:t>
            </a:fld>
            <a:endParaRPr lang="fr-FR" sz="85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0E10EB-1C35-A7BF-E21B-B7A50EDEC4E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2ECA6AA-0B52-9FC8-6FA9-00D0E55BC67B}"/>
              </a:ext>
            </a:extLst>
          </p:cNvPr>
          <p:cNvSpPr/>
          <p:nvPr/>
        </p:nvSpPr>
        <p:spPr>
          <a:xfrm>
            <a:off x="457200" y="384048"/>
            <a:ext cx="146304" cy="146304"/>
          </a:xfrm>
          <a:prstGeom prst="rect">
            <a:avLst/>
          </a:prstGeom>
          <a:solidFill>
            <a:srgbClr val="F26522"/>
          </a:solidFill>
          <a:ln/>
        </p:spPr>
        <p:txBody>
          <a:bodyPr/>
          <a:lstStyle/>
          <a:p>
            <a:endParaRPr lang="fr-FR" noProof="0"/>
          </a:p>
        </p:txBody>
      </p:sp>
      <p:sp>
        <p:nvSpPr>
          <p:cNvPr id="3" name="Text 1">
            <a:extLst>
              <a:ext uri="{FF2B5EF4-FFF2-40B4-BE49-F238E27FC236}">
                <a16:creationId xmlns:a16="http://schemas.microsoft.com/office/drawing/2014/main" id="{049EDF6C-E2E8-7D87-3690-914865E6334A}"/>
              </a:ext>
            </a:extLst>
          </p:cNvPr>
          <p:cNvSpPr/>
          <p:nvPr/>
        </p:nvSpPr>
        <p:spPr>
          <a:xfrm>
            <a:off x="713232" y="347472"/>
            <a:ext cx="7955280" cy="237744"/>
          </a:xfrm>
          <a:prstGeom prst="rect">
            <a:avLst/>
          </a:prstGeom>
          <a:noFill/>
          <a:ln/>
        </p:spPr>
        <p:txBody>
          <a:bodyPr wrap="square" rtlCol="0" anchor="ctr"/>
          <a:lstStyle/>
          <a:p>
            <a:pPr marL="0" indent="0">
              <a:buNone/>
            </a:pPr>
            <a:r>
              <a:rPr lang="fr-FR" sz="1100" b="1" kern="0" spc="200" noProof="0">
                <a:solidFill>
                  <a:srgbClr val="F26522"/>
                </a:solidFill>
                <a:latin typeface="Calibri" pitchFamily="34" charset="0"/>
                <a:ea typeface="Calibri" pitchFamily="34" charset="-122"/>
                <a:cs typeface="Calibri" pitchFamily="34" charset="-120"/>
              </a:rPr>
              <a:t>DÉMO FABRIKAM</a:t>
            </a:r>
            <a:endParaRPr lang="fr-FR" sz="1100" noProof="0"/>
          </a:p>
        </p:txBody>
      </p:sp>
      <p:sp>
        <p:nvSpPr>
          <p:cNvPr id="4" name="Text 2">
            <a:extLst>
              <a:ext uri="{FF2B5EF4-FFF2-40B4-BE49-F238E27FC236}">
                <a16:creationId xmlns:a16="http://schemas.microsoft.com/office/drawing/2014/main" id="{B0441E41-35F0-0953-DE0C-5365CA609A65}"/>
              </a:ext>
            </a:extLst>
          </p:cNvPr>
          <p:cNvSpPr/>
          <p:nvPr/>
        </p:nvSpPr>
        <p:spPr>
          <a:xfrm>
            <a:off x="438912" y="566928"/>
            <a:ext cx="8266176" cy="566928"/>
          </a:xfrm>
          <a:prstGeom prst="rect">
            <a:avLst/>
          </a:prstGeom>
          <a:noFill/>
          <a:ln/>
        </p:spPr>
        <p:txBody>
          <a:bodyPr wrap="square" rtlCol="0" anchor="ctr"/>
          <a:lstStyle/>
          <a:p>
            <a:pPr marL="0" indent="0">
              <a:buNone/>
            </a:pPr>
            <a:r>
              <a:rPr lang="fr-FR" sz="2600" b="1" noProof="0">
                <a:solidFill>
                  <a:srgbClr val="16273D"/>
                </a:solidFill>
                <a:latin typeface="Trebuchet MS" pitchFamily="34" charset="0"/>
                <a:ea typeface="Trebuchet MS" pitchFamily="34" charset="-122"/>
                <a:cs typeface="Trebuchet MS" pitchFamily="34" charset="-120"/>
              </a:rPr>
              <a:t>Construire l'agent, étape par étape</a:t>
            </a:r>
            <a:endParaRPr lang="fr-FR" sz="2600" noProof="0"/>
          </a:p>
        </p:txBody>
      </p:sp>
      <p:sp>
        <p:nvSpPr>
          <p:cNvPr id="5" name="Shape 3">
            <a:extLst>
              <a:ext uri="{FF2B5EF4-FFF2-40B4-BE49-F238E27FC236}">
                <a16:creationId xmlns:a16="http://schemas.microsoft.com/office/drawing/2014/main" id="{5959E3C7-05EE-D545-5641-79B34BC33691}"/>
              </a:ext>
            </a:extLst>
          </p:cNvPr>
          <p:cNvSpPr/>
          <p:nvPr/>
        </p:nvSpPr>
        <p:spPr>
          <a:xfrm>
            <a:off x="457200" y="1371599"/>
            <a:ext cx="2679192" cy="2458349"/>
          </a:xfrm>
          <a:prstGeom prst="rect">
            <a:avLst/>
          </a:prstGeom>
          <a:solidFill>
            <a:srgbClr val="FFFFFF"/>
          </a:solidFill>
          <a:ln w="12700">
            <a:solidFill>
              <a:srgbClr val="DCE4EE"/>
            </a:solidFill>
            <a:prstDash val="solid"/>
          </a:ln>
          <a:effectLst>
            <a:outerShdw blurRad="88900" dist="38100" dir="5400000" algn="bl" rotWithShape="0">
              <a:srgbClr val="0E2240">
                <a:alpha val="10000"/>
              </a:srgbClr>
            </a:outerShdw>
          </a:effectLst>
        </p:spPr>
        <p:txBody>
          <a:bodyPr/>
          <a:lstStyle/>
          <a:p>
            <a:endParaRPr lang="fr-FR" noProof="0"/>
          </a:p>
        </p:txBody>
      </p:sp>
      <p:sp>
        <p:nvSpPr>
          <p:cNvPr id="6" name="Shape 4">
            <a:extLst>
              <a:ext uri="{FF2B5EF4-FFF2-40B4-BE49-F238E27FC236}">
                <a16:creationId xmlns:a16="http://schemas.microsoft.com/office/drawing/2014/main" id="{C8D56458-2183-7AE0-BC48-68FEF5FE2C31}"/>
              </a:ext>
            </a:extLst>
          </p:cNvPr>
          <p:cNvSpPr/>
          <p:nvPr/>
        </p:nvSpPr>
        <p:spPr>
          <a:xfrm>
            <a:off x="457200" y="1371600"/>
            <a:ext cx="2679192" cy="384048"/>
          </a:xfrm>
          <a:prstGeom prst="rect">
            <a:avLst/>
          </a:prstGeom>
          <a:solidFill>
            <a:srgbClr val="1C4E80"/>
          </a:solidFill>
          <a:ln/>
        </p:spPr>
        <p:txBody>
          <a:bodyPr/>
          <a:lstStyle/>
          <a:p>
            <a:endParaRPr lang="fr-FR" noProof="0"/>
          </a:p>
        </p:txBody>
      </p:sp>
      <p:sp>
        <p:nvSpPr>
          <p:cNvPr id="8" name="Text 6">
            <a:extLst>
              <a:ext uri="{FF2B5EF4-FFF2-40B4-BE49-F238E27FC236}">
                <a16:creationId xmlns:a16="http://schemas.microsoft.com/office/drawing/2014/main" id="{D278FB3C-C68B-224A-A645-198B6809D156}"/>
              </a:ext>
            </a:extLst>
          </p:cNvPr>
          <p:cNvSpPr/>
          <p:nvPr/>
        </p:nvSpPr>
        <p:spPr>
          <a:xfrm>
            <a:off x="831272" y="1422585"/>
            <a:ext cx="2305120" cy="272657"/>
          </a:xfrm>
          <a:prstGeom prst="rect">
            <a:avLst/>
          </a:prstGeom>
          <a:noFill/>
          <a:ln/>
        </p:spPr>
        <p:txBody>
          <a:bodyPr wrap="square" rtlCol="0" anchor="t"/>
          <a:lstStyle/>
          <a:p>
            <a:pPr marL="0" indent="0" algn="ctr">
              <a:buNone/>
            </a:pPr>
            <a:r>
              <a:rPr lang="fr-FR" sz="1300" b="1" noProof="0">
                <a:solidFill>
                  <a:schemeClr val="bg1"/>
                </a:solidFill>
                <a:latin typeface="Trebuchet MS" pitchFamily="34" charset="0"/>
                <a:ea typeface="Trebuchet MS" pitchFamily="34" charset="-122"/>
                <a:cs typeface="Trebuchet MS" pitchFamily="34" charset="-120"/>
              </a:rPr>
              <a:t>Connecter les sources</a:t>
            </a:r>
            <a:endParaRPr lang="fr-FR" sz="1300" noProof="0">
              <a:solidFill>
                <a:schemeClr val="bg1"/>
              </a:solidFill>
            </a:endParaRPr>
          </a:p>
        </p:txBody>
      </p:sp>
      <p:pic>
        <p:nvPicPr>
          <p:cNvPr id="38" name="Image 37">
            <a:extLst>
              <a:ext uri="{FF2B5EF4-FFF2-40B4-BE49-F238E27FC236}">
                <a16:creationId xmlns:a16="http://schemas.microsoft.com/office/drawing/2014/main" id="{9616A0A4-5716-3928-4304-67788DD4079F}"/>
              </a:ext>
            </a:extLst>
          </p:cNvPr>
          <p:cNvPicPr>
            <a:picLocks noChangeAspect="1"/>
          </p:cNvPicPr>
          <p:nvPr/>
        </p:nvPicPr>
        <p:blipFill>
          <a:blip r:embed="rId3"/>
          <a:stretch>
            <a:fillRect/>
          </a:stretch>
        </p:blipFill>
        <p:spPr>
          <a:xfrm>
            <a:off x="63322" y="4764044"/>
            <a:ext cx="315050" cy="324277"/>
          </a:xfrm>
          <a:prstGeom prst="rect">
            <a:avLst/>
          </a:prstGeom>
        </p:spPr>
      </p:pic>
      <p:sp>
        <p:nvSpPr>
          <p:cNvPr id="12" name="Shape 10">
            <a:extLst>
              <a:ext uri="{FF2B5EF4-FFF2-40B4-BE49-F238E27FC236}">
                <a16:creationId xmlns:a16="http://schemas.microsoft.com/office/drawing/2014/main" id="{092BB68A-AA69-A50A-DAA6-E861D1BC34A2}"/>
              </a:ext>
            </a:extLst>
          </p:cNvPr>
          <p:cNvSpPr/>
          <p:nvPr/>
        </p:nvSpPr>
        <p:spPr>
          <a:xfrm>
            <a:off x="457200" y="1371652"/>
            <a:ext cx="374073" cy="384048"/>
          </a:xfrm>
          <a:prstGeom prst="rect">
            <a:avLst/>
          </a:prstGeom>
          <a:solidFill>
            <a:srgbClr val="0E2240"/>
          </a:solidFill>
          <a:ln/>
        </p:spPr>
        <p:txBody>
          <a:bodyPr/>
          <a:lstStyle/>
          <a:p>
            <a:pPr algn="ctr"/>
            <a:r>
              <a:rPr lang="fr-FR" b="1">
                <a:solidFill>
                  <a:schemeClr val="bg1"/>
                </a:solidFill>
              </a:rPr>
              <a:t>2</a:t>
            </a:r>
            <a:endParaRPr lang="fr-FR" b="1" noProof="0">
              <a:solidFill>
                <a:schemeClr val="bg1"/>
              </a:solidFill>
            </a:endParaRPr>
          </a:p>
        </p:txBody>
      </p:sp>
      <p:sp>
        <p:nvSpPr>
          <p:cNvPr id="22" name="Text 12">
            <a:extLst>
              <a:ext uri="{FF2B5EF4-FFF2-40B4-BE49-F238E27FC236}">
                <a16:creationId xmlns:a16="http://schemas.microsoft.com/office/drawing/2014/main" id="{777EA6AC-AB1C-3504-F9BA-BF5F96F41CD3}"/>
              </a:ext>
            </a:extLst>
          </p:cNvPr>
          <p:cNvSpPr/>
          <p:nvPr/>
        </p:nvSpPr>
        <p:spPr>
          <a:xfrm>
            <a:off x="603504" y="1852737"/>
            <a:ext cx="2313432" cy="610601"/>
          </a:xfrm>
          <a:prstGeom prst="rect">
            <a:avLst/>
          </a:prstGeom>
          <a:noFill/>
          <a:ln/>
        </p:spPr>
        <p:txBody>
          <a:bodyPr wrap="square" rtlCol="0" anchor="t"/>
          <a:lstStyle/>
          <a:p>
            <a:pPr>
              <a:lnSpc>
                <a:spcPts val="1250"/>
              </a:lnSpc>
            </a:pPr>
            <a:r>
              <a:rPr lang="fr-FR" sz="1000" u="sng" noProof="0">
                <a:solidFill>
                  <a:srgbClr val="5C6B7F"/>
                </a:solidFill>
                <a:latin typeface="Calibri" pitchFamily="34" charset="0"/>
                <a:ea typeface="Calibri" pitchFamily="34" charset="-122"/>
                <a:cs typeface="Calibri" pitchFamily="34" charset="-120"/>
              </a:rPr>
              <a:t>Dans le menu du Data Agent </a:t>
            </a:r>
            <a:r>
              <a:rPr lang="fr-FR" sz="1000" noProof="0">
                <a:solidFill>
                  <a:srgbClr val="5C6B7F"/>
                </a:solidFill>
                <a:latin typeface="Calibri" pitchFamily="34" charset="0"/>
                <a:ea typeface="Calibri" pitchFamily="34" charset="-122"/>
                <a:cs typeface="Calibri" pitchFamily="34" charset="-120"/>
              </a:rPr>
              <a:t>:</a:t>
            </a:r>
          </a:p>
          <a:p>
            <a:pPr marL="171450" indent="-171450">
              <a:lnSpc>
                <a:spcPts val="1250"/>
              </a:lnSpc>
              <a:buFont typeface="Arial" panose="020B0604020202020204" pitchFamily="34" charset="0"/>
              <a:buChar char="•"/>
            </a:pPr>
            <a:r>
              <a:rPr lang="fr-FR" sz="1000" noProof="0">
                <a:solidFill>
                  <a:srgbClr val="5C6B7F"/>
                </a:solidFill>
                <a:latin typeface="Calibri" pitchFamily="34" charset="0"/>
                <a:ea typeface="Calibri" pitchFamily="34" charset="-122"/>
                <a:cs typeface="Calibri" pitchFamily="34" charset="-120"/>
              </a:rPr>
              <a:t>Ajouter votre </a:t>
            </a:r>
            <a:r>
              <a:rPr lang="fr-FR" sz="1000" b="1" noProof="0">
                <a:solidFill>
                  <a:srgbClr val="5C6B7F"/>
                </a:solidFill>
                <a:latin typeface="Calibri" pitchFamily="34" charset="0"/>
                <a:ea typeface="Calibri" pitchFamily="34" charset="-122"/>
                <a:cs typeface="Calibri" pitchFamily="34" charset="-120"/>
              </a:rPr>
              <a:t>modèle sémantique </a:t>
            </a:r>
            <a:r>
              <a:rPr lang="fr-FR" sz="1000" noProof="0">
                <a:solidFill>
                  <a:srgbClr val="5C6B7F"/>
                </a:solidFill>
                <a:latin typeface="Calibri" pitchFamily="34" charset="0"/>
                <a:ea typeface="Calibri" pitchFamily="34" charset="-122"/>
                <a:cs typeface="Calibri" pitchFamily="34" charset="-120"/>
              </a:rPr>
              <a:t>comme source principale.</a:t>
            </a:r>
            <a:endParaRPr lang="fr-FR" sz="1000">
              <a:solidFill>
                <a:srgbClr val="5C6B7F"/>
              </a:solidFill>
              <a:latin typeface="Calibri" pitchFamily="34" charset="0"/>
              <a:ea typeface="Calibri" pitchFamily="34" charset="-122"/>
              <a:cs typeface="Calibri" pitchFamily="34" charset="-120"/>
            </a:endParaRPr>
          </a:p>
          <a:p>
            <a:pPr marL="171450" indent="-171450">
              <a:lnSpc>
                <a:spcPts val="1250"/>
              </a:lnSpc>
              <a:buFont typeface="Arial" panose="020B0604020202020204" pitchFamily="34" charset="0"/>
              <a:buChar char="•"/>
            </a:pPr>
            <a:r>
              <a:rPr lang="fr-FR" sz="1000" noProof="0">
                <a:solidFill>
                  <a:srgbClr val="5C6B7F"/>
                </a:solidFill>
                <a:latin typeface="Calibri" pitchFamily="34" charset="0"/>
                <a:ea typeface="Calibri" pitchFamily="34" charset="-122"/>
                <a:cs typeface="Calibri" pitchFamily="34" charset="-120"/>
              </a:rPr>
              <a:t>(</a:t>
            </a:r>
            <a:r>
              <a:rPr lang="fr-FR" sz="1000" i="1" noProof="0">
                <a:solidFill>
                  <a:srgbClr val="5C6B7F"/>
                </a:solidFill>
                <a:latin typeface="Calibri" pitchFamily="34" charset="0"/>
                <a:ea typeface="Calibri" pitchFamily="34" charset="-122"/>
                <a:cs typeface="Calibri" pitchFamily="34" charset="-120"/>
              </a:rPr>
              <a:t>Optionnel</a:t>
            </a:r>
            <a:r>
              <a:rPr lang="fr-FR" sz="1000" noProof="0">
                <a:solidFill>
                  <a:srgbClr val="5C6B7F"/>
                </a:solidFill>
                <a:latin typeface="Calibri" pitchFamily="34" charset="0"/>
                <a:ea typeface="Calibri" pitchFamily="34" charset="-122"/>
                <a:cs typeface="Calibri" pitchFamily="34" charset="-120"/>
              </a:rPr>
              <a:t>) </a:t>
            </a:r>
            <a:r>
              <a:rPr lang="fr-FR" sz="1000">
                <a:solidFill>
                  <a:srgbClr val="5C6B7F"/>
                </a:solidFill>
                <a:latin typeface="Calibri" pitchFamily="34" charset="0"/>
                <a:ea typeface="Calibri" pitchFamily="34" charset="-122"/>
                <a:cs typeface="Calibri" pitchFamily="34" charset="-120"/>
              </a:rPr>
              <a:t>Ajouter une </a:t>
            </a:r>
            <a:r>
              <a:rPr lang="fr-FR" sz="1000" b="1">
                <a:solidFill>
                  <a:srgbClr val="5C6B7F"/>
                </a:solidFill>
                <a:latin typeface="Calibri" pitchFamily="34" charset="0"/>
                <a:ea typeface="Calibri" pitchFamily="34" charset="-122"/>
                <a:cs typeface="Calibri" pitchFamily="34" charset="-120"/>
              </a:rPr>
              <a:t>ontologie</a:t>
            </a:r>
            <a:r>
              <a:rPr lang="fr-FR" sz="1000">
                <a:solidFill>
                  <a:srgbClr val="5C6B7F"/>
                </a:solidFill>
                <a:latin typeface="Calibri" pitchFamily="34" charset="0"/>
                <a:ea typeface="Calibri" pitchFamily="34" charset="-122"/>
                <a:cs typeface="Calibri" pitchFamily="34" charset="-120"/>
              </a:rPr>
              <a:t> pour enrichir la compréhension métier. </a:t>
            </a:r>
          </a:p>
          <a:p>
            <a:pPr>
              <a:lnSpc>
                <a:spcPts val="1250"/>
              </a:lnSpc>
            </a:pPr>
            <a:endParaRPr lang="fr-FR" sz="1000">
              <a:solidFill>
                <a:srgbClr val="5C6B7F"/>
              </a:solidFill>
              <a:latin typeface="Calibri" pitchFamily="34" charset="0"/>
              <a:ea typeface="Calibri" pitchFamily="34" charset="-122"/>
              <a:cs typeface="Calibri" pitchFamily="34" charset="-120"/>
            </a:endParaRPr>
          </a:p>
          <a:p>
            <a:pPr algn="just">
              <a:lnSpc>
                <a:spcPts val="1250"/>
              </a:lnSpc>
            </a:pPr>
            <a:r>
              <a:rPr lang="fr-FR" sz="1000">
                <a:solidFill>
                  <a:srgbClr val="5C6B7F"/>
                </a:solidFill>
                <a:latin typeface="Calibri" pitchFamily="34" charset="0"/>
                <a:ea typeface="Calibri" pitchFamily="34" charset="-122"/>
                <a:cs typeface="Calibri" pitchFamily="34" charset="-120"/>
              </a:rPr>
              <a:t>L’agent utilisera toujours le modèle sémantique comme source de vérité, l’ontologie servant uniquement à interpréter les termes.</a:t>
            </a:r>
          </a:p>
          <a:p>
            <a:pPr marL="171450" indent="-171450">
              <a:lnSpc>
                <a:spcPts val="1250"/>
              </a:lnSpc>
              <a:buFont typeface="Arial" panose="020B0604020202020204" pitchFamily="34" charset="0"/>
              <a:buChar char="•"/>
            </a:pPr>
            <a:endParaRPr lang="fr-FR" sz="1000" noProof="0">
              <a:solidFill>
                <a:srgbClr val="5C6B7F"/>
              </a:solidFill>
              <a:latin typeface="Calibri" pitchFamily="34" charset="0"/>
              <a:ea typeface="Calibri" pitchFamily="34" charset="-122"/>
              <a:cs typeface="Calibri" pitchFamily="34" charset="-120"/>
            </a:endParaRPr>
          </a:p>
        </p:txBody>
      </p:sp>
      <p:pic>
        <p:nvPicPr>
          <p:cNvPr id="32" name="Image 31">
            <a:extLst>
              <a:ext uri="{FF2B5EF4-FFF2-40B4-BE49-F238E27FC236}">
                <a16:creationId xmlns:a16="http://schemas.microsoft.com/office/drawing/2014/main" id="{E47CD3DC-0D8E-DC16-9198-7F8A70047130}"/>
              </a:ext>
            </a:extLst>
          </p:cNvPr>
          <p:cNvPicPr>
            <a:picLocks noChangeAspect="1"/>
          </p:cNvPicPr>
          <p:nvPr/>
        </p:nvPicPr>
        <p:blipFill>
          <a:blip r:embed="rId4"/>
          <a:stretch>
            <a:fillRect/>
          </a:stretch>
        </p:blipFill>
        <p:spPr>
          <a:xfrm>
            <a:off x="3701674" y="1375631"/>
            <a:ext cx="1566842" cy="3454730"/>
          </a:xfrm>
          <a:prstGeom prst="rect">
            <a:avLst/>
          </a:prstGeom>
          <a:ln w="3175">
            <a:solidFill>
              <a:schemeClr val="tx1"/>
            </a:solidFill>
          </a:ln>
        </p:spPr>
      </p:pic>
      <p:pic>
        <p:nvPicPr>
          <p:cNvPr id="37" name="Image 36">
            <a:extLst>
              <a:ext uri="{FF2B5EF4-FFF2-40B4-BE49-F238E27FC236}">
                <a16:creationId xmlns:a16="http://schemas.microsoft.com/office/drawing/2014/main" id="{22209E01-B481-FE65-1051-B54AB9400AB3}"/>
              </a:ext>
            </a:extLst>
          </p:cNvPr>
          <p:cNvPicPr>
            <a:picLocks noChangeAspect="1"/>
          </p:cNvPicPr>
          <p:nvPr/>
        </p:nvPicPr>
        <p:blipFill>
          <a:blip r:embed="rId5"/>
          <a:stretch>
            <a:fillRect/>
          </a:stretch>
        </p:blipFill>
        <p:spPr>
          <a:xfrm>
            <a:off x="5427396" y="1371599"/>
            <a:ext cx="2634644" cy="1551100"/>
          </a:xfrm>
          <a:prstGeom prst="rect">
            <a:avLst/>
          </a:prstGeom>
          <a:ln w="3175">
            <a:solidFill>
              <a:schemeClr val="tx1"/>
            </a:solidFill>
          </a:ln>
        </p:spPr>
      </p:pic>
      <p:pic>
        <p:nvPicPr>
          <p:cNvPr id="40" name="Image 39">
            <a:extLst>
              <a:ext uri="{FF2B5EF4-FFF2-40B4-BE49-F238E27FC236}">
                <a16:creationId xmlns:a16="http://schemas.microsoft.com/office/drawing/2014/main" id="{5B75849C-4034-D469-9B76-C6C82D2AE253}"/>
              </a:ext>
            </a:extLst>
          </p:cNvPr>
          <p:cNvPicPr>
            <a:picLocks noChangeAspect="1"/>
          </p:cNvPicPr>
          <p:nvPr/>
        </p:nvPicPr>
        <p:blipFill>
          <a:blip r:embed="rId6"/>
          <a:stretch>
            <a:fillRect/>
          </a:stretch>
        </p:blipFill>
        <p:spPr>
          <a:xfrm>
            <a:off x="5427396" y="3054383"/>
            <a:ext cx="2634407" cy="1767951"/>
          </a:xfrm>
          <a:prstGeom prst="rect">
            <a:avLst/>
          </a:prstGeom>
          <a:ln w="3175">
            <a:solidFill>
              <a:schemeClr val="tx1"/>
            </a:solidFill>
          </a:ln>
        </p:spPr>
      </p:pic>
      <p:sp>
        <p:nvSpPr>
          <p:cNvPr id="47" name="Flèche : droite rayée 46">
            <a:extLst>
              <a:ext uri="{FF2B5EF4-FFF2-40B4-BE49-F238E27FC236}">
                <a16:creationId xmlns:a16="http://schemas.microsoft.com/office/drawing/2014/main" id="{D1B80205-A043-D186-B3CF-633501D60CC2}"/>
              </a:ext>
            </a:extLst>
          </p:cNvPr>
          <p:cNvSpPr/>
          <p:nvPr/>
        </p:nvSpPr>
        <p:spPr>
          <a:xfrm rot="10800000">
            <a:off x="4933004" y="1932986"/>
            <a:ext cx="414952" cy="131684"/>
          </a:xfrm>
          <a:prstGeom prst="stripedRightArrow">
            <a:avLst/>
          </a:prstGeom>
          <a:solidFill>
            <a:srgbClr val="1627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9" name="Flèche : droite rayée 48">
            <a:extLst>
              <a:ext uri="{FF2B5EF4-FFF2-40B4-BE49-F238E27FC236}">
                <a16:creationId xmlns:a16="http://schemas.microsoft.com/office/drawing/2014/main" id="{9A231C51-A998-A359-3CC0-EE87FB501315}"/>
              </a:ext>
            </a:extLst>
          </p:cNvPr>
          <p:cNvSpPr/>
          <p:nvPr/>
        </p:nvSpPr>
        <p:spPr>
          <a:xfrm rot="10800000">
            <a:off x="4933004" y="3382781"/>
            <a:ext cx="414952" cy="131684"/>
          </a:xfrm>
          <a:prstGeom prst="stripedRightArrow">
            <a:avLst/>
          </a:prstGeom>
          <a:solidFill>
            <a:srgbClr val="1627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Slide Number Placeholder 6">
            <a:extLst>
              <a:ext uri="{FF2B5EF4-FFF2-40B4-BE49-F238E27FC236}">
                <a16:creationId xmlns:a16="http://schemas.microsoft.com/office/drawing/2014/main" id="{9F977E65-DC73-607C-CFB5-CA2A5FB1ECD5}"/>
              </a:ext>
            </a:extLst>
          </p:cNvPr>
          <p:cNvSpPr>
            <a:spLocks noGrp="1"/>
          </p:cNvSpPr>
          <p:nvPr>
            <p:ph type="sldNum" sz="quarter" idx="12"/>
          </p:nvPr>
        </p:nvSpPr>
        <p:spPr/>
        <p:txBody>
          <a:bodyPr/>
          <a:lstStyle/>
          <a:p>
            <a:r>
              <a:rPr lang="fr-FR" b="1">
                <a:solidFill>
                  <a:srgbClr val="F26522"/>
                </a:solidFill>
                <a:latin typeface="Calibri" pitchFamily="34" charset="0"/>
                <a:ea typeface="Calibri" pitchFamily="34" charset="-122"/>
                <a:cs typeface="Calibri" pitchFamily="34" charset="-120"/>
              </a:rPr>
              <a:t>Expertime</a:t>
            </a:r>
            <a:r>
              <a:rPr lang="fr-FR">
                <a:solidFill>
                  <a:srgbClr val="5C6B7F"/>
                </a:solidFill>
                <a:latin typeface="Calibri" pitchFamily="34" charset="0"/>
                <a:ea typeface="Calibri" pitchFamily="34" charset="-122"/>
                <a:cs typeface="Calibri" pitchFamily="34" charset="-120"/>
              </a:rPr>
              <a:t>   | </a:t>
            </a:r>
            <a:fld id="{58E94494-CE21-4E82-948B-6B5BB0295547}" type="slidenum">
              <a:rPr lang="fr-FR" smtClean="0"/>
              <a:pPr/>
              <a:t>30</a:t>
            </a:fld>
            <a:endParaRPr lang="fr-FR" sz="850"/>
          </a:p>
        </p:txBody>
      </p:sp>
    </p:spTree>
    <p:extLst>
      <p:ext uri="{BB962C8B-B14F-4D97-AF65-F5344CB8AC3E}">
        <p14:creationId xmlns:p14="http://schemas.microsoft.com/office/powerpoint/2010/main" val="24655989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A9F6AE-82C6-EBCD-3768-D260FD095B3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91353281-30E7-9B51-EBC7-2CAAC9C0EDD8}"/>
              </a:ext>
            </a:extLst>
          </p:cNvPr>
          <p:cNvSpPr/>
          <p:nvPr/>
        </p:nvSpPr>
        <p:spPr>
          <a:xfrm>
            <a:off x="457200" y="384048"/>
            <a:ext cx="146304" cy="146304"/>
          </a:xfrm>
          <a:prstGeom prst="rect">
            <a:avLst/>
          </a:prstGeom>
          <a:solidFill>
            <a:srgbClr val="F26522"/>
          </a:solidFill>
          <a:ln/>
        </p:spPr>
        <p:txBody>
          <a:bodyPr/>
          <a:lstStyle/>
          <a:p>
            <a:endParaRPr lang="fr-FR" noProof="0"/>
          </a:p>
        </p:txBody>
      </p:sp>
      <p:sp>
        <p:nvSpPr>
          <p:cNvPr id="3" name="Text 1">
            <a:extLst>
              <a:ext uri="{FF2B5EF4-FFF2-40B4-BE49-F238E27FC236}">
                <a16:creationId xmlns:a16="http://schemas.microsoft.com/office/drawing/2014/main" id="{691B6918-46B1-54D5-6D84-A6352AED41BF}"/>
              </a:ext>
            </a:extLst>
          </p:cNvPr>
          <p:cNvSpPr/>
          <p:nvPr/>
        </p:nvSpPr>
        <p:spPr>
          <a:xfrm>
            <a:off x="713232" y="347472"/>
            <a:ext cx="7955280" cy="237744"/>
          </a:xfrm>
          <a:prstGeom prst="rect">
            <a:avLst/>
          </a:prstGeom>
          <a:noFill/>
          <a:ln/>
        </p:spPr>
        <p:txBody>
          <a:bodyPr wrap="square" rtlCol="0" anchor="ctr"/>
          <a:lstStyle/>
          <a:p>
            <a:pPr marL="0" indent="0">
              <a:buNone/>
            </a:pPr>
            <a:r>
              <a:rPr lang="fr-FR" sz="1100" b="1" kern="0" spc="200" noProof="0">
                <a:solidFill>
                  <a:srgbClr val="F26522"/>
                </a:solidFill>
                <a:latin typeface="Calibri" pitchFamily="34" charset="0"/>
                <a:ea typeface="Calibri" pitchFamily="34" charset="-122"/>
                <a:cs typeface="Calibri" pitchFamily="34" charset="-120"/>
              </a:rPr>
              <a:t>DÉMO FABRIKAM</a:t>
            </a:r>
            <a:endParaRPr lang="fr-FR" sz="1100" noProof="0"/>
          </a:p>
        </p:txBody>
      </p:sp>
      <p:sp>
        <p:nvSpPr>
          <p:cNvPr id="4" name="Text 2">
            <a:extLst>
              <a:ext uri="{FF2B5EF4-FFF2-40B4-BE49-F238E27FC236}">
                <a16:creationId xmlns:a16="http://schemas.microsoft.com/office/drawing/2014/main" id="{DB019E5B-E421-2830-E834-7EA55B177055}"/>
              </a:ext>
            </a:extLst>
          </p:cNvPr>
          <p:cNvSpPr/>
          <p:nvPr/>
        </p:nvSpPr>
        <p:spPr>
          <a:xfrm>
            <a:off x="438912" y="566928"/>
            <a:ext cx="8266176" cy="566928"/>
          </a:xfrm>
          <a:prstGeom prst="rect">
            <a:avLst/>
          </a:prstGeom>
          <a:noFill/>
          <a:ln/>
        </p:spPr>
        <p:txBody>
          <a:bodyPr wrap="square" rtlCol="0" anchor="ctr"/>
          <a:lstStyle/>
          <a:p>
            <a:pPr marL="0" indent="0">
              <a:buNone/>
            </a:pPr>
            <a:r>
              <a:rPr lang="fr-FR" sz="2600" b="1" noProof="0">
                <a:solidFill>
                  <a:srgbClr val="16273D"/>
                </a:solidFill>
                <a:latin typeface="Trebuchet MS" pitchFamily="34" charset="0"/>
                <a:ea typeface="Trebuchet MS" pitchFamily="34" charset="-122"/>
                <a:cs typeface="Trebuchet MS" pitchFamily="34" charset="-120"/>
              </a:rPr>
              <a:t>Construire l'agent, étape par étape</a:t>
            </a:r>
            <a:endParaRPr lang="fr-FR" sz="2600" noProof="0"/>
          </a:p>
        </p:txBody>
      </p:sp>
      <p:sp>
        <p:nvSpPr>
          <p:cNvPr id="5" name="Shape 3">
            <a:extLst>
              <a:ext uri="{FF2B5EF4-FFF2-40B4-BE49-F238E27FC236}">
                <a16:creationId xmlns:a16="http://schemas.microsoft.com/office/drawing/2014/main" id="{DDE6B7DB-FAD0-C7DC-7DB8-F5C928B057A9}"/>
              </a:ext>
            </a:extLst>
          </p:cNvPr>
          <p:cNvSpPr/>
          <p:nvPr/>
        </p:nvSpPr>
        <p:spPr>
          <a:xfrm>
            <a:off x="457200" y="1371599"/>
            <a:ext cx="2679192" cy="2793469"/>
          </a:xfrm>
          <a:prstGeom prst="rect">
            <a:avLst/>
          </a:prstGeom>
          <a:solidFill>
            <a:srgbClr val="FFFFFF"/>
          </a:solidFill>
          <a:ln w="12700">
            <a:solidFill>
              <a:srgbClr val="DCE4EE"/>
            </a:solidFill>
            <a:prstDash val="solid"/>
          </a:ln>
          <a:effectLst>
            <a:outerShdw blurRad="88900" dist="38100" dir="5400000" algn="bl" rotWithShape="0">
              <a:srgbClr val="0E2240">
                <a:alpha val="10000"/>
              </a:srgbClr>
            </a:outerShdw>
          </a:effectLst>
        </p:spPr>
        <p:txBody>
          <a:bodyPr/>
          <a:lstStyle/>
          <a:p>
            <a:endParaRPr lang="fr-FR" noProof="0"/>
          </a:p>
        </p:txBody>
      </p:sp>
      <p:sp>
        <p:nvSpPr>
          <p:cNvPr id="6" name="Shape 4">
            <a:extLst>
              <a:ext uri="{FF2B5EF4-FFF2-40B4-BE49-F238E27FC236}">
                <a16:creationId xmlns:a16="http://schemas.microsoft.com/office/drawing/2014/main" id="{9A2F4B87-10FE-99FC-3B2A-7815E0ACB61F}"/>
              </a:ext>
            </a:extLst>
          </p:cNvPr>
          <p:cNvSpPr/>
          <p:nvPr/>
        </p:nvSpPr>
        <p:spPr>
          <a:xfrm>
            <a:off x="457200" y="1371600"/>
            <a:ext cx="2679192" cy="384048"/>
          </a:xfrm>
          <a:prstGeom prst="rect">
            <a:avLst/>
          </a:prstGeom>
          <a:solidFill>
            <a:srgbClr val="0E2240"/>
          </a:solidFill>
          <a:ln/>
        </p:spPr>
        <p:txBody>
          <a:bodyPr/>
          <a:lstStyle/>
          <a:p>
            <a:endParaRPr lang="fr-FR" noProof="0"/>
          </a:p>
        </p:txBody>
      </p:sp>
      <p:sp>
        <p:nvSpPr>
          <p:cNvPr id="8" name="Text 6">
            <a:extLst>
              <a:ext uri="{FF2B5EF4-FFF2-40B4-BE49-F238E27FC236}">
                <a16:creationId xmlns:a16="http://schemas.microsoft.com/office/drawing/2014/main" id="{EC0697F0-5840-A165-AD0F-B6301A734FAA}"/>
              </a:ext>
            </a:extLst>
          </p:cNvPr>
          <p:cNvSpPr/>
          <p:nvPr/>
        </p:nvSpPr>
        <p:spPr>
          <a:xfrm>
            <a:off x="831272" y="1422585"/>
            <a:ext cx="2305120" cy="272657"/>
          </a:xfrm>
          <a:prstGeom prst="rect">
            <a:avLst/>
          </a:prstGeom>
          <a:noFill/>
          <a:ln/>
        </p:spPr>
        <p:txBody>
          <a:bodyPr wrap="square" rtlCol="0" anchor="t"/>
          <a:lstStyle/>
          <a:p>
            <a:pPr algn="ctr"/>
            <a:r>
              <a:rPr lang="fr-FR" sz="1300" b="1" noProof="0">
                <a:solidFill>
                  <a:schemeClr val="bg1"/>
                </a:solidFill>
                <a:latin typeface="Trebuchet MS" pitchFamily="34" charset="0"/>
                <a:ea typeface="Trebuchet MS" pitchFamily="34" charset="-122"/>
                <a:cs typeface="Trebuchet MS" pitchFamily="34" charset="-120"/>
              </a:rPr>
              <a:t>Sélectionner les tables</a:t>
            </a:r>
            <a:endParaRPr lang="fr-FR" sz="1300" noProof="0">
              <a:solidFill>
                <a:schemeClr val="bg1"/>
              </a:solidFill>
            </a:endParaRPr>
          </a:p>
        </p:txBody>
      </p:sp>
      <p:sp>
        <p:nvSpPr>
          <p:cNvPr id="9" name="Text 7">
            <a:extLst>
              <a:ext uri="{FF2B5EF4-FFF2-40B4-BE49-F238E27FC236}">
                <a16:creationId xmlns:a16="http://schemas.microsoft.com/office/drawing/2014/main" id="{A0F5CA75-854F-23F1-0E7D-74CA0E6A5F46}"/>
              </a:ext>
            </a:extLst>
          </p:cNvPr>
          <p:cNvSpPr/>
          <p:nvPr/>
        </p:nvSpPr>
        <p:spPr>
          <a:xfrm>
            <a:off x="640080" y="1874520"/>
            <a:ext cx="2313432" cy="530352"/>
          </a:xfrm>
          <a:prstGeom prst="rect">
            <a:avLst/>
          </a:prstGeom>
          <a:noFill/>
          <a:ln/>
        </p:spPr>
        <p:txBody>
          <a:bodyPr wrap="square" rtlCol="0" anchor="t"/>
          <a:lstStyle/>
          <a:p>
            <a:pPr>
              <a:lnSpc>
                <a:spcPts val="1250"/>
              </a:lnSpc>
            </a:pPr>
            <a:r>
              <a:rPr lang="fr-FR" sz="1000" u="sng" noProof="0">
                <a:solidFill>
                  <a:srgbClr val="5C6B7F"/>
                </a:solidFill>
                <a:latin typeface="Calibri" pitchFamily="34" charset="0"/>
                <a:ea typeface="Calibri" pitchFamily="34" charset="-122"/>
                <a:cs typeface="Calibri" pitchFamily="34" charset="-120"/>
              </a:rPr>
              <a:t>Dans le menu du Data Agent </a:t>
            </a:r>
            <a:r>
              <a:rPr lang="fr-FR" sz="1000" noProof="0">
                <a:solidFill>
                  <a:srgbClr val="5C6B7F"/>
                </a:solidFill>
                <a:latin typeface="Calibri" pitchFamily="34" charset="0"/>
                <a:ea typeface="Calibri" pitchFamily="34" charset="-122"/>
                <a:cs typeface="Calibri" pitchFamily="34" charset="-120"/>
              </a:rPr>
              <a:t>:</a:t>
            </a:r>
          </a:p>
          <a:p>
            <a:pPr marL="171450" indent="-171450">
              <a:lnSpc>
                <a:spcPts val="1250"/>
              </a:lnSpc>
              <a:buFont typeface="Arial" panose="020B0604020202020204" pitchFamily="34" charset="0"/>
              <a:buChar char="•"/>
            </a:pPr>
            <a:r>
              <a:rPr lang="fr-FR" sz="1000" noProof="0">
                <a:solidFill>
                  <a:srgbClr val="5C6B7F"/>
                </a:solidFill>
                <a:latin typeface="Calibri" pitchFamily="34" charset="0"/>
                <a:ea typeface="Calibri" pitchFamily="34" charset="-122"/>
                <a:cs typeface="Calibri" pitchFamily="34" charset="-120"/>
              </a:rPr>
              <a:t>Sélectionner les </a:t>
            </a:r>
            <a:r>
              <a:rPr lang="fr-FR" sz="1000" b="1" noProof="0">
                <a:solidFill>
                  <a:srgbClr val="5C6B7F"/>
                </a:solidFill>
                <a:latin typeface="Calibri" pitchFamily="34" charset="0"/>
                <a:ea typeface="Calibri" pitchFamily="34" charset="-122"/>
                <a:cs typeface="Calibri" pitchFamily="34" charset="-120"/>
              </a:rPr>
              <a:t>tables du modèle sémantique</a:t>
            </a:r>
            <a:r>
              <a:rPr lang="fr-FR" sz="1000" noProof="0">
                <a:solidFill>
                  <a:srgbClr val="5C6B7F"/>
                </a:solidFill>
                <a:latin typeface="Calibri" pitchFamily="34" charset="0"/>
                <a:ea typeface="Calibri" pitchFamily="34" charset="-122"/>
                <a:cs typeface="Calibri" pitchFamily="34" charset="-120"/>
              </a:rPr>
              <a:t> que l’agent pourra interroger. Choisissez uniquement scelles qui sont pertinentes pour le contexte métier. Ces tables serviront à la génération des requêtes : inutiles d’ajouter les tables techniques ou de références non utilisées par les utilisateurs.</a:t>
            </a:r>
          </a:p>
          <a:p>
            <a:pPr marL="171450" indent="-171450">
              <a:lnSpc>
                <a:spcPts val="1250"/>
              </a:lnSpc>
              <a:buFont typeface="Arial" panose="020B0604020202020204" pitchFamily="34" charset="0"/>
              <a:buChar char="•"/>
            </a:pPr>
            <a:r>
              <a:rPr lang="fr-FR" sz="1000">
                <a:solidFill>
                  <a:srgbClr val="5C6B7F"/>
                </a:solidFill>
                <a:latin typeface="Calibri" pitchFamily="34" charset="0"/>
                <a:ea typeface="Calibri" pitchFamily="34" charset="-122"/>
                <a:cs typeface="Calibri" pitchFamily="34" charset="-120"/>
              </a:rPr>
              <a:t>Vérifier que les </a:t>
            </a:r>
            <a:r>
              <a:rPr lang="fr-FR" sz="1000" b="1">
                <a:solidFill>
                  <a:srgbClr val="5C6B7F"/>
                </a:solidFill>
                <a:latin typeface="Calibri" pitchFamily="34" charset="0"/>
                <a:ea typeface="Calibri" pitchFamily="34" charset="-122"/>
                <a:cs typeface="Calibri" pitchFamily="34" charset="-120"/>
              </a:rPr>
              <a:t>relations</a:t>
            </a:r>
            <a:r>
              <a:rPr lang="fr-FR" sz="1000">
                <a:solidFill>
                  <a:srgbClr val="5C6B7F"/>
                </a:solidFill>
                <a:latin typeface="Calibri" pitchFamily="34" charset="0"/>
                <a:ea typeface="Calibri" pitchFamily="34" charset="-122"/>
                <a:cs typeface="Calibri" pitchFamily="34" charset="-120"/>
              </a:rPr>
              <a:t> et </a:t>
            </a:r>
            <a:r>
              <a:rPr lang="fr-FR" sz="1000" b="1">
                <a:solidFill>
                  <a:srgbClr val="5C6B7F"/>
                </a:solidFill>
                <a:latin typeface="Calibri" pitchFamily="34" charset="0"/>
                <a:ea typeface="Calibri" pitchFamily="34" charset="-122"/>
                <a:cs typeface="Calibri" pitchFamily="34" charset="-120"/>
              </a:rPr>
              <a:t>mesures</a:t>
            </a:r>
            <a:r>
              <a:rPr lang="fr-FR" sz="1000">
                <a:solidFill>
                  <a:srgbClr val="5C6B7F"/>
                </a:solidFill>
                <a:latin typeface="Calibri" pitchFamily="34" charset="0"/>
                <a:ea typeface="Calibri" pitchFamily="34" charset="-122"/>
                <a:cs typeface="Calibri" pitchFamily="34" charset="-120"/>
              </a:rPr>
              <a:t> associées sont bien définies dans le modèle avant validation.</a:t>
            </a:r>
            <a:endParaRPr lang="fr-FR" sz="1000" noProof="0"/>
          </a:p>
        </p:txBody>
      </p:sp>
      <p:pic>
        <p:nvPicPr>
          <p:cNvPr id="38" name="Image 37">
            <a:extLst>
              <a:ext uri="{FF2B5EF4-FFF2-40B4-BE49-F238E27FC236}">
                <a16:creationId xmlns:a16="http://schemas.microsoft.com/office/drawing/2014/main" id="{C7881A31-1087-3DDD-6698-130BA701AE54}"/>
              </a:ext>
            </a:extLst>
          </p:cNvPr>
          <p:cNvPicPr>
            <a:picLocks noChangeAspect="1"/>
          </p:cNvPicPr>
          <p:nvPr/>
        </p:nvPicPr>
        <p:blipFill>
          <a:blip r:embed="rId3"/>
          <a:stretch>
            <a:fillRect/>
          </a:stretch>
        </p:blipFill>
        <p:spPr>
          <a:xfrm>
            <a:off x="63322" y="4764044"/>
            <a:ext cx="315050" cy="324277"/>
          </a:xfrm>
          <a:prstGeom prst="rect">
            <a:avLst/>
          </a:prstGeom>
        </p:spPr>
      </p:pic>
      <p:sp>
        <p:nvSpPr>
          <p:cNvPr id="22" name="Shape 10">
            <a:extLst>
              <a:ext uri="{FF2B5EF4-FFF2-40B4-BE49-F238E27FC236}">
                <a16:creationId xmlns:a16="http://schemas.microsoft.com/office/drawing/2014/main" id="{D027B7A5-11C0-2FAD-CFEB-1F34D66CEF5A}"/>
              </a:ext>
            </a:extLst>
          </p:cNvPr>
          <p:cNvSpPr/>
          <p:nvPr/>
        </p:nvSpPr>
        <p:spPr>
          <a:xfrm>
            <a:off x="457200" y="1371652"/>
            <a:ext cx="374073" cy="384048"/>
          </a:xfrm>
          <a:prstGeom prst="rect">
            <a:avLst/>
          </a:prstGeom>
          <a:solidFill>
            <a:srgbClr val="1C4E80"/>
          </a:solidFill>
          <a:ln/>
        </p:spPr>
        <p:txBody>
          <a:bodyPr/>
          <a:lstStyle/>
          <a:p>
            <a:pPr algn="ctr"/>
            <a:r>
              <a:rPr lang="fr-FR" b="1">
                <a:solidFill>
                  <a:schemeClr val="bg1"/>
                </a:solidFill>
              </a:rPr>
              <a:t>3</a:t>
            </a:r>
            <a:endParaRPr lang="fr-FR" b="1" noProof="0">
              <a:solidFill>
                <a:schemeClr val="bg1"/>
              </a:solidFill>
            </a:endParaRPr>
          </a:p>
        </p:txBody>
      </p:sp>
      <p:pic>
        <p:nvPicPr>
          <p:cNvPr id="32" name="Image 31">
            <a:extLst>
              <a:ext uri="{FF2B5EF4-FFF2-40B4-BE49-F238E27FC236}">
                <a16:creationId xmlns:a16="http://schemas.microsoft.com/office/drawing/2014/main" id="{A4884D5B-3CFC-0C48-83CB-B5A1458BD974}"/>
              </a:ext>
            </a:extLst>
          </p:cNvPr>
          <p:cNvPicPr>
            <a:picLocks noChangeAspect="1"/>
          </p:cNvPicPr>
          <p:nvPr/>
        </p:nvPicPr>
        <p:blipFill>
          <a:blip r:embed="rId4"/>
          <a:stretch>
            <a:fillRect/>
          </a:stretch>
        </p:blipFill>
        <p:spPr>
          <a:xfrm>
            <a:off x="3701674" y="1375631"/>
            <a:ext cx="1566842" cy="3454730"/>
          </a:xfrm>
          <a:prstGeom prst="rect">
            <a:avLst/>
          </a:prstGeom>
          <a:ln w="3175">
            <a:solidFill>
              <a:schemeClr val="tx1"/>
            </a:solidFill>
          </a:ln>
        </p:spPr>
      </p:pic>
      <p:sp>
        <p:nvSpPr>
          <p:cNvPr id="35" name="Accolade fermante 34">
            <a:extLst>
              <a:ext uri="{FF2B5EF4-FFF2-40B4-BE49-F238E27FC236}">
                <a16:creationId xmlns:a16="http://schemas.microsoft.com/office/drawing/2014/main" id="{DC33691D-7FEF-5EC4-201A-D655FC43D220}"/>
              </a:ext>
            </a:extLst>
          </p:cNvPr>
          <p:cNvSpPr/>
          <p:nvPr/>
        </p:nvSpPr>
        <p:spPr>
          <a:xfrm>
            <a:off x="5333204" y="2068172"/>
            <a:ext cx="119686" cy="1319680"/>
          </a:xfrm>
          <a:prstGeom prst="rightBrace">
            <a:avLst/>
          </a:prstGeom>
          <a:ln w="19050">
            <a:solidFill>
              <a:srgbClr val="16273D"/>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ln>
                <a:solidFill>
                  <a:srgbClr val="16273D"/>
                </a:solidFill>
              </a:ln>
              <a:solidFill>
                <a:srgbClr val="16273D"/>
              </a:solidFill>
            </a:endParaRPr>
          </a:p>
        </p:txBody>
      </p:sp>
      <p:pic>
        <p:nvPicPr>
          <p:cNvPr id="39" name="Image 38">
            <a:extLst>
              <a:ext uri="{FF2B5EF4-FFF2-40B4-BE49-F238E27FC236}">
                <a16:creationId xmlns:a16="http://schemas.microsoft.com/office/drawing/2014/main" id="{2B6DCE8B-D94D-F2A7-66DB-C49F127A7AA2}"/>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5560666" y="2184387"/>
            <a:ext cx="1566842" cy="1096789"/>
          </a:xfrm>
          <a:prstGeom prst="rect">
            <a:avLst/>
          </a:prstGeom>
        </p:spPr>
      </p:pic>
      <p:sp>
        <p:nvSpPr>
          <p:cNvPr id="7" name="Slide Number Placeholder 6">
            <a:extLst>
              <a:ext uri="{FF2B5EF4-FFF2-40B4-BE49-F238E27FC236}">
                <a16:creationId xmlns:a16="http://schemas.microsoft.com/office/drawing/2014/main" id="{92DB6AF8-963C-E9A6-F9BA-505926381DE1}"/>
              </a:ext>
            </a:extLst>
          </p:cNvPr>
          <p:cNvSpPr>
            <a:spLocks noGrp="1"/>
          </p:cNvSpPr>
          <p:nvPr>
            <p:ph type="sldNum" sz="quarter" idx="12"/>
          </p:nvPr>
        </p:nvSpPr>
        <p:spPr/>
        <p:txBody>
          <a:bodyPr/>
          <a:lstStyle/>
          <a:p>
            <a:r>
              <a:rPr lang="fr-FR" b="1">
                <a:solidFill>
                  <a:srgbClr val="F26522"/>
                </a:solidFill>
                <a:latin typeface="Calibri" pitchFamily="34" charset="0"/>
                <a:ea typeface="Calibri" pitchFamily="34" charset="-122"/>
                <a:cs typeface="Calibri" pitchFamily="34" charset="-120"/>
              </a:rPr>
              <a:t>Expertime</a:t>
            </a:r>
            <a:r>
              <a:rPr lang="fr-FR">
                <a:solidFill>
                  <a:srgbClr val="5C6B7F"/>
                </a:solidFill>
                <a:latin typeface="Calibri" pitchFamily="34" charset="0"/>
                <a:ea typeface="Calibri" pitchFamily="34" charset="-122"/>
                <a:cs typeface="Calibri" pitchFamily="34" charset="-120"/>
              </a:rPr>
              <a:t>   | </a:t>
            </a:r>
            <a:fld id="{58E94494-CE21-4E82-948B-6B5BB0295547}" type="slidenum">
              <a:rPr lang="fr-FR" smtClean="0"/>
              <a:pPr/>
              <a:t>31</a:t>
            </a:fld>
            <a:endParaRPr lang="fr-FR" sz="850"/>
          </a:p>
        </p:txBody>
      </p:sp>
    </p:spTree>
    <p:extLst>
      <p:ext uri="{BB962C8B-B14F-4D97-AF65-F5344CB8AC3E}">
        <p14:creationId xmlns:p14="http://schemas.microsoft.com/office/powerpoint/2010/main" val="29197236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2A144F-1789-82D0-A457-0CE4D77B9EB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6D530B6-783D-91CF-7C6D-26183D160562}"/>
              </a:ext>
            </a:extLst>
          </p:cNvPr>
          <p:cNvSpPr/>
          <p:nvPr/>
        </p:nvSpPr>
        <p:spPr>
          <a:xfrm>
            <a:off x="457200" y="384048"/>
            <a:ext cx="146304" cy="146304"/>
          </a:xfrm>
          <a:prstGeom prst="rect">
            <a:avLst/>
          </a:prstGeom>
          <a:solidFill>
            <a:srgbClr val="F26522"/>
          </a:solidFill>
          <a:ln/>
        </p:spPr>
        <p:txBody>
          <a:bodyPr/>
          <a:lstStyle/>
          <a:p>
            <a:endParaRPr lang="fr-FR" noProof="0"/>
          </a:p>
        </p:txBody>
      </p:sp>
      <p:sp>
        <p:nvSpPr>
          <p:cNvPr id="3" name="Text 1">
            <a:extLst>
              <a:ext uri="{FF2B5EF4-FFF2-40B4-BE49-F238E27FC236}">
                <a16:creationId xmlns:a16="http://schemas.microsoft.com/office/drawing/2014/main" id="{7C09CE2F-7E20-DADF-71FB-D4889E8249BB}"/>
              </a:ext>
            </a:extLst>
          </p:cNvPr>
          <p:cNvSpPr/>
          <p:nvPr/>
        </p:nvSpPr>
        <p:spPr>
          <a:xfrm>
            <a:off x="713232" y="347472"/>
            <a:ext cx="7955280" cy="237744"/>
          </a:xfrm>
          <a:prstGeom prst="rect">
            <a:avLst/>
          </a:prstGeom>
          <a:noFill/>
          <a:ln/>
        </p:spPr>
        <p:txBody>
          <a:bodyPr wrap="square" rtlCol="0" anchor="ctr"/>
          <a:lstStyle/>
          <a:p>
            <a:pPr marL="0" indent="0">
              <a:buNone/>
            </a:pPr>
            <a:r>
              <a:rPr lang="fr-FR" sz="1100" b="1" kern="0" spc="200" noProof="0">
                <a:solidFill>
                  <a:srgbClr val="F26522"/>
                </a:solidFill>
                <a:latin typeface="Calibri" pitchFamily="34" charset="0"/>
                <a:ea typeface="Calibri" pitchFamily="34" charset="-122"/>
                <a:cs typeface="Calibri" pitchFamily="34" charset="-120"/>
              </a:rPr>
              <a:t>DÉMO FABRIKAM</a:t>
            </a:r>
            <a:endParaRPr lang="fr-FR" sz="1100" noProof="0"/>
          </a:p>
        </p:txBody>
      </p:sp>
      <p:sp>
        <p:nvSpPr>
          <p:cNvPr id="4" name="Text 2">
            <a:extLst>
              <a:ext uri="{FF2B5EF4-FFF2-40B4-BE49-F238E27FC236}">
                <a16:creationId xmlns:a16="http://schemas.microsoft.com/office/drawing/2014/main" id="{2E237085-025F-AD47-FDB8-0E2300733347}"/>
              </a:ext>
            </a:extLst>
          </p:cNvPr>
          <p:cNvSpPr/>
          <p:nvPr/>
        </p:nvSpPr>
        <p:spPr>
          <a:xfrm>
            <a:off x="438912" y="566928"/>
            <a:ext cx="8266176" cy="566928"/>
          </a:xfrm>
          <a:prstGeom prst="rect">
            <a:avLst/>
          </a:prstGeom>
          <a:noFill/>
          <a:ln/>
        </p:spPr>
        <p:txBody>
          <a:bodyPr wrap="square" rtlCol="0" anchor="ctr"/>
          <a:lstStyle/>
          <a:p>
            <a:pPr marL="0" indent="0">
              <a:buNone/>
            </a:pPr>
            <a:r>
              <a:rPr lang="fr-FR" sz="2600" b="1" noProof="0">
                <a:solidFill>
                  <a:srgbClr val="16273D"/>
                </a:solidFill>
                <a:latin typeface="Trebuchet MS" pitchFamily="34" charset="0"/>
                <a:ea typeface="Trebuchet MS" pitchFamily="34" charset="-122"/>
                <a:cs typeface="Trebuchet MS" pitchFamily="34" charset="-120"/>
              </a:rPr>
              <a:t>Construire l'agent, étape par étape</a:t>
            </a:r>
            <a:endParaRPr lang="fr-FR" sz="2600" noProof="0"/>
          </a:p>
        </p:txBody>
      </p:sp>
      <p:sp>
        <p:nvSpPr>
          <p:cNvPr id="5" name="Shape 3">
            <a:extLst>
              <a:ext uri="{FF2B5EF4-FFF2-40B4-BE49-F238E27FC236}">
                <a16:creationId xmlns:a16="http://schemas.microsoft.com/office/drawing/2014/main" id="{6E2DD16B-402E-29F4-44CD-92E2C24D78F2}"/>
              </a:ext>
            </a:extLst>
          </p:cNvPr>
          <p:cNvSpPr/>
          <p:nvPr/>
        </p:nvSpPr>
        <p:spPr>
          <a:xfrm>
            <a:off x="457200" y="1371600"/>
            <a:ext cx="2679192" cy="2788682"/>
          </a:xfrm>
          <a:prstGeom prst="rect">
            <a:avLst/>
          </a:prstGeom>
          <a:solidFill>
            <a:srgbClr val="FFFFFF"/>
          </a:solidFill>
          <a:ln w="12700">
            <a:solidFill>
              <a:srgbClr val="DCE4EE"/>
            </a:solidFill>
            <a:prstDash val="solid"/>
          </a:ln>
          <a:effectLst>
            <a:outerShdw blurRad="88900" dist="38100" dir="5400000" algn="bl" rotWithShape="0">
              <a:srgbClr val="0E2240">
                <a:alpha val="10000"/>
              </a:srgbClr>
            </a:outerShdw>
          </a:effectLst>
        </p:spPr>
        <p:txBody>
          <a:bodyPr/>
          <a:lstStyle/>
          <a:p>
            <a:endParaRPr lang="fr-FR" noProof="0"/>
          </a:p>
        </p:txBody>
      </p:sp>
      <p:sp>
        <p:nvSpPr>
          <p:cNvPr id="6" name="Shape 4">
            <a:extLst>
              <a:ext uri="{FF2B5EF4-FFF2-40B4-BE49-F238E27FC236}">
                <a16:creationId xmlns:a16="http://schemas.microsoft.com/office/drawing/2014/main" id="{F5874C6C-D002-C031-792C-4FC4617C6B8D}"/>
              </a:ext>
            </a:extLst>
          </p:cNvPr>
          <p:cNvSpPr/>
          <p:nvPr/>
        </p:nvSpPr>
        <p:spPr>
          <a:xfrm>
            <a:off x="457200" y="1371600"/>
            <a:ext cx="2679192" cy="384048"/>
          </a:xfrm>
          <a:prstGeom prst="rect">
            <a:avLst/>
          </a:prstGeom>
          <a:solidFill>
            <a:srgbClr val="1C4E80"/>
          </a:solidFill>
          <a:ln/>
        </p:spPr>
        <p:txBody>
          <a:bodyPr/>
          <a:lstStyle/>
          <a:p>
            <a:endParaRPr lang="fr-FR" noProof="0"/>
          </a:p>
        </p:txBody>
      </p:sp>
      <p:sp>
        <p:nvSpPr>
          <p:cNvPr id="8" name="Text 6">
            <a:extLst>
              <a:ext uri="{FF2B5EF4-FFF2-40B4-BE49-F238E27FC236}">
                <a16:creationId xmlns:a16="http://schemas.microsoft.com/office/drawing/2014/main" id="{A7A4D92F-A2FB-5A15-A7B9-146253D2F9FF}"/>
              </a:ext>
            </a:extLst>
          </p:cNvPr>
          <p:cNvSpPr/>
          <p:nvPr/>
        </p:nvSpPr>
        <p:spPr>
          <a:xfrm>
            <a:off x="831272" y="1422585"/>
            <a:ext cx="2305120" cy="272657"/>
          </a:xfrm>
          <a:prstGeom prst="rect">
            <a:avLst/>
          </a:prstGeom>
          <a:noFill/>
          <a:ln/>
        </p:spPr>
        <p:txBody>
          <a:bodyPr wrap="square" rtlCol="0" anchor="t"/>
          <a:lstStyle/>
          <a:p>
            <a:pPr algn="ctr"/>
            <a:r>
              <a:rPr lang="fr-FR" sz="1300" b="1" noProof="0">
                <a:solidFill>
                  <a:schemeClr val="bg1"/>
                </a:solidFill>
                <a:latin typeface="Trebuchet MS" pitchFamily="34" charset="0"/>
                <a:ea typeface="Trebuchet MS" pitchFamily="34" charset="-122"/>
                <a:cs typeface="Trebuchet MS" pitchFamily="34" charset="-120"/>
              </a:rPr>
              <a:t>Configurer les instructions</a:t>
            </a:r>
            <a:endParaRPr lang="fr-FR" sz="1300" noProof="0">
              <a:solidFill>
                <a:schemeClr val="bg1"/>
              </a:solidFill>
            </a:endParaRPr>
          </a:p>
        </p:txBody>
      </p:sp>
      <p:pic>
        <p:nvPicPr>
          <p:cNvPr id="38" name="Image 37">
            <a:extLst>
              <a:ext uri="{FF2B5EF4-FFF2-40B4-BE49-F238E27FC236}">
                <a16:creationId xmlns:a16="http://schemas.microsoft.com/office/drawing/2014/main" id="{E1B2F3E8-6886-CACD-C450-CA8961A5E276}"/>
              </a:ext>
            </a:extLst>
          </p:cNvPr>
          <p:cNvPicPr>
            <a:picLocks noChangeAspect="1"/>
          </p:cNvPicPr>
          <p:nvPr/>
        </p:nvPicPr>
        <p:blipFill>
          <a:blip r:embed="rId3"/>
          <a:stretch>
            <a:fillRect/>
          </a:stretch>
        </p:blipFill>
        <p:spPr>
          <a:xfrm>
            <a:off x="63322" y="4764044"/>
            <a:ext cx="315050" cy="324277"/>
          </a:xfrm>
          <a:prstGeom prst="rect">
            <a:avLst/>
          </a:prstGeom>
        </p:spPr>
      </p:pic>
      <p:sp>
        <p:nvSpPr>
          <p:cNvPr id="12" name="Shape 10">
            <a:extLst>
              <a:ext uri="{FF2B5EF4-FFF2-40B4-BE49-F238E27FC236}">
                <a16:creationId xmlns:a16="http://schemas.microsoft.com/office/drawing/2014/main" id="{3E8537C7-D79B-3639-4D5E-9C1E36E8AB24}"/>
              </a:ext>
            </a:extLst>
          </p:cNvPr>
          <p:cNvSpPr/>
          <p:nvPr/>
        </p:nvSpPr>
        <p:spPr>
          <a:xfrm>
            <a:off x="457200" y="1371652"/>
            <a:ext cx="374073" cy="384048"/>
          </a:xfrm>
          <a:prstGeom prst="rect">
            <a:avLst/>
          </a:prstGeom>
          <a:solidFill>
            <a:srgbClr val="0E2240"/>
          </a:solidFill>
          <a:ln/>
        </p:spPr>
        <p:txBody>
          <a:bodyPr/>
          <a:lstStyle/>
          <a:p>
            <a:pPr algn="ctr"/>
            <a:r>
              <a:rPr lang="fr-FR" b="1">
                <a:solidFill>
                  <a:schemeClr val="bg1"/>
                </a:solidFill>
              </a:rPr>
              <a:t>4</a:t>
            </a:r>
            <a:endParaRPr lang="fr-FR" b="1" noProof="0">
              <a:solidFill>
                <a:schemeClr val="bg1"/>
              </a:solidFill>
            </a:endParaRPr>
          </a:p>
        </p:txBody>
      </p:sp>
      <p:sp>
        <p:nvSpPr>
          <p:cNvPr id="22" name="Text 12">
            <a:extLst>
              <a:ext uri="{FF2B5EF4-FFF2-40B4-BE49-F238E27FC236}">
                <a16:creationId xmlns:a16="http://schemas.microsoft.com/office/drawing/2014/main" id="{3C4EDA34-5642-79D0-6916-7962AD670BE4}"/>
              </a:ext>
            </a:extLst>
          </p:cNvPr>
          <p:cNvSpPr/>
          <p:nvPr/>
        </p:nvSpPr>
        <p:spPr>
          <a:xfrm>
            <a:off x="603504" y="1852737"/>
            <a:ext cx="2313432" cy="610601"/>
          </a:xfrm>
          <a:prstGeom prst="rect">
            <a:avLst/>
          </a:prstGeom>
          <a:noFill/>
          <a:ln/>
        </p:spPr>
        <p:txBody>
          <a:bodyPr wrap="square" rtlCol="0" anchor="t"/>
          <a:lstStyle/>
          <a:p>
            <a:pPr>
              <a:lnSpc>
                <a:spcPts val="1250"/>
              </a:lnSpc>
            </a:pPr>
            <a:r>
              <a:rPr lang="fr-FR" sz="1000" u="sng" noProof="0">
                <a:solidFill>
                  <a:srgbClr val="5C6B7F"/>
                </a:solidFill>
                <a:latin typeface="Calibri" pitchFamily="34" charset="0"/>
                <a:ea typeface="Calibri" pitchFamily="34" charset="-122"/>
                <a:cs typeface="Calibri" pitchFamily="34" charset="-120"/>
              </a:rPr>
              <a:t>Dans le menu du Data Agent </a:t>
            </a:r>
            <a:r>
              <a:rPr lang="fr-FR" sz="1000" noProof="0">
                <a:solidFill>
                  <a:srgbClr val="5C6B7F"/>
                </a:solidFill>
                <a:latin typeface="Calibri" pitchFamily="34" charset="0"/>
                <a:ea typeface="Calibri" pitchFamily="34" charset="-122"/>
                <a:cs typeface="Calibri" pitchFamily="34" charset="-120"/>
              </a:rPr>
              <a:t>:</a:t>
            </a:r>
          </a:p>
          <a:p>
            <a:pPr marL="171450" indent="-171450">
              <a:lnSpc>
                <a:spcPts val="1250"/>
              </a:lnSpc>
              <a:buFont typeface="Arial" panose="020B0604020202020204" pitchFamily="34" charset="0"/>
              <a:buChar char="•"/>
            </a:pPr>
            <a:r>
              <a:rPr lang="fr-FR" sz="1000" noProof="0">
                <a:solidFill>
                  <a:srgbClr val="5C6B7F"/>
                </a:solidFill>
                <a:latin typeface="Calibri" pitchFamily="34" charset="0"/>
                <a:ea typeface="Calibri" pitchFamily="34" charset="-122"/>
                <a:cs typeface="Calibri" pitchFamily="34" charset="-120"/>
              </a:rPr>
              <a:t>Définir l’</a:t>
            </a:r>
            <a:r>
              <a:rPr lang="fr-FR" sz="1000" b="1" noProof="0">
                <a:solidFill>
                  <a:srgbClr val="5C6B7F"/>
                </a:solidFill>
                <a:latin typeface="Calibri" pitchFamily="34" charset="0"/>
                <a:ea typeface="Calibri" pitchFamily="34" charset="-122"/>
                <a:cs typeface="Calibri" pitchFamily="34" charset="-120"/>
              </a:rPr>
              <a:t>objectif</a:t>
            </a:r>
            <a:r>
              <a:rPr lang="fr-FR" sz="1000" noProof="0">
                <a:solidFill>
                  <a:srgbClr val="5C6B7F"/>
                </a:solidFill>
                <a:latin typeface="Calibri" pitchFamily="34" charset="0"/>
                <a:ea typeface="Calibri" pitchFamily="34" charset="-122"/>
                <a:cs typeface="Calibri" pitchFamily="34" charset="-120"/>
              </a:rPr>
              <a:t> de l’agent : périmètre métier, type de questions à traiter, ton et format des réponses.</a:t>
            </a:r>
          </a:p>
          <a:p>
            <a:pPr marL="171450" indent="-171450">
              <a:lnSpc>
                <a:spcPts val="1250"/>
              </a:lnSpc>
              <a:buFont typeface="Arial" panose="020B0604020202020204" pitchFamily="34" charset="0"/>
              <a:buChar char="•"/>
            </a:pPr>
            <a:r>
              <a:rPr lang="fr-FR" sz="1000">
                <a:solidFill>
                  <a:srgbClr val="5C6B7F"/>
                </a:solidFill>
                <a:latin typeface="Calibri" pitchFamily="34" charset="0"/>
                <a:ea typeface="Calibri" pitchFamily="34" charset="-122"/>
                <a:cs typeface="Calibri" pitchFamily="34" charset="-120"/>
              </a:rPr>
              <a:t>Indiquer la </a:t>
            </a:r>
            <a:r>
              <a:rPr lang="fr-FR" sz="1000" b="1">
                <a:solidFill>
                  <a:srgbClr val="5C6B7F"/>
                </a:solidFill>
                <a:latin typeface="Calibri" pitchFamily="34" charset="0"/>
                <a:ea typeface="Calibri" pitchFamily="34" charset="-122"/>
                <a:cs typeface="Calibri" pitchFamily="34" charset="-120"/>
              </a:rPr>
              <a:t>priorité des sources</a:t>
            </a:r>
            <a:r>
              <a:rPr lang="fr-FR" sz="1000">
                <a:solidFill>
                  <a:srgbClr val="5C6B7F"/>
                </a:solidFill>
                <a:latin typeface="Calibri" pitchFamily="34" charset="0"/>
                <a:ea typeface="Calibri" pitchFamily="34" charset="-122"/>
                <a:cs typeface="Calibri" pitchFamily="34" charset="-120"/>
              </a:rPr>
              <a:t>. </a:t>
            </a:r>
            <a:br>
              <a:rPr lang="fr-FR" sz="1000">
                <a:solidFill>
                  <a:srgbClr val="5C6B7F"/>
                </a:solidFill>
                <a:latin typeface="Calibri" pitchFamily="34" charset="0"/>
                <a:ea typeface="Calibri" pitchFamily="34" charset="-122"/>
                <a:cs typeface="Calibri" pitchFamily="34" charset="-120"/>
              </a:rPr>
            </a:br>
            <a:r>
              <a:rPr lang="fr-FR" sz="1000">
                <a:solidFill>
                  <a:srgbClr val="5C6B7F"/>
                </a:solidFill>
                <a:latin typeface="Calibri" pitchFamily="34" charset="0"/>
                <a:ea typeface="Calibri" pitchFamily="34" charset="-122"/>
                <a:cs typeface="Calibri" pitchFamily="34" charset="-120"/>
              </a:rPr>
              <a:t>Ex : le modèle sémantique par rapport à l’ontologie.</a:t>
            </a:r>
          </a:p>
          <a:p>
            <a:pPr marL="171450" indent="-171450">
              <a:lnSpc>
                <a:spcPts val="1250"/>
              </a:lnSpc>
              <a:buFont typeface="Arial" panose="020B0604020202020204" pitchFamily="34" charset="0"/>
              <a:buChar char="•"/>
            </a:pPr>
            <a:r>
              <a:rPr lang="fr-FR" sz="1000">
                <a:solidFill>
                  <a:srgbClr val="5C6B7F"/>
                </a:solidFill>
                <a:latin typeface="Calibri" pitchFamily="34" charset="0"/>
                <a:ea typeface="Calibri" pitchFamily="34" charset="-122"/>
                <a:cs typeface="Calibri" pitchFamily="34" charset="-120"/>
              </a:rPr>
              <a:t>Spécifier la </a:t>
            </a:r>
            <a:r>
              <a:rPr lang="fr-FR" sz="1000" b="1">
                <a:solidFill>
                  <a:srgbClr val="5C6B7F"/>
                </a:solidFill>
                <a:latin typeface="Calibri" pitchFamily="34" charset="0"/>
                <a:ea typeface="Calibri" pitchFamily="34" charset="-122"/>
                <a:cs typeface="Calibri" pitchFamily="34" charset="-120"/>
              </a:rPr>
              <a:t>terminologie métier </a:t>
            </a:r>
            <a:r>
              <a:rPr lang="fr-FR" sz="1000">
                <a:solidFill>
                  <a:srgbClr val="5C6B7F"/>
                </a:solidFill>
                <a:latin typeface="Calibri" pitchFamily="34" charset="0"/>
                <a:ea typeface="Calibri" pitchFamily="34" charset="-122"/>
                <a:cs typeface="Calibri" pitchFamily="34" charset="-120"/>
              </a:rPr>
              <a:t>pour garantir la cohérence des réponses.</a:t>
            </a:r>
            <a:br>
              <a:rPr lang="fr-FR" sz="1000">
                <a:solidFill>
                  <a:srgbClr val="5C6B7F"/>
                </a:solidFill>
                <a:latin typeface="Calibri" pitchFamily="34" charset="0"/>
                <a:ea typeface="Calibri" pitchFamily="34" charset="-122"/>
                <a:cs typeface="Calibri" pitchFamily="34" charset="-120"/>
              </a:rPr>
            </a:br>
            <a:r>
              <a:rPr lang="fr-FR" sz="1000">
                <a:solidFill>
                  <a:srgbClr val="5C6B7F"/>
                </a:solidFill>
                <a:latin typeface="Calibri" pitchFamily="34" charset="0"/>
                <a:ea typeface="Calibri" pitchFamily="34" charset="-122"/>
                <a:cs typeface="Calibri" pitchFamily="34" charset="-120"/>
              </a:rPr>
              <a:t>Ex : </a:t>
            </a:r>
            <a:r>
              <a:rPr lang="fr-FR" sz="1000" i="1">
                <a:solidFill>
                  <a:srgbClr val="5C6B7F"/>
                </a:solidFill>
                <a:latin typeface="Calibri" pitchFamily="34" charset="0"/>
                <a:ea typeface="Calibri" pitchFamily="34" charset="-122"/>
                <a:cs typeface="Calibri" pitchFamily="34" charset="-120"/>
              </a:rPr>
              <a:t>CA = chiffre d’affaires, BU = Business Unit...</a:t>
            </a:r>
          </a:p>
          <a:p>
            <a:pPr marL="171450" indent="-171450">
              <a:lnSpc>
                <a:spcPts val="1250"/>
              </a:lnSpc>
              <a:buFont typeface="Arial" panose="020B0604020202020204" pitchFamily="34" charset="0"/>
              <a:buChar char="•"/>
            </a:pPr>
            <a:r>
              <a:rPr lang="fr-FR" sz="1000">
                <a:solidFill>
                  <a:srgbClr val="5C6B7F"/>
                </a:solidFill>
                <a:latin typeface="Calibri" pitchFamily="34" charset="0"/>
                <a:ea typeface="Calibri" pitchFamily="34" charset="-122"/>
                <a:cs typeface="Calibri" pitchFamily="34" charset="-120"/>
              </a:rPr>
              <a:t>Ajouter des </a:t>
            </a:r>
            <a:r>
              <a:rPr lang="fr-FR" sz="1000" b="1">
                <a:solidFill>
                  <a:srgbClr val="5C6B7F"/>
                </a:solidFill>
                <a:latin typeface="Calibri" pitchFamily="34" charset="0"/>
                <a:ea typeface="Calibri" pitchFamily="34" charset="-122"/>
                <a:cs typeface="Calibri" pitchFamily="34" charset="-120"/>
              </a:rPr>
              <a:t>exemples de questions métier</a:t>
            </a:r>
            <a:r>
              <a:rPr lang="fr-FR" sz="1000">
                <a:solidFill>
                  <a:srgbClr val="5C6B7F"/>
                </a:solidFill>
                <a:latin typeface="Calibri" pitchFamily="34" charset="0"/>
                <a:ea typeface="Calibri" pitchFamily="34" charset="-122"/>
                <a:cs typeface="Calibri" pitchFamily="34" charset="-120"/>
              </a:rPr>
              <a:t>.</a:t>
            </a:r>
            <a:endParaRPr lang="fr-FR" sz="1000" b="1">
              <a:solidFill>
                <a:srgbClr val="5C6B7F"/>
              </a:solidFill>
              <a:latin typeface="Calibri" pitchFamily="34" charset="0"/>
              <a:ea typeface="Calibri" pitchFamily="34" charset="-122"/>
              <a:cs typeface="Calibri" pitchFamily="34" charset="-120"/>
            </a:endParaRPr>
          </a:p>
          <a:p>
            <a:pPr marL="171450" indent="-171450">
              <a:lnSpc>
                <a:spcPts val="1250"/>
              </a:lnSpc>
              <a:buFont typeface="Arial" panose="020B0604020202020204" pitchFamily="34" charset="0"/>
              <a:buChar char="•"/>
            </a:pPr>
            <a:endParaRPr lang="fr-FR" sz="1000" noProof="0">
              <a:solidFill>
                <a:srgbClr val="5C6B7F"/>
              </a:solidFill>
              <a:latin typeface="Calibri" pitchFamily="34" charset="0"/>
              <a:ea typeface="Calibri" pitchFamily="34" charset="-122"/>
              <a:cs typeface="Calibri" pitchFamily="34" charset="-120"/>
            </a:endParaRPr>
          </a:p>
        </p:txBody>
      </p:sp>
      <p:pic>
        <p:nvPicPr>
          <p:cNvPr id="11" name="Image 10">
            <a:extLst>
              <a:ext uri="{FF2B5EF4-FFF2-40B4-BE49-F238E27FC236}">
                <a16:creationId xmlns:a16="http://schemas.microsoft.com/office/drawing/2014/main" id="{ED1C3D87-004D-AFBC-3014-A83C144D1DA8}"/>
              </a:ext>
            </a:extLst>
          </p:cNvPr>
          <p:cNvPicPr>
            <a:picLocks noChangeAspect="1"/>
          </p:cNvPicPr>
          <p:nvPr/>
        </p:nvPicPr>
        <p:blipFill>
          <a:blip r:embed="rId4"/>
          <a:stretch>
            <a:fillRect/>
          </a:stretch>
        </p:blipFill>
        <p:spPr>
          <a:xfrm>
            <a:off x="3736294" y="1651663"/>
            <a:ext cx="4968794" cy="2281213"/>
          </a:xfrm>
          <a:prstGeom prst="rect">
            <a:avLst/>
          </a:prstGeom>
          <a:ln w="3175">
            <a:solidFill>
              <a:srgbClr val="16273D"/>
            </a:solidFill>
          </a:ln>
        </p:spPr>
      </p:pic>
      <p:sp>
        <p:nvSpPr>
          <p:cNvPr id="7" name="Slide Number Placeholder 6">
            <a:extLst>
              <a:ext uri="{FF2B5EF4-FFF2-40B4-BE49-F238E27FC236}">
                <a16:creationId xmlns:a16="http://schemas.microsoft.com/office/drawing/2014/main" id="{E242F8A9-60AA-6166-736A-F76D8394D855}"/>
              </a:ext>
            </a:extLst>
          </p:cNvPr>
          <p:cNvSpPr>
            <a:spLocks noGrp="1"/>
          </p:cNvSpPr>
          <p:nvPr>
            <p:ph type="sldNum" sz="quarter" idx="12"/>
          </p:nvPr>
        </p:nvSpPr>
        <p:spPr/>
        <p:txBody>
          <a:bodyPr/>
          <a:lstStyle/>
          <a:p>
            <a:r>
              <a:rPr lang="fr-FR" b="1">
                <a:solidFill>
                  <a:srgbClr val="F26522"/>
                </a:solidFill>
                <a:latin typeface="Calibri" pitchFamily="34" charset="0"/>
                <a:ea typeface="Calibri" pitchFamily="34" charset="-122"/>
                <a:cs typeface="Calibri" pitchFamily="34" charset="-120"/>
              </a:rPr>
              <a:t>Expertime</a:t>
            </a:r>
            <a:r>
              <a:rPr lang="fr-FR">
                <a:solidFill>
                  <a:srgbClr val="5C6B7F"/>
                </a:solidFill>
                <a:latin typeface="Calibri" pitchFamily="34" charset="0"/>
                <a:ea typeface="Calibri" pitchFamily="34" charset="-122"/>
                <a:cs typeface="Calibri" pitchFamily="34" charset="-120"/>
              </a:rPr>
              <a:t>   | </a:t>
            </a:r>
            <a:fld id="{58E94494-CE21-4E82-948B-6B5BB0295547}" type="slidenum">
              <a:rPr lang="fr-FR" smtClean="0"/>
              <a:pPr/>
              <a:t>32</a:t>
            </a:fld>
            <a:endParaRPr lang="fr-FR" sz="850"/>
          </a:p>
        </p:txBody>
      </p:sp>
    </p:spTree>
    <p:extLst>
      <p:ext uri="{BB962C8B-B14F-4D97-AF65-F5344CB8AC3E}">
        <p14:creationId xmlns:p14="http://schemas.microsoft.com/office/powerpoint/2010/main" val="362008241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207B6F-4826-36E2-9B06-52E0BC479BF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B50FA0D-857D-EB69-33DA-85F226F0CF09}"/>
              </a:ext>
            </a:extLst>
          </p:cNvPr>
          <p:cNvSpPr/>
          <p:nvPr/>
        </p:nvSpPr>
        <p:spPr>
          <a:xfrm>
            <a:off x="457200" y="384048"/>
            <a:ext cx="146304" cy="146304"/>
          </a:xfrm>
          <a:prstGeom prst="rect">
            <a:avLst/>
          </a:prstGeom>
          <a:solidFill>
            <a:srgbClr val="F26522"/>
          </a:solidFill>
          <a:ln/>
        </p:spPr>
        <p:txBody>
          <a:bodyPr/>
          <a:lstStyle/>
          <a:p>
            <a:endParaRPr lang="fr-FR" noProof="0"/>
          </a:p>
        </p:txBody>
      </p:sp>
      <p:sp>
        <p:nvSpPr>
          <p:cNvPr id="3" name="Text 1">
            <a:extLst>
              <a:ext uri="{FF2B5EF4-FFF2-40B4-BE49-F238E27FC236}">
                <a16:creationId xmlns:a16="http://schemas.microsoft.com/office/drawing/2014/main" id="{716AE875-27CB-A0D0-606A-1E98D258458E}"/>
              </a:ext>
            </a:extLst>
          </p:cNvPr>
          <p:cNvSpPr/>
          <p:nvPr/>
        </p:nvSpPr>
        <p:spPr>
          <a:xfrm>
            <a:off x="713232" y="347472"/>
            <a:ext cx="7955280" cy="237744"/>
          </a:xfrm>
          <a:prstGeom prst="rect">
            <a:avLst/>
          </a:prstGeom>
          <a:noFill/>
          <a:ln/>
        </p:spPr>
        <p:txBody>
          <a:bodyPr wrap="square" rtlCol="0" anchor="ctr"/>
          <a:lstStyle/>
          <a:p>
            <a:pPr marL="0" indent="0">
              <a:buNone/>
            </a:pPr>
            <a:r>
              <a:rPr lang="fr-FR" sz="1100" b="1" kern="0" spc="200" noProof="0">
                <a:solidFill>
                  <a:srgbClr val="F26522"/>
                </a:solidFill>
                <a:latin typeface="Calibri" pitchFamily="34" charset="0"/>
                <a:ea typeface="Calibri" pitchFamily="34" charset="-122"/>
                <a:cs typeface="Calibri" pitchFamily="34" charset="-120"/>
              </a:rPr>
              <a:t>DÉMO FABRIKAM</a:t>
            </a:r>
            <a:endParaRPr lang="fr-FR" sz="1100" noProof="0"/>
          </a:p>
        </p:txBody>
      </p:sp>
      <p:sp>
        <p:nvSpPr>
          <p:cNvPr id="4" name="Text 2">
            <a:extLst>
              <a:ext uri="{FF2B5EF4-FFF2-40B4-BE49-F238E27FC236}">
                <a16:creationId xmlns:a16="http://schemas.microsoft.com/office/drawing/2014/main" id="{07A9D0F9-697A-1BE0-4DFE-E2CCED591EC2}"/>
              </a:ext>
            </a:extLst>
          </p:cNvPr>
          <p:cNvSpPr/>
          <p:nvPr/>
        </p:nvSpPr>
        <p:spPr>
          <a:xfrm>
            <a:off x="438912" y="566928"/>
            <a:ext cx="8266176" cy="566928"/>
          </a:xfrm>
          <a:prstGeom prst="rect">
            <a:avLst/>
          </a:prstGeom>
          <a:noFill/>
          <a:ln/>
        </p:spPr>
        <p:txBody>
          <a:bodyPr wrap="square" rtlCol="0" anchor="ctr"/>
          <a:lstStyle/>
          <a:p>
            <a:pPr marL="0" indent="0">
              <a:buNone/>
            </a:pPr>
            <a:r>
              <a:rPr lang="fr-FR" sz="2600" b="1" noProof="0">
                <a:solidFill>
                  <a:srgbClr val="16273D"/>
                </a:solidFill>
                <a:latin typeface="Trebuchet MS" pitchFamily="34" charset="0"/>
                <a:ea typeface="Trebuchet MS" pitchFamily="34" charset="-122"/>
                <a:cs typeface="Trebuchet MS" pitchFamily="34" charset="-120"/>
              </a:rPr>
              <a:t>Construire l'agent, étape par étape</a:t>
            </a:r>
            <a:endParaRPr lang="fr-FR" sz="2600" noProof="0"/>
          </a:p>
        </p:txBody>
      </p:sp>
      <p:sp>
        <p:nvSpPr>
          <p:cNvPr id="5" name="Shape 3">
            <a:extLst>
              <a:ext uri="{FF2B5EF4-FFF2-40B4-BE49-F238E27FC236}">
                <a16:creationId xmlns:a16="http://schemas.microsoft.com/office/drawing/2014/main" id="{254A2DAC-3AB5-3871-A6A4-3AFFECAB45B0}"/>
              </a:ext>
            </a:extLst>
          </p:cNvPr>
          <p:cNvSpPr/>
          <p:nvPr/>
        </p:nvSpPr>
        <p:spPr>
          <a:xfrm>
            <a:off x="457200" y="1371599"/>
            <a:ext cx="2679192" cy="3463710"/>
          </a:xfrm>
          <a:prstGeom prst="rect">
            <a:avLst/>
          </a:prstGeom>
          <a:solidFill>
            <a:srgbClr val="FFFFFF"/>
          </a:solidFill>
          <a:ln w="12700">
            <a:solidFill>
              <a:srgbClr val="DCE4EE"/>
            </a:solidFill>
            <a:prstDash val="solid"/>
          </a:ln>
          <a:effectLst>
            <a:outerShdw blurRad="88900" dist="38100" dir="5400000" algn="bl" rotWithShape="0">
              <a:srgbClr val="0E2240">
                <a:alpha val="10000"/>
              </a:srgbClr>
            </a:outerShdw>
          </a:effectLst>
        </p:spPr>
        <p:txBody>
          <a:bodyPr/>
          <a:lstStyle/>
          <a:p>
            <a:endParaRPr lang="fr-FR" noProof="0"/>
          </a:p>
        </p:txBody>
      </p:sp>
      <p:sp>
        <p:nvSpPr>
          <p:cNvPr id="6" name="Shape 4">
            <a:extLst>
              <a:ext uri="{FF2B5EF4-FFF2-40B4-BE49-F238E27FC236}">
                <a16:creationId xmlns:a16="http://schemas.microsoft.com/office/drawing/2014/main" id="{D1AAB720-A955-80DC-16C2-70FB3E9A1784}"/>
              </a:ext>
            </a:extLst>
          </p:cNvPr>
          <p:cNvSpPr/>
          <p:nvPr/>
        </p:nvSpPr>
        <p:spPr>
          <a:xfrm>
            <a:off x="457200" y="1371600"/>
            <a:ext cx="2679192" cy="384048"/>
          </a:xfrm>
          <a:prstGeom prst="rect">
            <a:avLst/>
          </a:prstGeom>
          <a:solidFill>
            <a:srgbClr val="0E2240"/>
          </a:solidFill>
          <a:ln/>
        </p:spPr>
        <p:txBody>
          <a:bodyPr/>
          <a:lstStyle/>
          <a:p>
            <a:endParaRPr lang="fr-FR" noProof="0"/>
          </a:p>
        </p:txBody>
      </p:sp>
      <p:sp>
        <p:nvSpPr>
          <p:cNvPr id="8" name="Text 6">
            <a:extLst>
              <a:ext uri="{FF2B5EF4-FFF2-40B4-BE49-F238E27FC236}">
                <a16:creationId xmlns:a16="http://schemas.microsoft.com/office/drawing/2014/main" id="{B99D89EA-80EF-6369-C19E-D03CD8241CA9}"/>
              </a:ext>
            </a:extLst>
          </p:cNvPr>
          <p:cNvSpPr/>
          <p:nvPr/>
        </p:nvSpPr>
        <p:spPr>
          <a:xfrm>
            <a:off x="831272" y="1422585"/>
            <a:ext cx="2305120" cy="272657"/>
          </a:xfrm>
          <a:prstGeom prst="rect">
            <a:avLst/>
          </a:prstGeom>
          <a:noFill/>
          <a:ln/>
        </p:spPr>
        <p:txBody>
          <a:bodyPr wrap="square" rtlCol="0" anchor="t"/>
          <a:lstStyle/>
          <a:p>
            <a:pPr algn="ctr"/>
            <a:r>
              <a:rPr lang="fr-FR" sz="1300" b="1" noProof="0">
                <a:solidFill>
                  <a:schemeClr val="bg1"/>
                </a:solidFill>
                <a:latin typeface="Trebuchet MS" pitchFamily="34" charset="0"/>
                <a:ea typeface="Trebuchet MS" pitchFamily="34" charset="-122"/>
                <a:cs typeface="Trebuchet MS" pitchFamily="34" charset="-120"/>
              </a:rPr>
              <a:t>Valider &amp; Affiner l’agent</a:t>
            </a:r>
            <a:endParaRPr lang="fr-FR" sz="1300" noProof="0">
              <a:solidFill>
                <a:schemeClr val="bg1"/>
              </a:solidFill>
            </a:endParaRPr>
          </a:p>
        </p:txBody>
      </p:sp>
      <p:sp>
        <p:nvSpPr>
          <p:cNvPr id="9" name="Text 7">
            <a:extLst>
              <a:ext uri="{FF2B5EF4-FFF2-40B4-BE49-F238E27FC236}">
                <a16:creationId xmlns:a16="http://schemas.microsoft.com/office/drawing/2014/main" id="{64FCBCCF-4043-A8A6-D65B-32A059C1642E}"/>
              </a:ext>
            </a:extLst>
          </p:cNvPr>
          <p:cNvSpPr/>
          <p:nvPr/>
        </p:nvSpPr>
        <p:spPr>
          <a:xfrm>
            <a:off x="640080" y="1874520"/>
            <a:ext cx="2313432" cy="530352"/>
          </a:xfrm>
          <a:prstGeom prst="rect">
            <a:avLst/>
          </a:prstGeom>
          <a:noFill/>
          <a:ln/>
        </p:spPr>
        <p:txBody>
          <a:bodyPr wrap="square" rtlCol="0" anchor="t"/>
          <a:lstStyle/>
          <a:p>
            <a:pPr>
              <a:lnSpc>
                <a:spcPts val="1250"/>
              </a:lnSpc>
            </a:pPr>
            <a:r>
              <a:rPr lang="fr-FR" sz="1000" u="sng" noProof="0">
                <a:solidFill>
                  <a:srgbClr val="5C6B7F"/>
                </a:solidFill>
                <a:latin typeface="Calibri" pitchFamily="34" charset="0"/>
                <a:ea typeface="Calibri" pitchFamily="34" charset="-122"/>
                <a:cs typeface="Calibri" pitchFamily="34" charset="-120"/>
              </a:rPr>
              <a:t>Dans le menu du Data Agent </a:t>
            </a:r>
            <a:r>
              <a:rPr lang="fr-FR" sz="1000" noProof="0">
                <a:solidFill>
                  <a:srgbClr val="5C6B7F"/>
                </a:solidFill>
                <a:latin typeface="Calibri" pitchFamily="34" charset="0"/>
                <a:ea typeface="Calibri" pitchFamily="34" charset="-122"/>
                <a:cs typeface="Calibri" pitchFamily="34" charset="-120"/>
              </a:rPr>
              <a:t>:</a:t>
            </a:r>
            <a:endParaRPr lang="fr-FR" sz="1000" b="1" noProof="0">
              <a:solidFill>
                <a:srgbClr val="5C6B7F"/>
              </a:solidFill>
              <a:latin typeface="Calibri" pitchFamily="34" charset="0"/>
              <a:ea typeface="Calibri" pitchFamily="34" charset="-122"/>
              <a:cs typeface="Calibri" pitchFamily="34" charset="-120"/>
            </a:endParaRPr>
          </a:p>
          <a:p>
            <a:pPr marL="171450" indent="-171450">
              <a:lnSpc>
                <a:spcPts val="1250"/>
              </a:lnSpc>
              <a:buFont typeface="Arial" panose="020B0604020202020204" pitchFamily="34" charset="0"/>
              <a:buChar char="•"/>
            </a:pPr>
            <a:r>
              <a:rPr lang="fr-FR" sz="1000" b="1" noProof="0">
                <a:solidFill>
                  <a:srgbClr val="5C6B7F"/>
                </a:solidFill>
                <a:latin typeface="Calibri" pitchFamily="34" charset="0"/>
                <a:ea typeface="Calibri" pitchFamily="34" charset="-122"/>
                <a:cs typeface="Calibri" pitchFamily="34" charset="-120"/>
              </a:rPr>
              <a:t>Tester l’agent en mode brouillon </a:t>
            </a:r>
            <a:r>
              <a:rPr lang="fr-FR" sz="1000" noProof="0">
                <a:solidFill>
                  <a:srgbClr val="5C6B7F"/>
                </a:solidFill>
                <a:latin typeface="Calibri" pitchFamily="34" charset="0"/>
                <a:ea typeface="Calibri" pitchFamily="34" charset="-122"/>
                <a:cs typeface="Calibri" pitchFamily="34" charset="-120"/>
              </a:rPr>
              <a:t>avec des questions métier représentatives (simples, complexes, ambiguës).</a:t>
            </a:r>
          </a:p>
          <a:p>
            <a:pPr marL="171450" indent="-171450">
              <a:lnSpc>
                <a:spcPts val="1250"/>
              </a:lnSpc>
              <a:buFont typeface="Arial" panose="020B0604020202020204" pitchFamily="34" charset="0"/>
              <a:buChar char="•"/>
            </a:pPr>
            <a:r>
              <a:rPr lang="fr-FR" sz="1000" b="1">
                <a:solidFill>
                  <a:srgbClr val="5C6B7F"/>
                </a:solidFill>
                <a:latin typeface="Calibri" pitchFamily="34" charset="0"/>
                <a:ea typeface="Calibri" pitchFamily="34" charset="-122"/>
                <a:cs typeface="Calibri" pitchFamily="34" charset="-120"/>
              </a:rPr>
              <a:t>Comparer les réponses </a:t>
            </a:r>
            <a:r>
              <a:rPr lang="fr-FR" sz="1000">
                <a:solidFill>
                  <a:srgbClr val="5C6B7F"/>
                </a:solidFill>
                <a:latin typeface="Calibri" pitchFamily="34" charset="0"/>
                <a:ea typeface="Calibri" pitchFamily="34" charset="-122"/>
                <a:cs typeface="Calibri" pitchFamily="34" charset="-120"/>
              </a:rPr>
              <a:t>entre les versions pour vérifier la cohérence, la stabilité et la qualité des résultats.</a:t>
            </a:r>
          </a:p>
          <a:p>
            <a:pPr marL="171450" indent="-171450">
              <a:lnSpc>
                <a:spcPts val="1250"/>
              </a:lnSpc>
              <a:buFont typeface="Arial" panose="020B0604020202020204" pitchFamily="34" charset="0"/>
              <a:buChar char="•"/>
            </a:pPr>
            <a:r>
              <a:rPr lang="fr-FR" sz="1000" b="1" noProof="0">
                <a:solidFill>
                  <a:srgbClr val="5C6B7F"/>
                </a:solidFill>
                <a:latin typeface="Calibri" pitchFamily="34" charset="0"/>
                <a:ea typeface="Calibri" pitchFamily="34" charset="-122"/>
                <a:cs typeface="Calibri" pitchFamily="34" charset="-120"/>
              </a:rPr>
              <a:t>Identifier les écarts </a:t>
            </a:r>
            <a:r>
              <a:rPr lang="fr-FR" sz="1000" noProof="0">
                <a:solidFill>
                  <a:srgbClr val="5C6B7F"/>
                </a:solidFill>
                <a:latin typeface="Calibri" pitchFamily="34" charset="0"/>
                <a:ea typeface="Calibri" pitchFamily="34" charset="-122"/>
                <a:cs typeface="Calibri" pitchFamily="34" charset="-120"/>
              </a:rPr>
              <a:t>: mauvaise interprétation</a:t>
            </a:r>
            <a:r>
              <a:rPr lang="fr-FR" sz="1000">
                <a:solidFill>
                  <a:srgbClr val="5C6B7F"/>
                </a:solidFill>
                <a:latin typeface="Calibri" pitchFamily="34" charset="0"/>
                <a:ea typeface="Calibri" pitchFamily="34" charset="-122"/>
                <a:cs typeface="Calibri" pitchFamily="34" charset="-120"/>
              </a:rPr>
              <a:t>, mauvaise table, mesure incorrecte, vocabulaire mal compris.</a:t>
            </a:r>
          </a:p>
          <a:p>
            <a:pPr marL="171450" indent="-171450">
              <a:lnSpc>
                <a:spcPts val="1250"/>
              </a:lnSpc>
              <a:buFont typeface="Arial" panose="020B0604020202020204" pitchFamily="34" charset="0"/>
              <a:buChar char="•"/>
            </a:pPr>
            <a:r>
              <a:rPr lang="fr-FR" sz="1000" b="1" noProof="0">
                <a:solidFill>
                  <a:srgbClr val="5C6B7F"/>
                </a:solidFill>
                <a:latin typeface="Calibri" pitchFamily="34" charset="0"/>
                <a:ea typeface="Calibri" pitchFamily="34" charset="-122"/>
                <a:cs typeface="Calibri" pitchFamily="34" charset="-120"/>
              </a:rPr>
              <a:t>Ajuster les instructions </a:t>
            </a:r>
            <a:r>
              <a:rPr lang="fr-FR" sz="1000" noProof="0">
                <a:solidFill>
                  <a:srgbClr val="5C6B7F"/>
                </a:solidFill>
                <a:latin typeface="Calibri" pitchFamily="34" charset="0"/>
                <a:ea typeface="Calibri" pitchFamily="34" charset="-122"/>
                <a:cs typeface="Calibri" pitchFamily="34" charset="-120"/>
              </a:rPr>
              <a:t>jusqu’à obtenir des réponses fiables et répétables.</a:t>
            </a:r>
          </a:p>
          <a:p>
            <a:pPr marL="171450" indent="-171450">
              <a:lnSpc>
                <a:spcPts val="1250"/>
              </a:lnSpc>
              <a:buFont typeface="Arial" panose="020B0604020202020204" pitchFamily="34" charset="0"/>
              <a:buChar char="•"/>
            </a:pPr>
            <a:r>
              <a:rPr lang="fr-FR" sz="1000" noProof="0">
                <a:solidFill>
                  <a:srgbClr val="5C6B7F"/>
                </a:solidFill>
                <a:latin typeface="Calibri" pitchFamily="34" charset="0"/>
                <a:ea typeface="Calibri" pitchFamily="34" charset="-122"/>
                <a:cs typeface="Calibri" pitchFamily="34" charset="-120"/>
              </a:rPr>
              <a:t>Une fois validé, </a:t>
            </a:r>
            <a:r>
              <a:rPr lang="fr-FR" sz="1000" b="1" noProof="0">
                <a:solidFill>
                  <a:srgbClr val="5C6B7F"/>
                </a:solidFill>
                <a:latin typeface="Calibri" pitchFamily="34" charset="0"/>
                <a:ea typeface="Calibri" pitchFamily="34" charset="-122"/>
                <a:cs typeface="Calibri" pitchFamily="34" charset="-120"/>
              </a:rPr>
              <a:t>publier l’agent </a:t>
            </a:r>
            <a:r>
              <a:rPr lang="fr-FR" sz="1000" noProof="0">
                <a:solidFill>
                  <a:srgbClr val="5C6B7F"/>
                </a:solidFill>
                <a:latin typeface="Calibri" pitchFamily="34" charset="0"/>
                <a:ea typeface="Calibri" pitchFamily="34" charset="-122"/>
                <a:cs typeface="Calibri" pitchFamily="34" charset="-120"/>
              </a:rPr>
              <a:t>pour le rendre disponible aux utilisateurs.</a:t>
            </a:r>
            <a:endParaRPr lang="fr-FR" sz="1000" noProof="0"/>
          </a:p>
        </p:txBody>
      </p:sp>
      <p:pic>
        <p:nvPicPr>
          <p:cNvPr id="38" name="Image 37">
            <a:extLst>
              <a:ext uri="{FF2B5EF4-FFF2-40B4-BE49-F238E27FC236}">
                <a16:creationId xmlns:a16="http://schemas.microsoft.com/office/drawing/2014/main" id="{312DB809-2855-00CE-6B15-9F06B8751FF8}"/>
              </a:ext>
            </a:extLst>
          </p:cNvPr>
          <p:cNvPicPr>
            <a:picLocks noChangeAspect="1"/>
          </p:cNvPicPr>
          <p:nvPr/>
        </p:nvPicPr>
        <p:blipFill>
          <a:blip r:embed="rId3"/>
          <a:stretch>
            <a:fillRect/>
          </a:stretch>
        </p:blipFill>
        <p:spPr>
          <a:xfrm>
            <a:off x="63322" y="4764044"/>
            <a:ext cx="315050" cy="324277"/>
          </a:xfrm>
          <a:prstGeom prst="rect">
            <a:avLst/>
          </a:prstGeom>
        </p:spPr>
      </p:pic>
      <p:sp>
        <p:nvSpPr>
          <p:cNvPr id="22" name="Shape 10">
            <a:extLst>
              <a:ext uri="{FF2B5EF4-FFF2-40B4-BE49-F238E27FC236}">
                <a16:creationId xmlns:a16="http://schemas.microsoft.com/office/drawing/2014/main" id="{3D074F78-F473-E59B-C9EF-34E533578F83}"/>
              </a:ext>
            </a:extLst>
          </p:cNvPr>
          <p:cNvSpPr/>
          <p:nvPr/>
        </p:nvSpPr>
        <p:spPr>
          <a:xfrm>
            <a:off x="457200" y="1371652"/>
            <a:ext cx="374073" cy="384048"/>
          </a:xfrm>
          <a:prstGeom prst="rect">
            <a:avLst/>
          </a:prstGeom>
          <a:solidFill>
            <a:srgbClr val="1C4E80"/>
          </a:solidFill>
          <a:ln/>
        </p:spPr>
        <p:txBody>
          <a:bodyPr/>
          <a:lstStyle/>
          <a:p>
            <a:pPr algn="ctr"/>
            <a:r>
              <a:rPr lang="fr-FR" b="1" noProof="0">
                <a:solidFill>
                  <a:schemeClr val="bg1"/>
                </a:solidFill>
              </a:rPr>
              <a:t>5</a:t>
            </a:r>
          </a:p>
        </p:txBody>
      </p:sp>
      <p:pic>
        <p:nvPicPr>
          <p:cNvPr id="12" name="Image 11">
            <a:extLst>
              <a:ext uri="{FF2B5EF4-FFF2-40B4-BE49-F238E27FC236}">
                <a16:creationId xmlns:a16="http://schemas.microsoft.com/office/drawing/2014/main" id="{A8E9D2D5-67EF-F615-B308-F75E464D03D9}"/>
              </a:ext>
            </a:extLst>
          </p:cNvPr>
          <p:cNvPicPr>
            <a:picLocks noChangeAspect="1"/>
          </p:cNvPicPr>
          <p:nvPr/>
        </p:nvPicPr>
        <p:blipFill>
          <a:blip r:embed="rId4"/>
          <a:stretch>
            <a:fillRect/>
          </a:stretch>
        </p:blipFill>
        <p:spPr>
          <a:xfrm>
            <a:off x="3701674" y="1360684"/>
            <a:ext cx="4727823" cy="3387852"/>
          </a:xfrm>
          <a:prstGeom prst="rect">
            <a:avLst/>
          </a:prstGeom>
          <a:ln w="3175">
            <a:solidFill>
              <a:srgbClr val="16273D"/>
            </a:solidFill>
          </a:ln>
        </p:spPr>
      </p:pic>
      <p:sp>
        <p:nvSpPr>
          <p:cNvPr id="14" name="Rectangle : coins arrondis 13">
            <a:extLst>
              <a:ext uri="{FF2B5EF4-FFF2-40B4-BE49-F238E27FC236}">
                <a16:creationId xmlns:a16="http://schemas.microsoft.com/office/drawing/2014/main" id="{A5F9BBE8-8090-F3BB-C9CE-3AFD6B981B8B}"/>
              </a:ext>
            </a:extLst>
          </p:cNvPr>
          <p:cNvSpPr/>
          <p:nvPr/>
        </p:nvSpPr>
        <p:spPr>
          <a:xfrm>
            <a:off x="5572124" y="1436967"/>
            <a:ext cx="276225" cy="115608"/>
          </a:xfrm>
          <a:prstGeom prst="round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Rectangle 15">
            <a:extLst>
              <a:ext uri="{FF2B5EF4-FFF2-40B4-BE49-F238E27FC236}">
                <a16:creationId xmlns:a16="http://schemas.microsoft.com/office/drawing/2014/main" id="{6A7DA02B-B118-CAC9-7815-86F2CD128AD4}"/>
              </a:ext>
            </a:extLst>
          </p:cNvPr>
          <p:cNvSpPr/>
          <p:nvPr/>
        </p:nvSpPr>
        <p:spPr>
          <a:xfrm>
            <a:off x="6565553" y="1563624"/>
            <a:ext cx="1863944" cy="3184912"/>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Rectangle : coins arrondis 17">
            <a:extLst>
              <a:ext uri="{FF2B5EF4-FFF2-40B4-BE49-F238E27FC236}">
                <a16:creationId xmlns:a16="http://schemas.microsoft.com/office/drawing/2014/main" id="{7BBD6F2C-0B9E-0B46-EEAD-6CEE0D8CDC6E}"/>
              </a:ext>
            </a:extLst>
          </p:cNvPr>
          <p:cNvSpPr/>
          <p:nvPr/>
        </p:nvSpPr>
        <p:spPr>
          <a:xfrm>
            <a:off x="7927974" y="1360684"/>
            <a:ext cx="276225" cy="76283"/>
          </a:xfrm>
          <a:prstGeom prst="round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Slide Number Placeholder 6">
            <a:extLst>
              <a:ext uri="{FF2B5EF4-FFF2-40B4-BE49-F238E27FC236}">
                <a16:creationId xmlns:a16="http://schemas.microsoft.com/office/drawing/2014/main" id="{34D108BE-2A00-58E6-768E-D167FCD8DC43}"/>
              </a:ext>
            </a:extLst>
          </p:cNvPr>
          <p:cNvSpPr>
            <a:spLocks noGrp="1"/>
          </p:cNvSpPr>
          <p:nvPr>
            <p:ph type="sldNum" sz="quarter" idx="12"/>
          </p:nvPr>
        </p:nvSpPr>
        <p:spPr/>
        <p:txBody>
          <a:bodyPr/>
          <a:lstStyle/>
          <a:p>
            <a:r>
              <a:rPr lang="fr-FR" b="1">
                <a:solidFill>
                  <a:srgbClr val="F26522"/>
                </a:solidFill>
                <a:latin typeface="Calibri" pitchFamily="34" charset="0"/>
                <a:ea typeface="Calibri" pitchFamily="34" charset="-122"/>
                <a:cs typeface="Calibri" pitchFamily="34" charset="-120"/>
              </a:rPr>
              <a:t>Expertime</a:t>
            </a:r>
            <a:r>
              <a:rPr lang="fr-FR">
                <a:solidFill>
                  <a:srgbClr val="5C6B7F"/>
                </a:solidFill>
                <a:latin typeface="Calibri" pitchFamily="34" charset="0"/>
                <a:ea typeface="Calibri" pitchFamily="34" charset="-122"/>
                <a:cs typeface="Calibri" pitchFamily="34" charset="-120"/>
              </a:rPr>
              <a:t>   | </a:t>
            </a:r>
            <a:fld id="{58E94494-CE21-4E82-948B-6B5BB0295547}" type="slidenum">
              <a:rPr lang="fr-FR" smtClean="0"/>
              <a:pPr/>
              <a:t>33</a:t>
            </a:fld>
            <a:endParaRPr lang="fr-FR" sz="850"/>
          </a:p>
        </p:txBody>
      </p:sp>
    </p:spTree>
    <p:extLst>
      <p:ext uri="{BB962C8B-B14F-4D97-AF65-F5344CB8AC3E}">
        <p14:creationId xmlns:p14="http://schemas.microsoft.com/office/powerpoint/2010/main" val="33796472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67011-12D1-ECF7-7D6B-B38CBE2D83C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C49F46E-AF96-F05C-5713-26A3E7EB3377}"/>
              </a:ext>
            </a:extLst>
          </p:cNvPr>
          <p:cNvSpPr/>
          <p:nvPr/>
        </p:nvSpPr>
        <p:spPr>
          <a:xfrm>
            <a:off x="457200" y="384048"/>
            <a:ext cx="146304" cy="146304"/>
          </a:xfrm>
          <a:prstGeom prst="rect">
            <a:avLst/>
          </a:prstGeom>
          <a:solidFill>
            <a:srgbClr val="F26522"/>
          </a:solidFill>
          <a:ln/>
        </p:spPr>
        <p:txBody>
          <a:bodyPr/>
          <a:lstStyle/>
          <a:p>
            <a:endParaRPr lang="fr-FR" noProof="0"/>
          </a:p>
        </p:txBody>
      </p:sp>
      <p:sp>
        <p:nvSpPr>
          <p:cNvPr id="3" name="Text 1">
            <a:extLst>
              <a:ext uri="{FF2B5EF4-FFF2-40B4-BE49-F238E27FC236}">
                <a16:creationId xmlns:a16="http://schemas.microsoft.com/office/drawing/2014/main" id="{D3D5BAA6-57D8-CF76-F7D8-83218AF125E7}"/>
              </a:ext>
            </a:extLst>
          </p:cNvPr>
          <p:cNvSpPr/>
          <p:nvPr/>
        </p:nvSpPr>
        <p:spPr>
          <a:xfrm>
            <a:off x="713232" y="347472"/>
            <a:ext cx="7955280" cy="237744"/>
          </a:xfrm>
          <a:prstGeom prst="rect">
            <a:avLst/>
          </a:prstGeom>
          <a:noFill/>
          <a:ln/>
        </p:spPr>
        <p:txBody>
          <a:bodyPr wrap="square" rtlCol="0" anchor="ctr"/>
          <a:lstStyle/>
          <a:p>
            <a:pPr marL="0" indent="0">
              <a:buNone/>
            </a:pPr>
            <a:r>
              <a:rPr lang="fr-FR" sz="1100" b="1" kern="0" spc="200" noProof="0">
                <a:solidFill>
                  <a:srgbClr val="F26522"/>
                </a:solidFill>
                <a:latin typeface="Calibri" pitchFamily="34" charset="0"/>
                <a:ea typeface="Calibri" pitchFamily="34" charset="-122"/>
                <a:cs typeface="Calibri" pitchFamily="34" charset="-120"/>
              </a:rPr>
              <a:t>DÉMO FABRIKAM</a:t>
            </a:r>
            <a:endParaRPr lang="fr-FR" sz="1100" noProof="0"/>
          </a:p>
        </p:txBody>
      </p:sp>
      <p:sp>
        <p:nvSpPr>
          <p:cNvPr id="4" name="Text 2">
            <a:extLst>
              <a:ext uri="{FF2B5EF4-FFF2-40B4-BE49-F238E27FC236}">
                <a16:creationId xmlns:a16="http://schemas.microsoft.com/office/drawing/2014/main" id="{0A191290-0394-FCBC-B8CF-28770C4E04CA}"/>
              </a:ext>
            </a:extLst>
          </p:cNvPr>
          <p:cNvSpPr/>
          <p:nvPr/>
        </p:nvSpPr>
        <p:spPr>
          <a:xfrm>
            <a:off x="438912" y="566928"/>
            <a:ext cx="8266176" cy="566928"/>
          </a:xfrm>
          <a:prstGeom prst="rect">
            <a:avLst/>
          </a:prstGeom>
          <a:noFill/>
          <a:ln/>
        </p:spPr>
        <p:txBody>
          <a:bodyPr wrap="square" rtlCol="0" anchor="ctr"/>
          <a:lstStyle/>
          <a:p>
            <a:pPr marL="0" indent="0">
              <a:buNone/>
            </a:pPr>
            <a:r>
              <a:rPr lang="fr-FR" sz="2600" b="1" noProof="0">
                <a:solidFill>
                  <a:srgbClr val="16273D"/>
                </a:solidFill>
                <a:latin typeface="Trebuchet MS" pitchFamily="34" charset="0"/>
                <a:ea typeface="Trebuchet MS" pitchFamily="34" charset="-122"/>
                <a:cs typeface="Trebuchet MS" pitchFamily="34" charset="-120"/>
              </a:rPr>
              <a:t>Construire l'agent, étape par étape</a:t>
            </a:r>
            <a:endParaRPr lang="fr-FR" sz="2600" noProof="0"/>
          </a:p>
        </p:txBody>
      </p:sp>
      <p:sp>
        <p:nvSpPr>
          <p:cNvPr id="5" name="Shape 3">
            <a:extLst>
              <a:ext uri="{FF2B5EF4-FFF2-40B4-BE49-F238E27FC236}">
                <a16:creationId xmlns:a16="http://schemas.microsoft.com/office/drawing/2014/main" id="{F2B885D9-FA43-BABA-5639-2EC71BF8ABBB}"/>
              </a:ext>
            </a:extLst>
          </p:cNvPr>
          <p:cNvSpPr/>
          <p:nvPr/>
        </p:nvSpPr>
        <p:spPr>
          <a:xfrm>
            <a:off x="457200" y="1371600"/>
            <a:ext cx="2679192" cy="2290787"/>
          </a:xfrm>
          <a:prstGeom prst="rect">
            <a:avLst/>
          </a:prstGeom>
          <a:solidFill>
            <a:srgbClr val="FFFFFF"/>
          </a:solidFill>
          <a:ln w="12700">
            <a:solidFill>
              <a:srgbClr val="DCE4EE"/>
            </a:solidFill>
            <a:prstDash val="solid"/>
          </a:ln>
          <a:effectLst>
            <a:outerShdw blurRad="88900" dist="38100" dir="5400000" algn="bl" rotWithShape="0">
              <a:srgbClr val="0E2240">
                <a:alpha val="10000"/>
              </a:srgbClr>
            </a:outerShdw>
          </a:effectLst>
        </p:spPr>
        <p:txBody>
          <a:bodyPr/>
          <a:lstStyle/>
          <a:p>
            <a:endParaRPr lang="fr-FR" noProof="0"/>
          </a:p>
        </p:txBody>
      </p:sp>
      <p:sp>
        <p:nvSpPr>
          <p:cNvPr id="6" name="Shape 4">
            <a:extLst>
              <a:ext uri="{FF2B5EF4-FFF2-40B4-BE49-F238E27FC236}">
                <a16:creationId xmlns:a16="http://schemas.microsoft.com/office/drawing/2014/main" id="{A2B635C7-3EF8-24BF-B7E8-5F45E7186E5E}"/>
              </a:ext>
            </a:extLst>
          </p:cNvPr>
          <p:cNvSpPr/>
          <p:nvPr/>
        </p:nvSpPr>
        <p:spPr>
          <a:xfrm>
            <a:off x="457200" y="1371600"/>
            <a:ext cx="2679192" cy="384048"/>
          </a:xfrm>
          <a:prstGeom prst="rect">
            <a:avLst/>
          </a:prstGeom>
          <a:solidFill>
            <a:srgbClr val="1C4E80"/>
          </a:solidFill>
          <a:ln/>
        </p:spPr>
        <p:txBody>
          <a:bodyPr/>
          <a:lstStyle/>
          <a:p>
            <a:endParaRPr lang="fr-FR" noProof="0"/>
          </a:p>
        </p:txBody>
      </p:sp>
      <p:sp>
        <p:nvSpPr>
          <p:cNvPr id="8" name="Text 6">
            <a:extLst>
              <a:ext uri="{FF2B5EF4-FFF2-40B4-BE49-F238E27FC236}">
                <a16:creationId xmlns:a16="http://schemas.microsoft.com/office/drawing/2014/main" id="{C1C7FEF2-951A-BE1D-FECE-3D706703B970}"/>
              </a:ext>
            </a:extLst>
          </p:cNvPr>
          <p:cNvSpPr/>
          <p:nvPr/>
        </p:nvSpPr>
        <p:spPr>
          <a:xfrm>
            <a:off x="831272" y="1422585"/>
            <a:ext cx="2305120" cy="272657"/>
          </a:xfrm>
          <a:prstGeom prst="rect">
            <a:avLst/>
          </a:prstGeom>
          <a:noFill/>
          <a:ln/>
        </p:spPr>
        <p:txBody>
          <a:bodyPr wrap="square" rtlCol="0" anchor="t"/>
          <a:lstStyle/>
          <a:p>
            <a:pPr algn="ctr"/>
            <a:r>
              <a:rPr lang="fr-FR" sz="1300" b="1" noProof="0">
                <a:solidFill>
                  <a:schemeClr val="bg1"/>
                </a:solidFill>
                <a:latin typeface="Trebuchet MS" pitchFamily="34" charset="0"/>
                <a:ea typeface="Trebuchet MS" pitchFamily="34" charset="-122"/>
                <a:cs typeface="Trebuchet MS" pitchFamily="34" charset="-120"/>
              </a:rPr>
              <a:t>Publier &amp; partager</a:t>
            </a:r>
            <a:endParaRPr lang="fr-FR" sz="1300" noProof="0">
              <a:solidFill>
                <a:schemeClr val="bg1"/>
              </a:solidFill>
            </a:endParaRPr>
          </a:p>
        </p:txBody>
      </p:sp>
      <p:pic>
        <p:nvPicPr>
          <p:cNvPr id="38" name="Image 37">
            <a:extLst>
              <a:ext uri="{FF2B5EF4-FFF2-40B4-BE49-F238E27FC236}">
                <a16:creationId xmlns:a16="http://schemas.microsoft.com/office/drawing/2014/main" id="{2D7FD535-37B7-3D62-BD46-A2A8E746D525}"/>
              </a:ext>
            </a:extLst>
          </p:cNvPr>
          <p:cNvPicPr>
            <a:picLocks noChangeAspect="1"/>
          </p:cNvPicPr>
          <p:nvPr/>
        </p:nvPicPr>
        <p:blipFill>
          <a:blip r:embed="rId3"/>
          <a:stretch>
            <a:fillRect/>
          </a:stretch>
        </p:blipFill>
        <p:spPr>
          <a:xfrm>
            <a:off x="63322" y="4764044"/>
            <a:ext cx="315050" cy="324277"/>
          </a:xfrm>
          <a:prstGeom prst="rect">
            <a:avLst/>
          </a:prstGeom>
        </p:spPr>
      </p:pic>
      <p:sp>
        <p:nvSpPr>
          <p:cNvPr id="12" name="Shape 10">
            <a:extLst>
              <a:ext uri="{FF2B5EF4-FFF2-40B4-BE49-F238E27FC236}">
                <a16:creationId xmlns:a16="http://schemas.microsoft.com/office/drawing/2014/main" id="{9801B42E-E593-376B-7C3D-82AF532044EB}"/>
              </a:ext>
            </a:extLst>
          </p:cNvPr>
          <p:cNvSpPr/>
          <p:nvPr/>
        </p:nvSpPr>
        <p:spPr>
          <a:xfrm>
            <a:off x="457200" y="1371652"/>
            <a:ext cx="374073" cy="384048"/>
          </a:xfrm>
          <a:prstGeom prst="rect">
            <a:avLst/>
          </a:prstGeom>
          <a:solidFill>
            <a:srgbClr val="0E2240"/>
          </a:solidFill>
          <a:ln/>
        </p:spPr>
        <p:txBody>
          <a:bodyPr/>
          <a:lstStyle/>
          <a:p>
            <a:pPr algn="ctr"/>
            <a:r>
              <a:rPr lang="fr-FR" b="1" noProof="0">
                <a:solidFill>
                  <a:schemeClr val="bg1"/>
                </a:solidFill>
              </a:rPr>
              <a:t>6</a:t>
            </a:r>
          </a:p>
        </p:txBody>
      </p:sp>
      <p:sp>
        <p:nvSpPr>
          <p:cNvPr id="22" name="Text 12">
            <a:extLst>
              <a:ext uri="{FF2B5EF4-FFF2-40B4-BE49-F238E27FC236}">
                <a16:creationId xmlns:a16="http://schemas.microsoft.com/office/drawing/2014/main" id="{4574C735-6259-C430-10BC-8FBD65ADC028}"/>
              </a:ext>
            </a:extLst>
          </p:cNvPr>
          <p:cNvSpPr/>
          <p:nvPr/>
        </p:nvSpPr>
        <p:spPr>
          <a:xfrm>
            <a:off x="603504" y="1852737"/>
            <a:ext cx="2313432" cy="1809650"/>
          </a:xfrm>
          <a:prstGeom prst="rect">
            <a:avLst/>
          </a:prstGeom>
          <a:noFill/>
          <a:ln/>
        </p:spPr>
        <p:txBody>
          <a:bodyPr wrap="square" rtlCol="0" anchor="t"/>
          <a:lstStyle/>
          <a:p>
            <a:pPr>
              <a:lnSpc>
                <a:spcPts val="1250"/>
              </a:lnSpc>
            </a:pPr>
            <a:r>
              <a:rPr lang="fr-FR" sz="1000" u="sng" noProof="0">
                <a:solidFill>
                  <a:srgbClr val="5C6B7F"/>
                </a:solidFill>
                <a:latin typeface="Calibri" pitchFamily="34" charset="0"/>
                <a:ea typeface="Calibri" pitchFamily="34" charset="-122"/>
                <a:cs typeface="Calibri" pitchFamily="34" charset="-120"/>
              </a:rPr>
              <a:t>Dans le menu du Data Agent </a:t>
            </a:r>
            <a:r>
              <a:rPr lang="fr-FR" sz="1000" noProof="0">
                <a:solidFill>
                  <a:srgbClr val="5C6B7F"/>
                </a:solidFill>
                <a:latin typeface="Calibri" pitchFamily="34" charset="0"/>
                <a:ea typeface="Calibri" pitchFamily="34" charset="-122"/>
                <a:cs typeface="Calibri" pitchFamily="34" charset="-120"/>
              </a:rPr>
              <a:t>:</a:t>
            </a:r>
          </a:p>
          <a:p>
            <a:pPr marL="171450" indent="-171450">
              <a:lnSpc>
                <a:spcPts val="1250"/>
              </a:lnSpc>
              <a:buFont typeface="Arial" panose="020B0604020202020204" pitchFamily="34" charset="0"/>
              <a:buChar char="•"/>
            </a:pPr>
            <a:r>
              <a:rPr lang="fr-FR" sz="1000" b="1" noProof="0">
                <a:solidFill>
                  <a:srgbClr val="5C6B7F"/>
                </a:solidFill>
                <a:latin typeface="Calibri" pitchFamily="34" charset="0"/>
                <a:ea typeface="Calibri" pitchFamily="34" charset="-122"/>
                <a:cs typeface="Calibri" pitchFamily="34" charset="-120"/>
              </a:rPr>
              <a:t>Publier l’agent </a:t>
            </a:r>
            <a:r>
              <a:rPr lang="fr-FR" sz="1000" noProof="0">
                <a:solidFill>
                  <a:srgbClr val="5C6B7F"/>
                </a:solidFill>
                <a:latin typeface="Calibri" pitchFamily="34" charset="0"/>
                <a:ea typeface="Calibri" pitchFamily="34" charset="-122"/>
                <a:cs typeface="Calibri" pitchFamily="34" charset="-120"/>
              </a:rPr>
              <a:t>avec une description claire et complète.</a:t>
            </a:r>
          </a:p>
          <a:p>
            <a:pPr marL="171450" indent="-171450">
              <a:lnSpc>
                <a:spcPts val="1250"/>
              </a:lnSpc>
              <a:buFont typeface="Arial" panose="020B0604020202020204" pitchFamily="34" charset="0"/>
              <a:buChar char="•"/>
            </a:pPr>
            <a:r>
              <a:rPr lang="fr-FR" sz="1000">
                <a:solidFill>
                  <a:srgbClr val="5C6B7F"/>
                </a:solidFill>
                <a:latin typeface="Calibri" pitchFamily="34" charset="0"/>
                <a:ea typeface="Calibri" pitchFamily="34" charset="-122"/>
                <a:cs typeface="Calibri" pitchFamily="34" charset="-120"/>
              </a:rPr>
              <a:t>Le rendre disponible dans l’</a:t>
            </a:r>
            <a:r>
              <a:rPr lang="fr-FR" sz="1000" b="1">
                <a:solidFill>
                  <a:srgbClr val="5C6B7F"/>
                </a:solidFill>
                <a:latin typeface="Calibri" pitchFamily="34" charset="0"/>
                <a:ea typeface="Calibri" pitchFamily="34" charset="-122"/>
                <a:cs typeface="Calibri" pitchFamily="34" charset="-120"/>
              </a:rPr>
              <a:t>espace de travail</a:t>
            </a:r>
            <a:r>
              <a:rPr lang="fr-FR" sz="1000">
                <a:solidFill>
                  <a:srgbClr val="5C6B7F"/>
                </a:solidFill>
                <a:latin typeface="Calibri" pitchFamily="34" charset="0"/>
                <a:ea typeface="Calibri" pitchFamily="34" charset="-122"/>
                <a:cs typeface="Calibri" pitchFamily="34" charset="-120"/>
              </a:rPr>
              <a:t> choisi.</a:t>
            </a:r>
          </a:p>
          <a:p>
            <a:pPr marL="171450" indent="-171450">
              <a:lnSpc>
                <a:spcPts val="1250"/>
              </a:lnSpc>
              <a:buFont typeface="Arial" panose="020B0604020202020204" pitchFamily="34" charset="0"/>
              <a:buChar char="•"/>
            </a:pPr>
            <a:r>
              <a:rPr lang="fr-FR" sz="1000">
                <a:solidFill>
                  <a:srgbClr val="5C6B7F"/>
                </a:solidFill>
                <a:latin typeface="Calibri" pitchFamily="34" charset="0"/>
                <a:ea typeface="Calibri" pitchFamily="34" charset="-122"/>
                <a:cs typeface="Calibri" pitchFamily="34" charset="-120"/>
              </a:rPr>
              <a:t>Activer la publication dans l’</a:t>
            </a:r>
            <a:r>
              <a:rPr lang="fr-FR" sz="1000" b="1">
                <a:solidFill>
                  <a:srgbClr val="5C6B7F"/>
                </a:solidFill>
                <a:latin typeface="Calibri" pitchFamily="34" charset="0"/>
                <a:ea typeface="Calibri" pitchFamily="34" charset="-122"/>
                <a:cs typeface="Calibri" pitchFamily="34" charset="-120"/>
              </a:rPr>
              <a:t>Agent Store Microsoft 365 </a:t>
            </a:r>
            <a:r>
              <a:rPr lang="fr-FR" sz="1000">
                <a:solidFill>
                  <a:srgbClr val="5C6B7F"/>
                </a:solidFill>
                <a:latin typeface="Calibri" pitchFamily="34" charset="0"/>
                <a:ea typeface="Calibri" pitchFamily="34" charset="-122"/>
                <a:cs typeface="Calibri" pitchFamily="34" charset="-120"/>
              </a:rPr>
              <a:t>pour l’utiliser depuis Copilot M365.</a:t>
            </a:r>
          </a:p>
          <a:p>
            <a:pPr marL="171450" indent="-171450">
              <a:lnSpc>
                <a:spcPts val="1250"/>
              </a:lnSpc>
              <a:buFont typeface="Arial" panose="020B0604020202020204" pitchFamily="34" charset="0"/>
              <a:buChar char="•"/>
            </a:pPr>
            <a:r>
              <a:rPr lang="fr-FR" sz="1000" b="1">
                <a:solidFill>
                  <a:srgbClr val="5C6B7F"/>
                </a:solidFill>
                <a:latin typeface="Calibri" pitchFamily="34" charset="0"/>
                <a:ea typeface="Calibri" pitchFamily="34" charset="-122"/>
                <a:cs typeface="Calibri" pitchFamily="34" charset="-120"/>
              </a:rPr>
              <a:t>Partager</a:t>
            </a:r>
            <a:r>
              <a:rPr lang="fr-FR" sz="1000">
                <a:solidFill>
                  <a:srgbClr val="5C6B7F"/>
                </a:solidFill>
                <a:latin typeface="Calibri" pitchFamily="34" charset="0"/>
                <a:ea typeface="Calibri" pitchFamily="34" charset="-122"/>
                <a:cs typeface="Calibri" pitchFamily="34" charset="-120"/>
              </a:rPr>
              <a:t> l’agent avec les utilisateurs ou groupes concernés.</a:t>
            </a:r>
          </a:p>
          <a:p>
            <a:pPr marL="171450" indent="-171450">
              <a:lnSpc>
                <a:spcPts val="1250"/>
              </a:lnSpc>
              <a:buFont typeface="Arial" panose="020B0604020202020204" pitchFamily="34" charset="0"/>
              <a:buChar char="•"/>
            </a:pPr>
            <a:endParaRPr lang="fr-FR" sz="1000" noProof="0">
              <a:solidFill>
                <a:srgbClr val="5C6B7F"/>
              </a:solidFill>
              <a:latin typeface="Calibri" pitchFamily="34" charset="0"/>
              <a:ea typeface="Calibri" pitchFamily="34" charset="-122"/>
              <a:cs typeface="Calibri" pitchFamily="34" charset="-120"/>
            </a:endParaRPr>
          </a:p>
        </p:txBody>
      </p:sp>
      <p:pic>
        <p:nvPicPr>
          <p:cNvPr id="15" name="Image 14">
            <a:extLst>
              <a:ext uri="{FF2B5EF4-FFF2-40B4-BE49-F238E27FC236}">
                <a16:creationId xmlns:a16="http://schemas.microsoft.com/office/drawing/2014/main" id="{352FA5DA-BBB9-1234-326D-800532540423}"/>
              </a:ext>
            </a:extLst>
          </p:cNvPr>
          <p:cNvPicPr>
            <a:picLocks noChangeAspect="1"/>
          </p:cNvPicPr>
          <p:nvPr/>
        </p:nvPicPr>
        <p:blipFill>
          <a:blip r:embed="rId4"/>
          <a:stretch>
            <a:fillRect/>
          </a:stretch>
        </p:blipFill>
        <p:spPr>
          <a:xfrm>
            <a:off x="3701674" y="1360685"/>
            <a:ext cx="2969560" cy="2204502"/>
          </a:xfrm>
          <a:prstGeom prst="rect">
            <a:avLst/>
          </a:prstGeom>
          <a:ln w="3175">
            <a:solidFill>
              <a:srgbClr val="16273D"/>
            </a:solidFill>
          </a:ln>
        </p:spPr>
      </p:pic>
      <p:sp>
        <p:nvSpPr>
          <p:cNvPr id="17" name="Rectangle : coins arrondis 16">
            <a:extLst>
              <a:ext uri="{FF2B5EF4-FFF2-40B4-BE49-F238E27FC236}">
                <a16:creationId xmlns:a16="http://schemas.microsoft.com/office/drawing/2014/main" id="{A272433D-F969-DAEC-2349-89A463013E07}"/>
              </a:ext>
            </a:extLst>
          </p:cNvPr>
          <p:cNvSpPr/>
          <p:nvPr/>
        </p:nvSpPr>
        <p:spPr>
          <a:xfrm>
            <a:off x="6040878" y="2976665"/>
            <a:ext cx="583658" cy="204280"/>
          </a:xfrm>
          <a:prstGeom prst="round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Rectangle 18">
            <a:extLst>
              <a:ext uri="{FF2B5EF4-FFF2-40B4-BE49-F238E27FC236}">
                <a16:creationId xmlns:a16="http://schemas.microsoft.com/office/drawing/2014/main" id="{5FB5F2C4-1D47-CF99-0A20-2183601D9806}"/>
              </a:ext>
            </a:extLst>
          </p:cNvPr>
          <p:cNvSpPr/>
          <p:nvPr/>
        </p:nvSpPr>
        <p:spPr>
          <a:xfrm>
            <a:off x="3848489" y="2434940"/>
            <a:ext cx="2562039" cy="350322"/>
          </a:xfrm>
          <a:prstGeom prst="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1" name="Image 20">
            <a:extLst>
              <a:ext uri="{FF2B5EF4-FFF2-40B4-BE49-F238E27FC236}">
                <a16:creationId xmlns:a16="http://schemas.microsoft.com/office/drawing/2014/main" id="{E2CCF581-2CB2-C73D-3C71-091F07F25AA3}"/>
              </a:ext>
            </a:extLst>
          </p:cNvPr>
          <p:cNvPicPr>
            <a:picLocks noChangeAspect="1"/>
          </p:cNvPicPr>
          <p:nvPr/>
        </p:nvPicPr>
        <p:blipFill>
          <a:blip r:embed="rId5"/>
          <a:stretch>
            <a:fillRect/>
          </a:stretch>
        </p:blipFill>
        <p:spPr>
          <a:xfrm>
            <a:off x="3701674" y="3649378"/>
            <a:ext cx="2969560" cy="1170588"/>
          </a:xfrm>
          <a:prstGeom prst="rect">
            <a:avLst/>
          </a:prstGeom>
          <a:ln w="3175">
            <a:solidFill>
              <a:srgbClr val="16273D"/>
            </a:solidFill>
          </a:ln>
        </p:spPr>
      </p:pic>
      <p:sp>
        <p:nvSpPr>
          <p:cNvPr id="29" name="Rectangle 28">
            <a:extLst>
              <a:ext uri="{FF2B5EF4-FFF2-40B4-BE49-F238E27FC236}">
                <a16:creationId xmlns:a16="http://schemas.microsoft.com/office/drawing/2014/main" id="{057F8A83-6E9F-2C27-34F9-F9BC1E4632DB}"/>
              </a:ext>
            </a:extLst>
          </p:cNvPr>
          <p:cNvSpPr/>
          <p:nvPr/>
        </p:nvSpPr>
        <p:spPr>
          <a:xfrm>
            <a:off x="5384261" y="4111302"/>
            <a:ext cx="1134346" cy="67603"/>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1" name="Rectangle 30">
            <a:extLst>
              <a:ext uri="{FF2B5EF4-FFF2-40B4-BE49-F238E27FC236}">
                <a16:creationId xmlns:a16="http://schemas.microsoft.com/office/drawing/2014/main" id="{62062D6F-72E2-08C1-DF94-1B02AE99C8E3}"/>
              </a:ext>
            </a:extLst>
          </p:cNvPr>
          <p:cNvSpPr/>
          <p:nvPr/>
        </p:nvSpPr>
        <p:spPr>
          <a:xfrm>
            <a:off x="4418161" y="4111302"/>
            <a:ext cx="966100" cy="69031"/>
          </a:xfrm>
          <a:prstGeom prst="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Slide Number Placeholder 6">
            <a:extLst>
              <a:ext uri="{FF2B5EF4-FFF2-40B4-BE49-F238E27FC236}">
                <a16:creationId xmlns:a16="http://schemas.microsoft.com/office/drawing/2014/main" id="{C8C530B2-2599-BED7-2849-14F57D5E7CE8}"/>
              </a:ext>
            </a:extLst>
          </p:cNvPr>
          <p:cNvSpPr>
            <a:spLocks noGrp="1"/>
          </p:cNvSpPr>
          <p:nvPr>
            <p:ph type="sldNum" sz="quarter" idx="12"/>
          </p:nvPr>
        </p:nvSpPr>
        <p:spPr/>
        <p:txBody>
          <a:bodyPr/>
          <a:lstStyle/>
          <a:p>
            <a:r>
              <a:rPr lang="fr-FR" b="1">
                <a:solidFill>
                  <a:srgbClr val="F26522"/>
                </a:solidFill>
                <a:latin typeface="Calibri" pitchFamily="34" charset="0"/>
                <a:ea typeface="Calibri" pitchFamily="34" charset="-122"/>
                <a:cs typeface="Calibri" pitchFamily="34" charset="-120"/>
              </a:rPr>
              <a:t>Expertime</a:t>
            </a:r>
            <a:r>
              <a:rPr lang="fr-FR">
                <a:solidFill>
                  <a:srgbClr val="5C6B7F"/>
                </a:solidFill>
                <a:latin typeface="Calibri" pitchFamily="34" charset="0"/>
                <a:ea typeface="Calibri" pitchFamily="34" charset="-122"/>
                <a:cs typeface="Calibri" pitchFamily="34" charset="-120"/>
              </a:rPr>
              <a:t>   | </a:t>
            </a:r>
            <a:fld id="{58E94494-CE21-4E82-948B-6B5BB0295547}" type="slidenum">
              <a:rPr lang="fr-FR" smtClean="0"/>
              <a:pPr/>
              <a:t>34</a:t>
            </a:fld>
            <a:endParaRPr lang="fr-FR" sz="850"/>
          </a:p>
        </p:txBody>
      </p:sp>
    </p:spTree>
    <p:extLst>
      <p:ext uri="{BB962C8B-B14F-4D97-AF65-F5344CB8AC3E}">
        <p14:creationId xmlns:p14="http://schemas.microsoft.com/office/powerpoint/2010/main" val="47045355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AB9693-8F92-DA92-ECA6-C728F155FC59}"/>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8F514A0-EB4F-F044-5E9A-C4A951E3A351}"/>
              </a:ext>
            </a:extLst>
          </p:cNvPr>
          <p:cNvSpPr/>
          <p:nvPr/>
        </p:nvSpPr>
        <p:spPr>
          <a:xfrm>
            <a:off x="457200" y="384048"/>
            <a:ext cx="146304" cy="146304"/>
          </a:xfrm>
          <a:prstGeom prst="rect">
            <a:avLst/>
          </a:prstGeom>
          <a:solidFill>
            <a:srgbClr val="F26522"/>
          </a:solidFill>
          <a:ln/>
        </p:spPr>
        <p:txBody>
          <a:bodyPr/>
          <a:lstStyle/>
          <a:p>
            <a:endParaRPr lang="fr-FR" noProof="0"/>
          </a:p>
        </p:txBody>
      </p:sp>
      <p:sp>
        <p:nvSpPr>
          <p:cNvPr id="3" name="Text 1">
            <a:extLst>
              <a:ext uri="{FF2B5EF4-FFF2-40B4-BE49-F238E27FC236}">
                <a16:creationId xmlns:a16="http://schemas.microsoft.com/office/drawing/2014/main" id="{5A06141E-6ADB-952E-4EC3-BB30EC86BFA2}"/>
              </a:ext>
            </a:extLst>
          </p:cNvPr>
          <p:cNvSpPr/>
          <p:nvPr/>
        </p:nvSpPr>
        <p:spPr>
          <a:xfrm>
            <a:off x="713232" y="347472"/>
            <a:ext cx="7955280" cy="237744"/>
          </a:xfrm>
          <a:prstGeom prst="rect">
            <a:avLst/>
          </a:prstGeom>
          <a:noFill/>
          <a:ln/>
        </p:spPr>
        <p:txBody>
          <a:bodyPr wrap="square" rtlCol="0" anchor="ctr"/>
          <a:lstStyle/>
          <a:p>
            <a:pPr marL="0" indent="0">
              <a:buNone/>
            </a:pPr>
            <a:r>
              <a:rPr lang="fr-FR" sz="1100" b="1" kern="0" spc="200" noProof="0">
                <a:solidFill>
                  <a:srgbClr val="F26522"/>
                </a:solidFill>
                <a:latin typeface="Calibri" pitchFamily="34" charset="0"/>
                <a:ea typeface="Calibri" pitchFamily="34" charset="-122"/>
                <a:cs typeface="Calibri" pitchFamily="34" charset="-120"/>
              </a:rPr>
              <a:t>DÉMO FABRIKAM</a:t>
            </a:r>
            <a:endParaRPr lang="fr-FR" sz="1100" noProof="0"/>
          </a:p>
        </p:txBody>
      </p:sp>
      <p:sp>
        <p:nvSpPr>
          <p:cNvPr id="4" name="Text 2">
            <a:extLst>
              <a:ext uri="{FF2B5EF4-FFF2-40B4-BE49-F238E27FC236}">
                <a16:creationId xmlns:a16="http://schemas.microsoft.com/office/drawing/2014/main" id="{C6EDE2BA-E3AC-141D-A583-80D371146A2A}"/>
              </a:ext>
            </a:extLst>
          </p:cNvPr>
          <p:cNvSpPr/>
          <p:nvPr/>
        </p:nvSpPr>
        <p:spPr>
          <a:xfrm>
            <a:off x="438912" y="566928"/>
            <a:ext cx="8266176" cy="566928"/>
          </a:xfrm>
          <a:prstGeom prst="rect">
            <a:avLst/>
          </a:prstGeom>
          <a:noFill/>
          <a:ln/>
        </p:spPr>
        <p:txBody>
          <a:bodyPr wrap="square" rtlCol="0" anchor="ctr"/>
          <a:lstStyle/>
          <a:p>
            <a:pPr marL="0" indent="0">
              <a:buNone/>
            </a:pPr>
            <a:r>
              <a:rPr lang="fr-FR" sz="2600" b="1" noProof="0">
                <a:solidFill>
                  <a:srgbClr val="16273D"/>
                </a:solidFill>
                <a:latin typeface="Trebuchet MS" pitchFamily="34" charset="0"/>
                <a:ea typeface="Trebuchet MS" pitchFamily="34" charset="-122"/>
                <a:cs typeface="Trebuchet MS" pitchFamily="34" charset="-120"/>
              </a:rPr>
              <a:t>Construire l'agent, étape par étape</a:t>
            </a:r>
            <a:endParaRPr lang="fr-FR" sz="2600" noProof="0"/>
          </a:p>
        </p:txBody>
      </p:sp>
      <p:pic>
        <p:nvPicPr>
          <p:cNvPr id="38" name="Image 37">
            <a:extLst>
              <a:ext uri="{FF2B5EF4-FFF2-40B4-BE49-F238E27FC236}">
                <a16:creationId xmlns:a16="http://schemas.microsoft.com/office/drawing/2014/main" id="{F26341CD-DF34-84CB-13BB-D34A1065A32E}"/>
              </a:ext>
            </a:extLst>
          </p:cNvPr>
          <p:cNvPicPr>
            <a:picLocks noChangeAspect="1"/>
          </p:cNvPicPr>
          <p:nvPr/>
        </p:nvPicPr>
        <p:blipFill>
          <a:blip r:embed="rId3"/>
          <a:stretch>
            <a:fillRect/>
          </a:stretch>
        </p:blipFill>
        <p:spPr>
          <a:xfrm>
            <a:off x="63322" y="4764044"/>
            <a:ext cx="315050" cy="324277"/>
          </a:xfrm>
          <a:prstGeom prst="rect">
            <a:avLst/>
          </a:prstGeom>
        </p:spPr>
      </p:pic>
      <p:pic>
        <p:nvPicPr>
          <p:cNvPr id="11" name="Image 10">
            <a:extLst>
              <a:ext uri="{FF2B5EF4-FFF2-40B4-BE49-F238E27FC236}">
                <a16:creationId xmlns:a16="http://schemas.microsoft.com/office/drawing/2014/main" id="{2E0E7954-5E51-9A3B-16B5-932F5160718C}"/>
              </a:ext>
            </a:extLst>
          </p:cNvPr>
          <p:cNvPicPr>
            <a:picLocks noChangeAspect="1"/>
          </p:cNvPicPr>
          <p:nvPr/>
        </p:nvPicPr>
        <p:blipFill>
          <a:blip r:embed="rId4"/>
          <a:stretch>
            <a:fillRect/>
          </a:stretch>
        </p:blipFill>
        <p:spPr>
          <a:xfrm>
            <a:off x="1255827" y="1290062"/>
            <a:ext cx="3164734" cy="3448366"/>
          </a:xfrm>
          <a:prstGeom prst="rect">
            <a:avLst/>
          </a:prstGeom>
          <a:ln w="3175">
            <a:solidFill>
              <a:srgbClr val="16273D"/>
            </a:solidFill>
          </a:ln>
        </p:spPr>
      </p:pic>
      <p:pic>
        <p:nvPicPr>
          <p:cNvPr id="14" name="Image 13">
            <a:extLst>
              <a:ext uri="{FF2B5EF4-FFF2-40B4-BE49-F238E27FC236}">
                <a16:creationId xmlns:a16="http://schemas.microsoft.com/office/drawing/2014/main" id="{DA44F678-DAEA-7A80-8916-0CDFD47D990F}"/>
              </a:ext>
            </a:extLst>
          </p:cNvPr>
          <p:cNvPicPr>
            <a:picLocks noChangeAspect="1"/>
          </p:cNvPicPr>
          <p:nvPr/>
        </p:nvPicPr>
        <p:blipFill>
          <a:blip r:embed="rId5"/>
          <a:stretch>
            <a:fillRect/>
          </a:stretch>
        </p:blipFill>
        <p:spPr>
          <a:xfrm>
            <a:off x="4726322" y="1290061"/>
            <a:ext cx="3164734" cy="3448367"/>
          </a:xfrm>
          <a:prstGeom prst="rect">
            <a:avLst/>
          </a:prstGeom>
          <a:ln w="3175">
            <a:solidFill>
              <a:srgbClr val="16273D"/>
            </a:solidFill>
          </a:ln>
        </p:spPr>
      </p:pic>
      <p:sp>
        <p:nvSpPr>
          <p:cNvPr id="5" name="Slide Number Placeholder 4">
            <a:extLst>
              <a:ext uri="{FF2B5EF4-FFF2-40B4-BE49-F238E27FC236}">
                <a16:creationId xmlns:a16="http://schemas.microsoft.com/office/drawing/2014/main" id="{4F370ADA-B60E-0F55-9400-AD60DE364C81}"/>
              </a:ext>
            </a:extLst>
          </p:cNvPr>
          <p:cNvSpPr>
            <a:spLocks noGrp="1"/>
          </p:cNvSpPr>
          <p:nvPr>
            <p:ph type="sldNum" sz="quarter" idx="12"/>
          </p:nvPr>
        </p:nvSpPr>
        <p:spPr/>
        <p:txBody>
          <a:bodyPr/>
          <a:lstStyle/>
          <a:p>
            <a:r>
              <a:rPr lang="fr-FR" b="1">
                <a:solidFill>
                  <a:srgbClr val="F26522"/>
                </a:solidFill>
                <a:latin typeface="Calibri" pitchFamily="34" charset="0"/>
                <a:ea typeface="Calibri" pitchFamily="34" charset="-122"/>
                <a:cs typeface="Calibri" pitchFamily="34" charset="-120"/>
              </a:rPr>
              <a:t>Expertime</a:t>
            </a:r>
            <a:r>
              <a:rPr lang="fr-FR">
                <a:solidFill>
                  <a:srgbClr val="5C6B7F"/>
                </a:solidFill>
                <a:latin typeface="Calibri" pitchFamily="34" charset="0"/>
                <a:ea typeface="Calibri" pitchFamily="34" charset="-122"/>
                <a:cs typeface="Calibri" pitchFamily="34" charset="-120"/>
              </a:rPr>
              <a:t>   | </a:t>
            </a:r>
            <a:fld id="{58E94494-CE21-4E82-948B-6B5BB0295547}" type="slidenum">
              <a:rPr lang="fr-FR" smtClean="0"/>
              <a:pPr/>
              <a:t>35</a:t>
            </a:fld>
            <a:endParaRPr lang="fr-FR" sz="850"/>
          </a:p>
        </p:txBody>
      </p:sp>
    </p:spTree>
    <p:extLst>
      <p:ext uri="{BB962C8B-B14F-4D97-AF65-F5344CB8AC3E}">
        <p14:creationId xmlns:p14="http://schemas.microsoft.com/office/powerpoint/2010/main" val="146856683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20">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457200" y="384048"/>
            <a:ext cx="146304" cy="146304"/>
          </a:xfrm>
          <a:prstGeom prst="rect">
            <a:avLst/>
          </a:prstGeom>
          <a:solidFill>
            <a:srgbClr val="F26522"/>
          </a:solidFill>
          <a:ln/>
        </p:spPr>
        <p:txBody>
          <a:bodyPr/>
          <a:lstStyle/>
          <a:p>
            <a:endParaRPr lang="fr-FR" noProof="0"/>
          </a:p>
        </p:txBody>
      </p:sp>
      <p:sp>
        <p:nvSpPr>
          <p:cNvPr id="3" name="Text 1"/>
          <p:cNvSpPr/>
          <p:nvPr/>
        </p:nvSpPr>
        <p:spPr>
          <a:xfrm>
            <a:off x="713232" y="347472"/>
            <a:ext cx="7955280" cy="237744"/>
          </a:xfrm>
          <a:prstGeom prst="rect">
            <a:avLst/>
          </a:prstGeom>
          <a:noFill/>
          <a:ln/>
        </p:spPr>
        <p:txBody>
          <a:bodyPr wrap="square" rtlCol="0" anchor="ctr"/>
          <a:lstStyle/>
          <a:p>
            <a:pPr marL="0" indent="0">
              <a:buNone/>
            </a:pPr>
            <a:r>
              <a:rPr lang="fr-FR" sz="1100" b="1" kern="0" spc="200" noProof="0">
                <a:solidFill>
                  <a:srgbClr val="F26522"/>
                </a:solidFill>
                <a:latin typeface="Calibri" pitchFamily="34" charset="0"/>
                <a:ea typeface="Calibri" pitchFamily="34" charset="-122"/>
                <a:cs typeface="Calibri" pitchFamily="34" charset="-120"/>
              </a:rPr>
              <a:t>DÉMO FABRIKAM</a:t>
            </a:r>
            <a:endParaRPr lang="fr-FR" sz="1100" noProof="0"/>
          </a:p>
        </p:txBody>
      </p:sp>
      <p:sp>
        <p:nvSpPr>
          <p:cNvPr id="4" name="Text 2"/>
          <p:cNvSpPr/>
          <p:nvPr/>
        </p:nvSpPr>
        <p:spPr>
          <a:xfrm>
            <a:off x="438912" y="566928"/>
            <a:ext cx="8266176" cy="566928"/>
          </a:xfrm>
          <a:prstGeom prst="rect">
            <a:avLst/>
          </a:prstGeom>
          <a:noFill/>
          <a:ln/>
        </p:spPr>
        <p:txBody>
          <a:bodyPr wrap="square" rtlCol="0" anchor="ctr"/>
          <a:lstStyle/>
          <a:p>
            <a:pPr marL="0" indent="0">
              <a:buNone/>
            </a:pPr>
            <a:r>
              <a:rPr lang="fr-FR" sz="2600" b="1" noProof="0">
                <a:solidFill>
                  <a:srgbClr val="16273D"/>
                </a:solidFill>
                <a:latin typeface="Trebuchet MS" pitchFamily="34" charset="0"/>
                <a:ea typeface="Trebuchet MS" pitchFamily="34" charset="-122"/>
                <a:cs typeface="Trebuchet MS" pitchFamily="34" charset="-120"/>
              </a:rPr>
              <a:t>Questions types &amp; RBAC en action</a:t>
            </a:r>
            <a:endParaRPr lang="fr-FR" sz="2600" noProof="0"/>
          </a:p>
        </p:txBody>
      </p:sp>
      <p:sp>
        <p:nvSpPr>
          <p:cNvPr id="5" name="Shape 3"/>
          <p:cNvSpPr/>
          <p:nvPr/>
        </p:nvSpPr>
        <p:spPr>
          <a:xfrm>
            <a:off x="438912" y="1355779"/>
            <a:ext cx="4160520" cy="3108960"/>
          </a:xfrm>
          <a:prstGeom prst="rect">
            <a:avLst/>
          </a:prstGeom>
          <a:solidFill>
            <a:srgbClr val="FFFFFF"/>
          </a:solidFill>
          <a:ln w="12700">
            <a:solidFill>
              <a:srgbClr val="DCE4EE"/>
            </a:solidFill>
            <a:prstDash val="solid"/>
          </a:ln>
          <a:effectLst>
            <a:outerShdw blurRad="88900" dist="38100" dir="5400000" algn="bl" rotWithShape="0">
              <a:srgbClr val="0E2240">
                <a:alpha val="10000"/>
              </a:srgbClr>
            </a:outerShdw>
          </a:effectLst>
        </p:spPr>
        <p:txBody>
          <a:bodyPr/>
          <a:lstStyle/>
          <a:p>
            <a:endParaRPr lang="fr-FR" noProof="0"/>
          </a:p>
        </p:txBody>
      </p:sp>
      <p:sp>
        <p:nvSpPr>
          <p:cNvPr id="6" name="Shape 4"/>
          <p:cNvSpPr/>
          <p:nvPr/>
        </p:nvSpPr>
        <p:spPr>
          <a:xfrm>
            <a:off x="457200" y="1371600"/>
            <a:ext cx="4160520" cy="457200"/>
          </a:xfrm>
          <a:prstGeom prst="rect">
            <a:avLst/>
          </a:prstGeom>
          <a:solidFill>
            <a:srgbClr val="0E2240"/>
          </a:solidFill>
          <a:ln/>
        </p:spPr>
        <p:txBody>
          <a:bodyPr/>
          <a:lstStyle/>
          <a:p>
            <a:endParaRPr lang="fr-FR" noProof="0"/>
          </a:p>
        </p:txBody>
      </p:sp>
      <p:sp>
        <p:nvSpPr>
          <p:cNvPr id="7" name="Text 5"/>
          <p:cNvSpPr/>
          <p:nvPr/>
        </p:nvSpPr>
        <p:spPr>
          <a:xfrm>
            <a:off x="658368" y="1371600"/>
            <a:ext cx="3794760" cy="457200"/>
          </a:xfrm>
          <a:prstGeom prst="rect">
            <a:avLst/>
          </a:prstGeom>
          <a:noFill/>
          <a:ln/>
        </p:spPr>
        <p:txBody>
          <a:bodyPr wrap="square" rtlCol="0" anchor="ctr"/>
          <a:lstStyle/>
          <a:p>
            <a:pPr marL="0" indent="0">
              <a:buNone/>
            </a:pPr>
            <a:r>
              <a:rPr lang="fr-FR" sz="1350" b="1" noProof="0">
                <a:solidFill>
                  <a:srgbClr val="FFFFFF"/>
                </a:solidFill>
                <a:latin typeface="Trebuchet MS" pitchFamily="34" charset="0"/>
                <a:ea typeface="Trebuchet MS" pitchFamily="34" charset="-122"/>
                <a:cs typeface="Trebuchet MS" pitchFamily="34" charset="-120"/>
              </a:rPr>
              <a:t>Questions en langage naturel</a:t>
            </a:r>
            <a:endParaRPr lang="fr-FR" sz="1350" noProof="0"/>
          </a:p>
        </p:txBody>
      </p:sp>
      <p:sp>
        <p:nvSpPr>
          <p:cNvPr id="8" name="Text 6"/>
          <p:cNvSpPr/>
          <p:nvPr/>
        </p:nvSpPr>
        <p:spPr>
          <a:xfrm>
            <a:off x="640080" y="1975104"/>
            <a:ext cx="274320" cy="341376"/>
          </a:xfrm>
          <a:prstGeom prst="rect">
            <a:avLst/>
          </a:prstGeom>
          <a:noFill/>
          <a:ln/>
        </p:spPr>
        <p:txBody>
          <a:bodyPr wrap="square" rtlCol="0" anchor="t"/>
          <a:lstStyle/>
          <a:p>
            <a:pPr marL="0" indent="0">
              <a:buNone/>
            </a:pPr>
            <a:r>
              <a:rPr lang="fr-FR" sz="1500" b="1" noProof="0">
                <a:solidFill>
                  <a:srgbClr val="F26522"/>
                </a:solidFill>
                <a:latin typeface="Trebuchet MS" pitchFamily="34" charset="0"/>
                <a:ea typeface="Trebuchet MS" pitchFamily="34" charset="-122"/>
                <a:cs typeface="Trebuchet MS" pitchFamily="34" charset="-120"/>
              </a:rPr>
              <a:t>›</a:t>
            </a:r>
            <a:endParaRPr lang="fr-FR" sz="1500" noProof="0"/>
          </a:p>
        </p:txBody>
      </p:sp>
      <p:sp>
        <p:nvSpPr>
          <p:cNvPr id="9" name="Text 7"/>
          <p:cNvSpPr/>
          <p:nvPr/>
        </p:nvSpPr>
        <p:spPr>
          <a:xfrm>
            <a:off x="914400" y="1975104"/>
            <a:ext cx="3502152" cy="548640"/>
          </a:xfrm>
          <a:prstGeom prst="rect">
            <a:avLst/>
          </a:prstGeom>
          <a:noFill/>
          <a:ln/>
        </p:spPr>
        <p:txBody>
          <a:bodyPr wrap="square" rtlCol="0" anchor="t"/>
          <a:lstStyle/>
          <a:p>
            <a:pPr marL="0" indent="0">
              <a:lnSpc>
                <a:spcPts val="1400"/>
              </a:lnSpc>
              <a:buNone/>
            </a:pPr>
            <a:r>
              <a:rPr lang="fr-FR" sz="1150" i="1" noProof="0">
                <a:solidFill>
                  <a:srgbClr val="33465E"/>
                </a:solidFill>
                <a:latin typeface="Calibri" pitchFamily="34" charset="0"/>
                <a:ea typeface="Calibri" pitchFamily="34" charset="-122"/>
                <a:cs typeface="Calibri" pitchFamily="34" charset="-120"/>
              </a:rPr>
              <a:t>« </a:t>
            </a:r>
            <a:r>
              <a:rPr lang="fr-FR" sz="1150" i="1" noProof="0" err="1">
                <a:solidFill>
                  <a:srgbClr val="33465E"/>
                </a:solidFill>
                <a:latin typeface="Calibri" pitchFamily="34" charset="0"/>
                <a:ea typeface="Calibri" pitchFamily="34" charset="-122"/>
                <a:cs typeface="Calibri" pitchFamily="34" charset="-120"/>
              </a:rPr>
              <a:t>What</a:t>
            </a:r>
            <a:r>
              <a:rPr lang="fr-FR" sz="1150" i="1" noProof="0">
                <a:solidFill>
                  <a:srgbClr val="33465E"/>
                </a:solidFill>
                <a:latin typeface="Calibri" pitchFamily="34" charset="0"/>
                <a:ea typeface="Calibri" pitchFamily="34" charset="-122"/>
                <a:cs typeface="Calibri" pitchFamily="34" charset="-120"/>
              </a:rPr>
              <a:t> </a:t>
            </a:r>
            <a:r>
              <a:rPr lang="fr-FR" sz="1150" i="1" noProof="0" err="1">
                <a:solidFill>
                  <a:srgbClr val="33465E"/>
                </a:solidFill>
                <a:latin typeface="Calibri" pitchFamily="34" charset="0"/>
                <a:ea typeface="Calibri" pitchFamily="34" charset="-122"/>
                <a:cs typeface="Calibri" pitchFamily="34" charset="-120"/>
              </a:rPr>
              <a:t>is</a:t>
            </a:r>
            <a:r>
              <a:rPr lang="fr-FR" sz="1150" i="1" noProof="0">
                <a:solidFill>
                  <a:srgbClr val="33465E"/>
                </a:solidFill>
                <a:latin typeface="Calibri" pitchFamily="34" charset="0"/>
                <a:ea typeface="Calibri" pitchFamily="34" charset="-122"/>
                <a:cs typeface="Calibri" pitchFamily="34" charset="-120"/>
              </a:rPr>
              <a:t> the total sales </a:t>
            </a:r>
            <a:r>
              <a:rPr lang="fr-FR" sz="1150" i="1" noProof="0" err="1">
                <a:solidFill>
                  <a:srgbClr val="33465E"/>
                </a:solidFill>
                <a:latin typeface="Calibri" pitchFamily="34" charset="0"/>
                <a:ea typeface="Calibri" pitchFamily="34" charset="-122"/>
                <a:cs typeface="Calibri" pitchFamily="34" charset="-120"/>
              </a:rPr>
              <a:t>amount</a:t>
            </a:r>
            <a:r>
              <a:rPr lang="fr-FR" sz="1150" i="1" noProof="0">
                <a:solidFill>
                  <a:srgbClr val="33465E"/>
                </a:solidFill>
                <a:latin typeface="Calibri" pitchFamily="34" charset="0"/>
                <a:ea typeface="Calibri" pitchFamily="34" charset="-122"/>
                <a:cs typeface="Calibri" pitchFamily="34" charset="-120"/>
              </a:rPr>
              <a:t> for 2024 ? »</a:t>
            </a:r>
            <a:endParaRPr lang="fr-FR" sz="1150" noProof="0"/>
          </a:p>
        </p:txBody>
      </p:sp>
      <p:sp>
        <p:nvSpPr>
          <p:cNvPr id="10" name="Text 8"/>
          <p:cNvSpPr/>
          <p:nvPr/>
        </p:nvSpPr>
        <p:spPr>
          <a:xfrm>
            <a:off x="640080" y="2578608"/>
            <a:ext cx="274320" cy="457200"/>
          </a:xfrm>
          <a:prstGeom prst="rect">
            <a:avLst/>
          </a:prstGeom>
          <a:noFill/>
          <a:ln/>
        </p:spPr>
        <p:txBody>
          <a:bodyPr wrap="square" rtlCol="0" anchor="t"/>
          <a:lstStyle/>
          <a:p>
            <a:pPr marL="0" indent="0">
              <a:buNone/>
            </a:pPr>
            <a:r>
              <a:rPr lang="fr-FR" sz="1500" b="1" noProof="0">
                <a:solidFill>
                  <a:srgbClr val="F26522"/>
                </a:solidFill>
                <a:latin typeface="Trebuchet MS" pitchFamily="34" charset="0"/>
                <a:ea typeface="Trebuchet MS" pitchFamily="34" charset="-122"/>
                <a:cs typeface="Trebuchet MS" pitchFamily="34" charset="-120"/>
              </a:rPr>
              <a:t>›</a:t>
            </a:r>
            <a:endParaRPr lang="fr-FR" sz="1500" noProof="0"/>
          </a:p>
        </p:txBody>
      </p:sp>
      <p:sp>
        <p:nvSpPr>
          <p:cNvPr id="11" name="Text 9"/>
          <p:cNvSpPr/>
          <p:nvPr/>
        </p:nvSpPr>
        <p:spPr>
          <a:xfrm>
            <a:off x="914400" y="2578608"/>
            <a:ext cx="3502152" cy="274597"/>
          </a:xfrm>
          <a:prstGeom prst="rect">
            <a:avLst/>
          </a:prstGeom>
          <a:noFill/>
          <a:ln/>
        </p:spPr>
        <p:txBody>
          <a:bodyPr wrap="square" rtlCol="0" anchor="t"/>
          <a:lstStyle/>
          <a:p>
            <a:pPr marL="0" indent="0">
              <a:lnSpc>
                <a:spcPts val="1400"/>
              </a:lnSpc>
              <a:buNone/>
            </a:pPr>
            <a:r>
              <a:rPr lang="fr-FR" sz="1150" i="1" noProof="0">
                <a:solidFill>
                  <a:srgbClr val="33465E"/>
                </a:solidFill>
                <a:latin typeface="Calibri" pitchFamily="34" charset="0"/>
                <a:ea typeface="Calibri" pitchFamily="34" charset="-122"/>
                <a:cs typeface="Calibri" pitchFamily="34" charset="-120"/>
              </a:rPr>
              <a:t>« </a:t>
            </a:r>
            <a:r>
              <a:rPr lang="fr-FR" sz="1150" i="1" noProof="0" err="1">
                <a:solidFill>
                  <a:srgbClr val="33465E"/>
                </a:solidFill>
                <a:latin typeface="Calibri" pitchFamily="34" charset="0"/>
                <a:ea typeface="Calibri" pitchFamily="34" charset="-122"/>
                <a:cs typeface="Calibri" pitchFamily="34" charset="-120"/>
              </a:rPr>
              <a:t>Year</a:t>
            </a:r>
            <a:r>
              <a:rPr lang="fr-FR" sz="1150" i="1" noProof="0">
                <a:solidFill>
                  <a:srgbClr val="33465E"/>
                </a:solidFill>
                <a:latin typeface="Calibri" pitchFamily="34" charset="0"/>
                <a:ea typeface="Calibri" pitchFamily="34" charset="-122"/>
                <a:cs typeface="Calibri" pitchFamily="34" charset="-120"/>
              </a:rPr>
              <a:t>-over-</a:t>
            </a:r>
            <a:r>
              <a:rPr lang="fr-FR" sz="1150" i="1" noProof="0" err="1">
                <a:solidFill>
                  <a:srgbClr val="33465E"/>
                </a:solidFill>
                <a:latin typeface="Calibri" pitchFamily="34" charset="0"/>
                <a:ea typeface="Calibri" pitchFamily="34" charset="-122"/>
                <a:cs typeface="Calibri" pitchFamily="34" charset="-120"/>
              </a:rPr>
              <a:t>year</a:t>
            </a:r>
            <a:r>
              <a:rPr lang="fr-FR" sz="1150" i="1" noProof="0">
                <a:solidFill>
                  <a:srgbClr val="33465E"/>
                </a:solidFill>
                <a:latin typeface="Calibri" pitchFamily="34" charset="0"/>
                <a:ea typeface="Calibri" pitchFamily="34" charset="-122"/>
                <a:cs typeface="Calibri" pitchFamily="34" charset="-120"/>
              </a:rPr>
              <a:t> sales </a:t>
            </a:r>
            <a:r>
              <a:rPr lang="fr-FR" sz="1150" i="1" noProof="0" err="1">
                <a:solidFill>
                  <a:srgbClr val="33465E"/>
                </a:solidFill>
                <a:latin typeface="Calibri" pitchFamily="34" charset="0"/>
                <a:ea typeface="Calibri" pitchFamily="34" charset="-122"/>
                <a:cs typeface="Calibri" pitchFamily="34" charset="-120"/>
              </a:rPr>
              <a:t>growth</a:t>
            </a:r>
            <a:r>
              <a:rPr lang="fr-FR" sz="1150" i="1" noProof="0">
                <a:solidFill>
                  <a:srgbClr val="33465E"/>
                </a:solidFill>
                <a:latin typeface="Calibri" pitchFamily="34" charset="0"/>
                <a:ea typeface="Calibri" pitchFamily="34" charset="-122"/>
                <a:cs typeface="Calibri" pitchFamily="34" charset="-120"/>
              </a:rPr>
              <a:t> for the last </a:t>
            </a:r>
            <a:r>
              <a:rPr lang="fr-FR" sz="1150" i="1" noProof="0" err="1">
                <a:solidFill>
                  <a:srgbClr val="33465E"/>
                </a:solidFill>
                <a:latin typeface="Calibri" pitchFamily="34" charset="0"/>
                <a:ea typeface="Calibri" pitchFamily="34" charset="-122"/>
                <a:cs typeface="Calibri" pitchFamily="34" charset="-120"/>
              </a:rPr>
              <a:t>years</a:t>
            </a:r>
            <a:r>
              <a:rPr lang="fr-FR" sz="1150" i="1" noProof="0">
                <a:solidFill>
                  <a:srgbClr val="33465E"/>
                </a:solidFill>
                <a:latin typeface="Calibri" pitchFamily="34" charset="0"/>
                <a:ea typeface="Calibri" pitchFamily="34" charset="-122"/>
                <a:cs typeface="Calibri" pitchFamily="34" charset="-120"/>
              </a:rPr>
              <a:t> »</a:t>
            </a:r>
            <a:endParaRPr lang="fr-FR" sz="1150" noProof="0"/>
          </a:p>
        </p:txBody>
      </p:sp>
      <p:sp>
        <p:nvSpPr>
          <p:cNvPr id="12" name="Text 10"/>
          <p:cNvSpPr/>
          <p:nvPr/>
        </p:nvSpPr>
        <p:spPr>
          <a:xfrm>
            <a:off x="640080" y="3182112"/>
            <a:ext cx="274320" cy="457200"/>
          </a:xfrm>
          <a:prstGeom prst="rect">
            <a:avLst/>
          </a:prstGeom>
          <a:noFill/>
          <a:ln/>
        </p:spPr>
        <p:txBody>
          <a:bodyPr wrap="square" rtlCol="0" anchor="t"/>
          <a:lstStyle/>
          <a:p>
            <a:pPr marL="0" indent="0">
              <a:buNone/>
            </a:pPr>
            <a:r>
              <a:rPr lang="fr-FR" sz="1500" b="1" noProof="0">
                <a:solidFill>
                  <a:srgbClr val="F26522"/>
                </a:solidFill>
                <a:latin typeface="Trebuchet MS" pitchFamily="34" charset="0"/>
                <a:ea typeface="Trebuchet MS" pitchFamily="34" charset="-122"/>
                <a:cs typeface="Trebuchet MS" pitchFamily="34" charset="-120"/>
              </a:rPr>
              <a:t>›</a:t>
            </a:r>
            <a:endParaRPr lang="fr-FR" sz="1500" noProof="0"/>
          </a:p>
        </p:txBody>
      </p:sp>
      <p:sp>
        <p:nvSpPr>
          <p:cNvPr id="13" name="Text 11"/>
          <p:cNvSpPr/>
          <p:nvPr/>
        </p:nvSpPr>
        <p:spPr>
          <a:xfrm>
            <a:off x="914400" y="3182112"/>
            <a:ext cx="3502152" cy="548640"/>
          </a:xfrm>
          <a:prstGeom prst="rect">
            <a:avLst/>
          </a:prstGeom>
          <a:noFill/>
          <a:ln/>
        </p:spPr>
        <p:txBody>
          <a:bodyPr wrap="square" rtlCol="0" anchor="t"/>
          <a:lstStyle/>
          <a:p>
            <a:pPr marL="0" indent="0">
              <a:lnSpc>
                <a:spcPts val="1400"/>
              </a:lnSpc>
              <a:buNone/>
            </a:pPr>
            <a:r>
              <a:rPr lang="fr-FR" sz="1150" i="1" noProof="0">
                <a:solidFill>
                  <a:srgbClr val="33465E"/>
                </a:solidFill>
                <a:latin typeface="Calibri" pitchFamily="34" charset="0"/>
                <a:ea typeface="Calibri" pitchFamily="34" charset="-122"/>
                <a:cs typeface="Calibri" pitchFamily="34" charset="-120"/>
              </a:rPr>
              <a:t>« Top 10 </a:t>
            </a:r>
            <a:r>
              <a:rPr lang="fr-FR" sz="1150" i="1" noProof="0" err="1">
                <a:solidFill>
                  <a:srgbClr val="33465E"/>
                </a:solidFill>
                <a:latin typeface="Calibri" pitchFamily="34" charset="0"/>
                <a:ea typeface="Calibri" pitchFamily="34" charset="-122"/>
                <a:cs typeface="Calibri" pitchFamily="34" charset="-120"/>
              </a:rPr>
              <a:t>products</a:t>
            </a:r>
            <a:r>
              <a:rPr lang="fr-FR" sz="1150" i="1" noProof="0">
                <a:solidFill>
                  <a:srgbClr val="33465E"/>
                </a:solidFill>
                <a:latin typeface="Calibri" pitchFamily="34" charset="0"/>
                <a:ea typeface="Calibri" pitchFamily="34" charset="-122"/>
                <a:cs typeface="Calibri" pitchFamily="34" charset="-120"/>
              </a:rPr>
              <a:t> by sales »</a:t>
            </a:r>
            <a:endParaRPr lang="fr-FR" sz="1150" noProof="0"/>
          </a:p>
        </p:txBody>
      </p:sp>
      <p:sp>
        <p:nvSpPr>
          <p:cNvPr id="14" name="Text 12"/>
          <p:cNvSpPr/>
          <p:nvPr/>
        </p:nvSpPr>
        <p:spPr>
          <a:xfrm>
            <a:off x="640080" y="3785616"/>
            <a:ext cx="274320" cy="457200"/>
          </a:xfrm>
          <a:prstGeom prst="rect">
            <a:avLst/>
          </a:prstGeom>
          <a:noFill/>
          <a:ln/>
        </p:spPr>
        <p:txBody>
          <a:bodyPr wrap="square" rtlCol="0" anchor="t"/>
          <a:lstStyle/>
          <a:p>
            <a:pPr marL="0" indent="0">
              <a:buNone/>
            </a:pPr>
            <a:r>
              <a:rPr lang="fr-FR" sz="1500" b="1" noProof="0">
                <a:solidFill>
                  <a:srgbClr val="F26522"/>
                </a:solidFill>
                <a:latin typeface="Trebuchet MS" pitchFamily="34" charset="0"/>
                <a:ea typeface="Trebuchet MS" pitchFamily="34" charset="-122"/>
                <a:cs typeface="Trebuchet MS" pitchFamily="34" charset="-120"/>
              </a:rPr>
              <a:t>›</a:t>
            </a:r>
            <a:endParaRPr lang="fr-FR" sz="1500" noProof="0"/>
          </a:p>
        </p:txBody>
      </p:sp>
      <p:sp>
        <p:nvSpPr>
          <p:cNvPr id="15" name="Text 13"/>
          <p:cNvSpPr/>
          <p:nvPr/>
        </p:nvSpPr>
        <p:spPr>
          <a:xfrm>
            <a:off x="914400" y="3785616"/>
            <a:ext cx="3502152" cy="548640"/>
          </a:xfrm>
          <a:prstGeom prst="rect">
            <a:avLst/>
          </a:prstGeom>
          <a:noFill/>
          <a:ln/>
        </p:spPr>
        <p:txBody>
          <a:bodyPr wrap="square" rtlCol="0" anchor="t"/>
          <a:lstStyle/>
          <a:p>
            <a:pPr marL="0" indent="0">
              <a:lnSpc>
                <a:spcPts val="1400"/>
              </a:lnSpc>
              <a:buNone/>
            </a:pPr>
            <a:r>
              <a:rPr lang="fr-FR" sz="1150" i="1" noProof="0">
                <a:solidFill>
                  <a:srgbClr val="33465E"/>
                </a:solidFill>
                <a:latin typeface="Calibri" pitchFamily="34" charset="0"/>
                <a:ea typeface="Calibri" pitchFamily="34" charset="-122"/>
                <a:cs typeface="Calibri" pitchFamily="34" charset="-120"/>
              </a:rPr>
              <a:t>« Sales by country of manufacture »</a:t>
            </a:r>
            <a:endParaRPr lang="fr-FR" sz="1150" noProof="0"/>
          </a:p>
        </p:txBody>
      </p:sp>
      <p:sp>
        <p:nvSpPr>
          <p:cNvPr id="16" name="Shape 14"/>
          <p:cNvSpPr/>
          <p:nvPr/>
        </p:nvSpPr>
        <p:spPr>
          <a:xfrm>
            <a:off x="4800600" y="1371600"/>
            <a:ext cx="3886200" cy="3108960"/>
          </a:xfrm>
          <a:prstGeom prst="rect">
            <a:avLst/>
          </a:prstGeom>
          <a:solidFill>
            <a:srgbClr val="FFFFFF"/>
          </a:solidFill>
          <a:ln w="12700">
            <a:solidFill>
              <a:srgbClr val="DCE4EE"/>
            </a:solidFill>
            <a:prstDash val="solid"/>
          </a:ln>
          <a:effectLst>
            <a:outerShdw blurRad="88900" dist="38100" dir="5400000" algn="bl" rotWithShape="0">
              <a:srgbClr val="0E2240">
                <a:alpha val="10000"/>
              </a:srgbClr>
            </a:outerShdw>
          </a:effectLst>
        </p:spPr>
        <p:txBody>
          <a:bodyPr/>
          <a:lstStyle/>
          <a:p>
            <a:endParaRPr lang="fr-FR" noProof="0"/>
          </a:p>
        </p:txBody>
      </p:sp>
      <p:sp>
        <p:nvSpPr>
          <p:cNvPr id="17" name="Shape 15"/>
          <p:cNvSpPr/>
          <p:nvPr/>
        </p:nvSpPr>
        <p:spPr>
          <a:xfrm>
            <a:off x="4800600" y="1371600"/>
            <a:ext cx="3886200" cy="457200"/>
          </a:xfrm>
          <a:prstGeom prst="rect">
            <a:avLst/>
          </a:prstGeom>
          <a:solidFill>
            <a:srgbClr val="F26522"/>
          </a:solidFill>
          <a:ln/>
        </p:spPr>
        <p:txBody>
          <a:bodyPr/>
          <a:lstStyle/>
          <a:p>
            <a:endParaRPr lang="fr-FR" noProof="0"/>
          </a:p>
        </p:txBody>
      </p:sp>
      <p:sp>
        <p:nvSpPr>
          <p:cNvPr id="18" name="Text 16"/>
          <p:cNvSpPr/>
          <p:nvPr/>
        </p:nvSpPr>
        <p:spPr>
          <a:xfrm>
            <a:off x="5001768" y="1371600"/>
            <a:ext cx="3520440" cy="457200"/>
          </a:xfrm>
          <a:prstGeom prst="rect">
            <a:avLst/>
          </a:prstGeom>
          <a:noFill/>
          <a:ln/>
        </p:spPr>
        <p:txBody>
          <a:bodyPr wrap="square" rtlCol="0" anchor="ctr"/>
          <a:lstStyle/>
          <a:p>
            <a:pPr marL="0" indent="0">
              <a:buNone/>
            </a:pPr>
            <a:r>
              <a:rPr lang="fr-FR" sz="1350" b="1" noProof="0">
                <a:solidFill>
                  <a:srgbClr val="FFFFFF"/>
                </a:solidFill>
                <a:latin typeface="Trebuchet MS" pitchFamily="34" charset="0"/>
                <a:ea typeface="Trebuchet MS" pitchFamily="34" charset="-122"/>
                <a:cs typeface="Trebuchet MS" pitchFamily="34" charset="-120"/>
              </a:rPr>
              <a:t>Qui voit quoi ?</a:t>
            </a:r>
            <a:endParaRPr lang="fr-FR" sz="1350" noProof="0"/>
          </a:p>
        </p:txBody>
      </p:sp>
      <p:sp>
        <p:nvSpPr>
          <p:cNvPr id="19" name="Shape 17"/>
          <p:cNvSpPr/>
          <p:nvPr/>
        </p:nvSpPr>
        <p:spPr>
          <a:xfrm>
            <a:off x="5001768" y="2002536"/>
            <a:ext cx="91440" cy="548640"/>
          </a:xfrm>
          <a:prstGeom prst="rect">
            <a:avLst/>
          </a:prstGeom>
          <a:solidFill>
            <a:srgbClr val="2E6BB0"/>
          </a:solidFill>
          <a:ln/>
        </p:spPr>
        <p:txBody>
          <a:bodyPr/>
          <a:lstStyle/>
          <a:p>
            <a:endParaRPr lang="fr-FR" noProof="0"/>
          </a:p>
        </p:txBody>
      </p:sp>
      <p:sp>
        <p:nvSpPr>
          <p:cNvPr id="20" name="Text 18"/>
          <p:cNvSpPr/>
          <p:nvPr/>
        </p:nvSpPr>
        <p:spPr>
          <a:xfrm>
            <a:off x="5212080" y="1956816"/>
            <a:ext cx="3291840" cy="274320"/>
          </a:xfrm>
          <a:prstGeom prst="rect">
            <a:avLst/>
          </a:prstGeom>
          <a:noFill/>
          <a:ln/>
        </p:spPr>
        <p:txBody>
          <a:bodyPr wrap="square" rtlCol="0" anchor="ctr"/>
          <a:lstStyle/>
          <a:p>
            <a:pPr marL="0" indent="0">
              <a:buNone/>
            </a:pPr>
            <a:r>
              <a:rPr lang="fr-FR" sz="1200" b="1" noProof="0">
                <a:solidFill>
                  <a:srgbClr val="16273D"/>
                </a:solidFill>
                <a:latin typeface="Trebuchet MS" pitchFamily="34" charset="0"/>
                <a:ea typeface="Trebuchet MS" pitchFamily="34" charset="-122"/>
                <a:cs typeface="Trebuchet MS" pitchFamily="34" charset="-120"/>
              </a:rPr>
              <a:t>Créateur (Contributeur)</a:t>
            </a:r>
            <a:endParaRPr lang="fr-FR" sz="1200" noProof="0"/>
          </a:p>
        </p:txBody>
      </p:sp>
      <p:sp>
        <p:nvSpPr>
          <p:cNvPr id="21" name="Text 19"/>
          <p:cNvSpPr/>
          <p:nvPr/>
        </p:nvSpPr>
        <p:spPr>
          <a:xfrm>
            <a:off x="5212080" y="2231136"/>
            <a:ext cx="3291840" cy="457200"/>
          </a:xfrm>
          <a:prstGeom prst="rect">
            <a:avLst/>
          </a:prstGeom>
          <a:noFill/>
          <a:ln/>
        </p:spPr>
        <p:txBody>
          <a:bodyPr wrap="square" rtlCol="0" anchor="t"/>
          <a:lstStyle/>
          <a:p>
            <a:pPr marL="0" indent="0">
              <a:lnSpc>
                <a:spcPts val="1300"/>
              </a:lnSpc>
              <a:buNone/>
            </a:pPr>
            <a:r>
              <a:rPr lang="fr-FR" sz="1050" noProof="0">
                <a:solidFill>
                  <a:srgbClr val="5C6B7F"/>
                </a:solidFill>
                <a:latin typeface="Calibri" pitchFamily="34" charset="0"/>
                <a:ea typeface="Calibri" pitchFamily="34" charset="-122"/>
                <a:cs typeface="Calibri" pitchFamily="34" charset="-120"/>
              </a:rPr>
              <a:t>Conçoit l'agent, ajoute les sources, écrit les instructions.</a:t>
            </a:r>
            <a:endParaRPr lang="fr-FR" sz="1050" noProof="0"/>
          </a:p>
        </p:txBody>
      </p:sp>
      <p:sp>
        <p:nvSpPr>
          <p:cNvPr id="22" name="Shape 20"/>
          <p:cNvSpPr/>
          <p:nvPr/>
        </p:nvSpPr>
        <p:spPr>
          <a:xfrm>
            <a:off x="5001768" y="2843784"/>
            <a:ext cx="91440" cy="548640"/>
          </a:xfrm>
          <a:prstGeom prst="rect">
            <a:avLst/>
          </a:prstGeom>
          <a:solidFill>
            <a:srgbClr val="2E6BB0"/>
          </a:solidFill>
          <a:ln/>
        </p:spPr>
        <p:txBody>
          <a:bodyPr/>
          <a:lstStyle/>
          <a:p>
            <a:endParaRPr lang="fr-FR" noProof="0"/>
          </a:p>
        </p:txBody>
      </p:sp>
      <p:sp>
        <p:nvSpPr>
          <p:cNvPr id="23" name="Text 21"/>
          <p:cNvSpPr/>
          <p:nvPr/>
        </p:nvSpPr>
        <p:spPr>
          <a:xfrm>
            <a:off x="5212080" y="2798064"/>
            <a:ext cx="3291840" cy="274320"/>
          </a:xfrm>
          <a:prstGeom prst="rect">
            <a:avLst/>
          </a:prstGeom>
          <a:noFill/>
          <a:ln/>
        </p:spPr>
        <p:txBody>
          <a:bodyPr wrap="square" rtlCol="0" anchor="ctr"/>
          <a:lstStyle/>
          <a:p>
            <a:pPr marL="0" indent="0">
              <a:buNone/>
            </a:pPr>
            <a:r>
              <a:rPr lang="fr-FR" sz="1200" b="1" noProof="0">
                <a:solidFill>
                  <a:srgbClr val="16273D"/>
                </a:solidFill>
                <a:latin typeface="Trebuchet MS" pitchFamily="34" charset="0"/>
                <a:ea typeface="Trebuchet MS" pitchFamily="34" charset="-122"/>
                <a:cs typeface="Trebuchet MS" pitchFamily="34" charset="-120"/>
              </a:rPr>
              <a:t>Commercial (Lecteur)</a:t>
            </a:r>
            <a:endParaRPr lang="fr-FR" sz="1200" noProof="0"/>
          </a:p>
        </p:txBody>
      </p:sp>
      <p:sp>
        <p:nvSpPr>
          <p:cNvPr id="24" name="Text 22"/>
          <p:cNvSpPr/>
          <p:nvPr/>
        </p:nvSpPr>
        <p:spPr>
          <a:xfrm>
            <a:off x="5212080" y="3072384"/>
            <a:ext cx="3291840" cy="457200"/>
          </a:xfrm>
          <a:prstGeom prst="rect">
            <a:avLst/>
          </a:prstGeom>
          <a:noFill/>
          <a:ln/>
        </p:spPr>
        <p:txBody>
          <a:bodyPr wrap="square" rtlCol="0" anchor="t"/>
          <a:lstStyle/>
          <a:p>
            <a:pPr marL="0" indent="0">
              <a:lnSpc>
                <a:spcPts val="1300"/>
              </a:lnSpc>
              <a:buNone/>
            </a:pPr>
            <a:r>
              <a:rPr lang="fr-FR" sz="1050" noProof="0">
                <a:solidFill>
                  <a:srgbClr val="5C6B7F"/>
                </a:solidFill>
                <a:latin typeface="Calibri" pitchFamily="34" charset="0"/>
                <a:ea typeface="Calibri" pitchFamily="34" charset="-122"/>
                <a:cs typeface="Calibri" pitchFamily="34" charset="-120"/>
              </a:rPr>
              <a:t>Interroge l'agent ; ne voit que les données auxquelles il a accès.</a:t>
            </a:r>
            <a:endParaRPr lang="fr-FR" sz="1050" noProof="0"/>
          </a:p>
        </p:txBody>
      </p:sp>
      <p:sp>
        <p:nvSpPr>
          <p:cNvPr id="25" name="Shape 23"/>
          <p:cNvSpPr/>
          <p:nvPr/>
        </p:nvSpPr>
        <p:spPr>
          <a:xfrm>
            <a:off x="5001768" y="3685032"/>
            <a:ext cx="91440" cy="548640"/>
          </a:xfrm>
          <a:prstGeom prst="rect">
            <a:avLst/>
          </a:prstGeom>
          <a:solidFill>
            <a:srgbClr val="2E6BB0"/>
          </a:solidFill>
          <a:ln/>
        </p:spPr>
        <p:txBody>
          <a:bodyPr/>
          <a:lstStyle/>
          <a:p>
            <a:endParaRPr lang="fr-FR" noProof="0"/>
          </a:p>
        </p:txBody>
      </p:sp>
      <p:sp>
        <p:nvSpPr>
          <p:cNvPr id="26" name="Text 24"/>
          <p:cNvSpPr/>
          <p:nvPr/>
        </p:nvSpPr>
        <p:spPr>
          <a:xfrm>
            <a:off x="5212080" y="3639312"/>
            <a:ext cx="3291840" cy="274320"/>
          </a:xfrm>
          <a:prstGeom prst="rect">
            <a:avLst/>
          </a:prstGeom>
          <a:noFill/>
          <a:ln/>
        </p:spPr>
        <p:txBody>
          <a:bodyPr wrap="square" rtlCol="0" anchor="ctr"/>
          <a:lstStyle/>
          <a:p>
            <a:pPr marL="0" indent="0">
              <a:buNone/>
            </a:pPr>
            <a:r>
              <a:rPr lang="fr-FR" sz="1200" b="1" noProof="0">
                <a:solidFill>
                  <a:srgbClr val="16273D"/>
                </a:solidFill>
                <a:latin typeface="Trebuchet MS" pitchFamily="34" charset="0"/>
                <a:ea typeface="Trebuchet MS" pitchFamily="34" charset="-122"/>
                <a:cs typeface="Trebuchet MS" pitchFamily="34" charset="-120"/>
              </a:rPr>
              <a:t>Direction (via Teams)</a:t>
            </a:r>
            <a:endParaRPr lang="fr-FR" sz="1200" noProof="0"/>
          </a:p>
        </p:txBody>
      </p:sp>
      <p:sp>
        <p:nvSpPr>
          <p:cNvPr id="27" name="Text 25"/>
          <p:cNvSpPr/>
          <p:nvPr/>
        </p:nvSpPr>
        <p:spPr>
          <a:xfrm>
            <a:off x="5212080" y="3913632"/>
            <a:ext cx="3291840" cy="457200"/>
          </a:xfrm>
          <a:prstGeom prst="rect">
            <a:avLst/>
          </a:prstGeom>
          <a:noFill/>
          <a:ln/>
        </p:spPr>
        <p:txBody>
          <a:bodyPr wrap="square" rtlCol="0" anchor="t"/>
          <a:lstStyle/>
          <a:p>
            <a:pPr marL="0" indent="0">
              <a:lnSpc>
                <a:spcPts val="1300"/>
              </a:lnSpc>
              <a:buNone/>
            </a:pPr>
            <a:r>
              <a:rPr lang="fr-FR" sz="1050" noProof="0">
                <a:solidFill>
                  <a:srgbClr val="5C6B7F"/>
                </a:solidFill>
                <a:latin typeface="Calibri" pitchFamily="34" charset="0"/>
                <a:ea typeface="Calibri" pitchFamily="34" charset="-122"/>
                <a:cs typeface="Calibri" pitchFamily="34" charset="-120"/>
              </a:rPr>
              <a:t>Consulte les insights dans M365 Copilot avec une licence Copilot.</a:t>
            </a:r>
            <a:endParaRPr lang="fr-FR" sz="1050" noProof="0"/>
          </a:p>
        </p:txBody>
      </p:sp>
      <p:pic>
        <p:nvPicPr>
          <p:cNvPr id="31" name="Image 30">
            <a:extLst>
              <a:ext uri="{FF2B5EF4-FFF2-40B4-BE49-F238E27FC236}">
                <a16:creationId xmlns:a16="http://schemas.microsoft.com/office/drawing/2014/main" id="{3D2B49EC-9B35-EB6F-0CFD-2AA90F19E062}"/>
              </a:ext>
            </a:extLst>
          </p:cNvPr>
          <p:cNvPicPr>
            <a:picLocks noChangeAspect="1"/>
          </p:cNvPicPr>
          <p:nvPr/>
        </p:nvPicPr>
        <p:blipFill>
          <a:blip r:embed="rId3"/>
          <a:stretch>
            <a:fillRect/>
          </a:stretch>
        </p:blipFill>
        <p:spPr>
          <a:xfrm>
            <a:off x="63322" y="4764044"/>
            <a:ext cx="315050" cy="324277"/>
          </a:xfrm>
          <a:prstGeom prst="rect">
            <a:avLst/>
          </a:prstGeom>
        </p:spPr>
      </p:pic>
      <p:sp>
        <p:nvSpPr>
          <p:cNvPr id="34" name="Text 6">
            <a:extLst>
              <a:ext uri="{FF2B5EF4-FFF2-40B4-BE49-F238E27FC236}">
                <a16:creationId xmlns:a16="http://schemas.microsoft.com/office/drawing/2014/main" id="{008EC8F7-9001-23F2-DFED-7D19DB7816FC}"/>
              </a:ext>
            </a:extLst>
          </p:cNvPr>
          <p:cNvSpPr/>
          <p:nvPr/>
        </p:nvSpPr>
        <p:spPr>
          <a:xfrm>
            <a:off x="640080" y="2289048"/>
            <a:ext cx="274320" cy="341376"/>
          </a:xfrm>
          <a:prstGeom prst="rect">
            <a:avLst/>
          </a:prstGeom>
          <a:noFill/>
          <a:ln/>
        </p:spPr>
        <p:txBody>
          <a:bodyPr wrap="square" rtlCol="0" anchor="t"/>
          <a:lstStyle/>
          <a:p>
            <a:pPr marL="0" indent="0">
              <a:buNone/>
            </a:pPr>
            <a:r>
              <a:rPr lang="fr-FR" sz="1500" b="1" noProof="0">
                <a:solidFill>
                  <a:srgbClr val="F26522"/>
                </a:solidFill>
                <a:latin typeface="Trebuchet MS" pitchFamily="34" charset="0"/>
                <a:ea typeface="Trebuchet MS" pitchFamily="34" charset="-122"/>
                <a:cs typeface="Trebuchet MS" pitchFamily="34" charset="-120"/>
              </a:rPr>
              <a:t>›</a:t>
            </a:r>
            <a:endParaRPr lang="fr-FR" sz="1500" noProof="0"/>
          </a:p>
        </p:txBody>
      </p:sp>
      <p:sp>
        <p:nvSpPr>
          <p:cNvPr id="36" name="Text 6">
            <a:extLst>
              <a:ext uri="{FF2B5EF4-FFF2-40B4-BE49-F238E27FC236}">
                <a16:creationId xmlns:a16="http://schemas.microsoft.com/office/drawing/2014/main" id="{3A1105B0-B5F5-8573-CBD9-93F10E517C26}"/>
              </a:ext>
            </a:extLst>
          </p:cNvPr>
          <p:cNvSpPr/>
          <p:nvPr/>
        </p:nvSpPr>
        <p:spPr>
          <a:xfrm>
            <a:off x="649224" y="2865120"/>
            <a:ext cx="274320" cy="341376"/>
          </a:xfrm>
          <a:prstGeom prst="rect">
            <a:avLst/>
          </a:prstGeom>
          <a:noFill/>
          <a:ln/>
        </p:spPr>
        <p:txBody>
          <a:bodyPr wrap="square" rtlCol="0" anchor="t"/>
          <a:lstStyle/>
          <a:p>
            <a:pPr marL="0" indent="0">
              <a:buNone/>
            </a:pPr>
            <a:r>
              <a:rPr lang="fr-FR" sz="1500" b="1" noProof="0">
                <a:solidFill>
                  <a:srgbClr val="F26522"/>
                </a:solidFill>
                <a:latin typeface="Trebuchet MS" pitchFamily="34" charset="0"/>
                <a:ea typeface="Trebuchet MS" pitchFamily="34" charset="-122"/>
                <a:cs typeface="Trebuchet MS" pitchFamily="34" charset="-120"/>
              </a:rPr>
              <a:t>›</a:t>
            </a:r>
            <a:endParaRPr lang="fr-FR" sz="1500" noProof="0"/>
          </a:p>
        </p:txBody>
      </p:sp>
      <p:sp>
        <p:nvSpPr>
          <p:cNvPr id="38" name="Text 6">
            <a:extLst>
              <a:ext uri="{FF2B5EF4-FFF2-40B4-BE49-F238E27FC236}">
                <a16:creationId xmlns:a16="http://schemas.microsoft.com/office/drawing/2014/main" id="{E72873C3-4851-A779-E442-67C2BFB28C71}"/>
              </a:ext>
            </a:extLst>
          </p:cNvPr>
          <p:cNvSpPr/>
          <p:nvPr/>
        </p:nvSpPr>
        <p:spPr>
          <a:xfrm>
            <a:off x="640080" y="3464191"/>
            <a:ext cx="274320" cy="341376"/>
          </a:xfrm>
          <a:prstGeom prst="rect">
            <a:avLst/>
          </a:prstGeom>
          <a:noFill/>
          <a:ln/>
        </p:spPr>
        <p:txBody>
          <a:bodyPr wrap="square" rtlCol="0" anchor="t"/>
          <a:lstStyle/>
          <a:p>
            <a:pPr marL="0" indent="0">
              <a:buNone/>
            </a:pPr>
            <a:r>
              <a:rPr lang="fr-FR" sz="1500" b="1" noProof="0">
                <a:solidFill>
                  <a:srgbClr val="F26522"/>
                </a:solidFill>
                <a:latin typeface="Trebuchet MS" pitchFamily="34" charset="0"/>
                <a:ea typeface="Trebuchet MS" pitchFamily="34" charset="-122"/>
                <a:cs typeface="Trebuchet MS" pitchFamily="34" charset="-120"/>
              </a:rPr>
              <a:t>›</a:t>
            </a:r>
            <a:endParaRPr lang="fr-FR" sz="1500" noProof="0"/>
          </a:p>
        </p:txBody>
      </p:sp>
      <p:sp>
        <p:nvSpPr>
          <p:cNvPr id="40" name="Text 9">
            <a:extLst>
              <a:ext uri="{FF2B5EF4-FFF2-40B4-BE49-F238E27FC236}">
                <a16:creationId xmlns:a16="http://schemas.microsoft.com/office/drawing/2014/main" id="{AED04A91-4D0F-7553-7DFA-E765A1BD891C}"/>
              </a:ext>
            </a:extLst>
          </p:cNvPr>
          <p:cNvSpPr/>
          <p:nvPr/>
        </p:nvSpPr>
        <p:spPr>
          <a:xfrm>
            <a:off x="914400" y="2271453"/>
            <a:ext cx="3502152" cy="274597"/>
          </a:xfrm>
          <a:prstGeom prst="rect">
            <a:avLst/>
          </a:prstGeom>
          <a:noFill/>
          <a:ln/>
        </p:spPr>
        <p:txBody>
          <a:bodyPr wrap="square" rtlCol="0" anchor="t"/>
          <a:lstStyle/>
          <a:p>
            <a:pPr marL="0" indent="0">
              <a:lnSpc>
                <a:spcPts val="1400"/>
              </a:lnSpc>
              <a:buNone/>
            </a:pPr>
            <a:r>
              <a:rPr lang="fr-FR" sz="1150" i="1" noProof="0">
                <a:solidFill>
                  <a:srgbClr val="33465E"/>
                </a:solidFill>
                <a:latin typeface="Calibri" pitchFamily="34" charset="0"/>
                <a:ea typeface="Calibri" pitchFamily="34" charset="-122"/>
                <a:cs typeface="Calibri" pitchFamily="34" charset="-120"/>
              </a:rPr>
              <a:t>« </a:t>
            </a:r>
            <a:r>
              <a:rPr lang="fr-FR" sz="1150" i="1" noProof="0" err="1">
                <a:solidFill>
                  <a:srgbClr val="33465E"/>
                </a:solidFill>
                <a:latin typeface="Calibri" pitchFamily="34" charset="0"/>
                <a:ea typeface="Calibri" pitchFamily="34" charset="-122"/>
                <a:cs typeface="Calibri" pitchFamily="34" charset="-120"/>
              </a:rPr>
              <a:t>What</a:t>
            </a:r>
            <a:r>
              <a:rPr lang="fr-FR" sz="1150" i="1" noProof="0">
                <a:solidFill>
                  <a:srgbClr val="33465E"/>
                </a:solidFill>
                <a:latin typeface="Calibri" pitchFamily="34" charset="0"/>
                <a:ea typeface="Calibri" pitchFamily="34" charset="-122"/>
                <a:cs typeface="Calibri" pitchFamily="34" charset="-120"/>
              </a:rPr>
              <a:t> </a:t>
            </a:r>
            <a:r>
              <a:rPr lang="fr-FR" sz="1150" i="1" noProof="0" err="1">
                <a:solidFill>
                  <a:srgbClr val="33465E"/>
                </a:solidFill>
                <a:latin typeface="Calibri" pitchFamily="34" charset="0"/>
                <a:ea typeface="Calibri" pitchFamily="34" charset="-122"/>
                <a:cs typeface="Calibri" pitchFamily="34" charset="-120"/>
              </a:rPr>
              <a:t>is</a:t>
            </a:r>
            <a:r>
              <a:rPr lang="fr-FR" sz="1150" i="1" noProof="0">
                <a:solidFill>
                  <a:srgbClr val="33465E"/>
                </a:solidFill>
                <a:latin typeface="Calibri" pitchFamily="34" charset="0"/>
                <a:ea typeface="Calibri" pitchFamily="34" charset="-122"/>
                <a:cs typeface="Calibri" pitchFamily="34" charset="-120"/>
              </a:rPr>
              <a:t> the </a:t>
            </a:r>
            <a:r>
              <a:rPr lang="fr-FR" sz="1150" i="1" noProof="0" err="1">
                <a:solidFill>
                  <a:srgbClr val="33465E"/>
                </a:solidFill>
                <a:latin typeface="Calibri" pitchFamily="34" charset="0"/>
                <a:ea typeface="Calibri" pitchFamily="34" charset="-122"/>
                <a:cs typeface="Calibri" pitchFamily="34" charset="-120"/>
              </a:rPr>
              <a:t>gross</a:t>
            </a:r>
            <a:r>
              <a:rPr lang="fr-FR" sz="1150" i="1" noProof="0">
                <a:solidFill>
                  <a:srgbClr val="33465E"/>
                </a:solidFill>
                <a:latin typeface="Calibri" pitchFamily="34" charset="0"/>
                <a:ea typeface="Calibri" pitchFamily="34" charset="-122"/>
                <a:cs typeface="Calibri" pitchFamily="34" charset="-120"/>
              </a:rPr>
              <a:t> </a:t>
            </a:r>
            <a:r>
              <a:rPr lang="fr-FR" sz="1150" i="1" noProof="0" err="1">
                <a:solidFill>
                  <a:srgbClr val="33465E"/>
                </a:solidFill>
                <a:latin typeface="Calibri" pitchFamily="34" charset="0"/>
                <a:ea typeface="Calibri" pitchFamily="34" charset="-122"/>
                <a:cs typeface="Calibri" pitchFamily="34" charset="-120"/>
              </a:rPr>
              <a:t>margin</a:t>
            </a:r>
            <a:r>
              <a:rPr lang="fr-FR" sz="1150" i="1" noProof="0">
                <a:solidFill>
                  <a:srgbClr val="33465E"/>
                </a:solidFill>
                <a:latin typeface="Calibri" pitchFamily="34" charset="0"/>
                <a:ea typeface="Calibri" pitchFamily="34" charset="-122"/>
                <a:cs typeface="Calibri" pitchFamily="34" charset="-120"/>
              </a:rPr>
              <a:t> for 2024 ? »</a:t>
            </a:r>
            <a:endParaRPr lang="fr-FR" sz="1150" noProof="0"/>
          </a:p>
        </p:txBody>
      </p:sp>
      <p:sp>
        <p:nvSpPr>
          <p:cNvPr id="42" name="Text 9">
            <a:extLst>
              <a:ext uri="{FF2B5EF4-FFF2-40B4-BE49-F238E27FC236}">
                <a16:creationId xmlns:a16="http://schemas.microsoft.com/office/drawing/2014/main" id="{DBF8AC87-D1B6-3906-1322-AC058F349EF3}"/>
              </a:ext>
            </a:extLst>
          </p:cNvPr>
          <p:cNvSpPr/>
          <p:nvPr/>
        </p:nvSpPr>
        <p:spPr>
          <a:xfrm>
            <a:off x="914400" y="2889643"/>
            <a:ext cx="3502152" cy="274597"/>
          </a:xfrm>
          <a:prstGeom prst="rect">
            <a:avLst/>
          </a:prstGeom>
          <a:noFill/>
          <a:ln/>
        </p:spPr>
        <p:txBody>
          <a:bodyPr wrap="square" rtlCol="0" anchor="t"/>
          <a:lstStyle/>
          <a:p>
            <a:pPr marL="0" indent="0">
              <a:lnSpc>
                <a:spcPts val="1400"/>
              </a:lnSpc>
              <a:buNone/>
            </a:pPr>
            <a:r>
              <a:rPr lang="fr-FR" sz="1150" i="1" noProof="0">
                <a:solidFill>
                  <a:srgbClr val="33465E"/>
                </a:solidFill>
                <a:latin typeface="Calibri" pitchFamily="34" charset="0"/>
                <a:ea typeface="Calibri" pitchFamily="34" charset="-122"/>
                <a:cs typeface="Calibri" pitchFamily="34" charset="-120"/>
              </a:rPr>
              <a:t>« </a:t>
            </a:r>
            <a:r>
              <a:rPr lang="fr-FR" sz="1150" i="1" noProof="0" err="1">
                <a:solidFill>
                  <a:srgbClr val="33465E"/>
                </a:solidFill>
                <a:latin typeface="Calibri" pitchFamily="34" charset="0"/>
                <a:ea typeface="Calibri" pitchFamily="34" charset="-122"/>
                <a:cs typeface="Calibri" pitchFamily="34" charset="-120"/>
              </a:rPr>
              <a:t>Monthly</a:t>
            </a:r>
            <a:r>
              <a:rPr lang="fr-FR" sz="1150" i="1" noProof="0">
                <a:solidFill>
                  <a:srgbClr val="33465E"/>
                </a:solidFill>
                <a:latin typeface="Calibri" pitchFamily="34" charset="0"/>
                <a:ea typeface="Calibri" pitchFamily="34" charset="-122"/>
                <a:cs typeface="Calibri" pitchFamily="34" charset="-120"/>
              </a:rPr>
              <a:t> sales for 2024 »</a:t>
            </a:r>
            <a:endParaRPr lang="fr-FR" sz="1150" noProof="0"/>
          </a:p>
        </p:txBody>
      </p:sp>
      <p:sp>
        <p:nvSpPr>
          <p:cNvPr id="44" name="Text 9">
            <a:extLst>
              <a:ext uri="{FF2B5EF4-FFF2-40B4-BE49-F238E27FC236}">
                <a16:creationId xmlns:a16="http://schemas.microsoft.com/office/drawing/2014/main" id="{CCA1F3DE-E648-4F39-88BF-A9DD98080ABF}"/>
              </a:ext>
            </a:extLst>
          </p:cNvPr>
          <p:cNvSpPr/>
          <p:nvPr/>
        </p:nvSpPr>
        <p:spPr>
          <a:xfrm>
            <a:off x="914400" y="3492454"/>
            <a:ext cx="3502152" cy="274597"/>
          </a:xfrm>
          <a:prstGeom prst="rect">
            <a:avLst/>
          </a:prstGeom>
          <a:noFill/>
          <a:ln/>
        </p:spPr>
        <p:txBody>
          <a:bodyPr wrap="square" rtlCol="0" anchor="t"/>
          <a:lstStyle/>
          <a:p>
            <a:pPr marL="0" indent="0">
              <a:lnSpc>
                <a:spcPts val="1400"/>
              </a:lnSpc>
              <a:buNone/>
            </a:pPr>
            <a:r>
              <a:rPr lang="fr-FR" sz="1150" i="1" noProof="0">
                <a:solidFill>
                  <a:srgbClr val="33465E"/>
                </a:solidFill>
                <a:latin typeface="Calibri" pitchFamily="34" charset="0"/>
                <a:ea typeface="Calibri" pitchFamily="34" charset="-122"/>
                <a:cs typeface="Calibri" pitchFamily="34" charset="-120"/>
              </a:rPr>
              <a:t>« Top 10 </a:t>
            </a:r>
            <a:r>
              <a:rPr lang="fr-FR" sz="1150" i="1" noProof="0" err="1">
                <a:solidFill>
                  <a:srgbClr val="33465E"/>
                </a:solidFill>
                <a:latin typeface="Calibri" pitchFamily="34" charset="0"/>
                <a:ea typeface="Calibri" pitchFamily="34" charset="-122"/>
                <a:cs typeface="Calibri" pitchFamily="34" charset="-120"/>
              </a:rPr>
              <a:t>suppliers</a:t>
            </a:r>
            <a:r>
              <a:rPr lang="fr-FR" sz="1150" i="1" noProof="0">
                <a:solidFill>
                  <a:srgbClr val="33465E"/>
                </a:solidFill>
                <a:latin typeface="Calibri" pitchFamily="34" charset="0"/>
                <a:ea typeface="Calibri" pitchFamily="34" charset="-122"/>
                <a:cs typeface="Calibri" pitchFamily="34" charset="-120"/>
              </a:rPr>
              <a:t> by sales contribution »</a:t>
            </a:r>
            <a:endParaRPr lang="fr-FR" sz="1150" noProof="0"/>
          </a:p>
        </p:txBody>
      </p:sp>
      <p:sp>
        <p:nvSpPr>
          <p:cNvPr id="28" name="Slide Number Placeholder 27">
            <a:extLst>
              <a:ext uri="{FF2B5EF4-FFF2-40B4-BE49-F238E27FC236}">
                <a16:creationId xmlns:a16="http://schemas.microsoft.com/office/drawing/2014/main" id="{80B6C9A3-7CCE-3909-6E5A-84E398F66455}"/>
              </a:ext>
            </a:extLst>
          </p:cNvPr>
          <p:cNvSpPr>
            <a:spLocks noGrp="1"/>
          </p:cNvSpPr>
          <p:nvPr>
            <p:ph type="sldNum" sz="quarter" idx="12"/>
          </p:nvPr>
        </p:nvSpPr>
        <p:spPr/>
        <p:txBody>
          <a:bodyPr/>
          <a:lstStyle/>
          <a:p>
            <a:r>
              <a:rPr lang="fr-FR" b="1">
                <a:solidFill>
                  <a:srgbClr val="F26522"/>
                </a:solidFill>
                <a:latin typeface="Calibri" pitchFamily="34" charset="0"/>
                <a:ea typeface="Calibri" pitchFamily="34" charset="-122"/>
                <a:cs typeface="Calibri" pitchFamily="34" charset="-120"/>
              </a:rPr>
              <a:t>Expertime</a:t>
            </a:r>
            <a:r>
              <a:rPr lang="fr-FR">
                <a:solidFill>
                  <a:srgbClr val="5C6B7F"/>
                </a:solidFill>
                <a:latin typeface="Calibri" pitchFamily="34" charset="0"/>
                <a:ea typeface="Calibri" pitchFamily="34" charset="-122"/>
                <a:cs typeface="Calibri" pitchFamily="34" charset="-120"/>
              </a:rPr>
              <a:t>   | </a:t>
            </a:r>
            <a:fld id="{58E94494-CE21-4E82-948B-6B5BB0295547}" type="slidenum">
              <a:rPr lang="fr-FR" smtClean="0"/>
              <a:pPr/>
              <a:t>36</a:t>
            </a:fld>
            <a:endParaRPr lang="fr-FR" sz="85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name="Slide 17">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457200" y="384048"/>
            <a:ext cx="146304" cy="146304"/>
          </a:xfrm>
          <a:prstGeom prst="rect">
            <a:avLst/>
          </a:prstGeom>
          <a:solidFill>
            <a:srgbClr val="F26522"/>
          </a:solidFill>
          <a:ln/>
        </p:spPr>
        <p:txBody>
          <a:bodyPr/>
          <a:lstStyle/>
          <a:p>
            <a:endParaRPr lang="fr-FR" noProof="0"/>
          </a:p>
        </p:txBody>
      </p:sp>
      <p:sp>
        <p:nvSpPr>
          <p:cNvPr id="3" name="Text 1"/>
          <p:cNvSpPr/>
          <p:nvPr/>
        </p:nvSpPr>
        <p:spPr>
          <a:xfrm>
            <a:off x="713232" y="347472"/>
            <a:ext cx="7955280" cy="237744"/>
          </a:xfrm>
          <a:prstGeom prst="rect">
            <a:avLst/>
          </a:prstGeom>
          <a:noFill/>
          <a:ln/>
        </p:spPr>
        <p:txBody>
          <a:bodyPr wrap="square" rtlCol="0" anchor="ctr"/>
          <a:lstStyle/>
          <a:p>
            <a:pPr marL="0" indent="0">
              <a:buNone/>
            </a:pPr>
            <a:r>
              <a:rPr lang="fr-FR" sz="1100" b="1" kern="0" spc="200" noProof="0">
                <a:solidFill>
                  <a:srgbClr val="F26522"/>
                </a:solidFill>
                <a:latin typeface="Calibri" pitchFamily="34" charset="0"/>
                <a:ea typeface="Calibri" pitchFamily="34" charset="-122"/>
                <a:cs typeface="Calibri" pitchFamily="34" charset="-120"/>
              </a:rPr>
              <a:t>SYNTHÈSE</a:t>
            </a:r>
            <a:endParaRPr lang="fr-FR" sz="1100" noProof="0"/>
          </a:p>
        </p:txBody>
      </p:sp>
      <p:sp>
        <p:nvSpPr>
          <p:cNvPr id="4" name="Text 2"/>
          <p:cNvSpPr/>
          <p:nvPr/>
        </p:nvSpPr>
        <p:spPr>
          <a:xfrm>
            <a:off x="438912" y="722599"/>
            <a:ext cx="8266176" cy="566928"/>
          </a:xfrm>
          <a:prstGeom prst="rect">
            <a:avLst/>
          </a:prstGeom>
          <a:noFill/>
          <a:ln/>
        </p:spPr>
        <p:txBody>
          <a:bodyPr wrap="square" rtlCol="0" anchor="ctr"/>
          <a:lstStyle/>
          <a:p>
            <a:pPr marL="0" indent="0">
              <a:buNone/>
            </a:pPr>
            <a:r>
              <a:rPr lang="fr-FR" sz="2600" b="1" noProof="0" dirty="0">
                <a:solidFill>
                  <a:srgbClr val="16273D"/>
                </a:solidFill>
                <a:latin typeface="Trebuchet MS" pitchFamily="34" charset="0"/>
                <a:ea typeface="Trebuchet MS" pitchFamily="34" charset="-122"/>
                <a:cs typeface="Trebuchet MS" pitchFamily="34" charset="-120"/>
              </a:rPr>
              <a:t>Usages &amp; fonctionnalités de</a:t>
            </a:r>
          </a:p>
          <a:p>
            <a:pPr marL="0" indent="0">
              <a:buNone/>
            </a:pPr>
            <a:r>
              <a:rPr lang="fr-FR" sz="2600" b="1" noProof="0" dirty="0" err="1">
                <a:solidFill>
                  <a:srgbClr val="16273D"/>
                </a:solidFill>
                <a:latin typeface="Trebuchet MS" pitchFamily="34" charset="0"/>
                <a:ea typeface="Trebuchet MS" pitchFamily="34" charset="-122"/>
                <a:cs typeface="Trebuchet MS" pitchFamily="34" charset="-120"/>
              </a:rPr>
              <a:t>Fabric</a:t>
            </a:r>
            <a:r>
              <a:rPr lang="fr-FR" sz="2600" b="1" noProof="0" dirty="0">
                <a:solidFill>
                  <a:srgbClr val="16273D"/>
                </a:solidFill>
                <a:latin typeface="Trebuchet MS" pitchFamily="34" charset="0"/>
                <a:ea typeface="Trebuchet MS" pitchFamily="34" charset="-122"/>
                <a:cs typeface="Trebuchet MS" pitchFamily="34" charset="-120"/>
              </a:rPr>
              <a:t> Data Agents</a:t>
            </a:r>
            <a:endParaRPr lang="fr-FR" sz="2600" noProof="0" dirty="0">
              <a:solidFill>
                <a:srgbClr val="16273D"/>
              </a:solidFill>
            </a:endParaRPr>
          </a:p>
        </p:txBody>
      </p:sp>
      <p:sp>
        <p:nvSpPr>
          <p:cNvPr id="5" name="Shape 3"/>
          <p:cNvSpPr/>
          <p:nvPr/>
        </p:nvSpPr>
        <p:spPr>
          <a:xfrm>
            <a:off x="457200" y="1810214"/>
            <a:ext cx="4023360" cy="841248"/>
          </a:xfrm>
          <a:prstGeom prst="rect">
            <a:avLst/>
          </a:prstGeom>
          <a:solidFill>
            <a:srgbClr val="FFFFFF"/>
          </a:solidFill>
          <a:ln w="12700">
            <a:solidFill>
              <a:srgbClr val="DCE4EE"/>
            </a:solidFill>
            <a:prstDash val="solid"/>
          </a:ln>
          <a:effectLst>
            <a:outerShdw blurRad="88900" dist="38100" dir="5400000" algn="bl" rotWithShape="0">
              <a:srgbClr val="0E2240">
                <a:alpha val="10000"/>
              </a:srgbClr>
            </a:outerShdw>
          </a:effectLst>
        </p:spPr>
        <p:txBody>
          <a:bodyPr/>
          <a:lstStyle/>
          <a:p>
            <a:endParaRPr lang="fr-FR" noProof="0" dirty="0">
              <a:highlight>
                <a:srgbClr val="FFFF00"/>
              </a:highlight>
            </a:endParaRPr>
          </a:p>
        </p:txBody>
      </p:sp>
      <p:sp>
        <p:nvSpPr>
          <p:cNvPr id="6" name="Shape 4"/>
          <p:cNvSpPr/>
          <p:nvPr/>
        </p:nvSpPr>
        <p:spPr>
          <a:xfrm>
            <a:off x="457200" y="1810214"/>
            <a:ext cx="64008" cy="841248"/>
          </a:xfrm>
          <a:prstGeom prst="rect">
            <a:avLst/>
          </a:prstGeom>
          <a:solidFill>
            <a:srgbClr val="F26522"/>
          </a:solidFill>
          <a:ln/>
        </p:spPr>
        <p:txBody>
          <a:bodyPr/>
          <a:lstStyle/>
          <a:p>
            <a:endParaRPr lang="fr-FR" noProof="0"/>
          </a:p>
        </p:txBody>
      </p:sp>
      <p:sp>
        <p:nvSpPr>
          <p:cNvPr id="7" name="Text 5"/>
          <p:cNvSpPr/>
          <p:nvPr/>
        </p:nvSpPr>
        <p:spPr>
          <a:xfrm>
            <a:off x="685800" y="1919942"/>
            <a:ext cx="3611880" cy="292608"/>
          </a:xfrm>
          <a:prstGeom prst="rect">
            <a:avLst/>
          </a:prstGeom>
          <a:noFill/>
          <a:ln/>
        </p:spPr>
        <p:txBody>
          <a:bodyPr wrap="square" rtlCol="0" anchor="ctr"/>
          <a:lstStyle/>
          <a:p>
            <a:pPr marL="0" indent="0">
              <a:buNone/>
            </a:pPr>
            <a:r>
              <a:rPr lang="fr-FR" sz="1300" b="1" noProof="0" dirty="0">
                <a:solidFill>
                  <a:srgbClr val="16273D"/>
                </a:solidFill>
                <a:latin typeface="Trebuchet MS" pitchFamily="34" charset="0"/>
                <a:ea typeface="Trebuchet MS" pitchFamily="34" charset="-122"/>
                <a:cs typeface="Trebuchet MS" pitchFamily="34" charset="-120"/>
              </a:rPr>
              <a:t>Démocratiser la donnée</a:t>
            </a:r>
            <a:endParaRPr lang="fr-FR" sz="1300" noProof="0" dirty="0"/>
          </a:p>
        </p:txBody>
      </p:sp>
      <p:sp>
        <p:nvSpPr>
          <p:cNvPr id="8" name="Text 6"/>
          <p:cNvSpPr/>
          <p:nvPr/>
        </p:nvSpPr>
        <p:spPr>
          <a:xfrm>
            <a:off x="521208" y="2212550"/>
            <a:ext cx="3776472" cy="384048"/>
          </a:xfrm>
          <a:prstGeom prst="rect">
            <a:avLst/>
          </a:prstGeom>
          <a:noFill/>
          <a:ln/>
        </p:spPr>
        <p:txBody>
          <a:bodyPr wrap="square" rtlCol="0" anchor="t"/>
          <a:lstStyle/>
          <a:p>
            <a:pPr marL="0" indent="0" algn="ctr">
              <a:lnSpc>
                <a:spcPts val="1300"/>
              </a:lnSpc>
              <a:buNone/>
            </a:pPr>
            <a:r>
              <a:rPr lang="fr-FR" sz="1050" noProof="0">
                <a:solidFill>
                  <a:srgbClr val="5C6B7F"/>
                </a:solidFill>
                <a:latin typeface="Calibri" pitchFamily="34" charset="0"/>
                <a:ea typeface="Calibri" pitchFamily="34" charset="-122"/>
                <a:cs typeface="Calibri" pitchFamily="34" charset="-120"/>
              </a:rPr>
              <a:t>Les métiers interrogent leurs données en langage naturel, sans en connaître la structure ni écrire de requêtes.</a:t>
            </a:r>
            <a:endParaRPr lang="fr-FR" sz="1050" noProof="0"/>
          </a:p>
        </p:txBody>
      </p:sp>
      <p:sp>
        <p:nvSpPr>
          <p:cNvPr id="9" name="Shape 7"/>
          <p:cNvSpPr/>
          <p:nvPr/>
        </p:nvSpPr>
        <p:spPr>
          <a:xfrm>
            <a:off x="4663440" y="1810214"/>
            <a:ext cx="4023360" cy="841248"/>
          </a:xfrm>
          <a:prstGeom prst="rect">
            <a:avLst/>
          </a:prstGeom>
          <a:solidFill>
            <a:srgbClr val="FFFFFF"/>
          </a:solidFill>
          <a:ln w="12700">
            <a:solidFill>
              <a:srgbClr val="DCE4EE"/>
            </a:solidFill>
            <a:prstDash val="solid"/>
          </a:ln>
          <a:effectLst>
            <a:outerShdw blurRad="88900" dist="38100" dir="5400000" algn="bl" rotWithShape="0">
              <a:srgbClr val="0E2240">
                <a:alpha val="10000"/>
              </a:srgbClr>
            </a:outerShdw>
          </a:effectLst>
        </p:spPr>
        <p:txBody>
          <a:bodyPr/>
          <a:lstStyle/>
          <a:p>
            <a:endParaRPr lang="fr-FR" noProof="0"/>
          </a:p>
        </p:txBody>
      </p:sp>
      <p:sp>
        <p:nvSpPr>
          <p:cNvPr id="10" name="Shape 8"/>
          <p:cNvSpPr/>
          <p:nvPr/>
        </p:nvSpPr>
        <p:spPr>
          <a:xfrm>
            <a:off x="4663440" y="1810214"/>
            <a:ext cx="64008" cy="841248"/>
          </a:xfrm>
          <a:prstGeom prst="rect">
            <a:avLst/>
          </a:prstGeom>
          <a:solidFill>
            <a:srgbClr val="F26522"/>
          </a:solidFill>
          <a:ln/>
        </p:spPr>
        <p:txBody>
          <a:bodyPr/>
          <a:lstStyle/>
          <a:p>
            <a:endParaRPr lang="fr-FR" noProof="0"/>
          </a:p>
        </p:txBody>
      </p:sp>
      <p:sp>
        <p:nvSpPr>
          <p:cNvPr id="11" name="Text 9"/>
          <p:cNvSpPr/>
          <p:nvPr/>
        </p:nvSpPr>
        <p:spPr>
          <a:xfrm>
            <a:off x="4892040" y="1919942"/>
            <a:ext cx="3611880" cy="292608"/>
          </a:xfrm>
          <a:prstGeom prst="rect">
            <a:avLst/>
          </a:prstGeom>
          <a:noFill/>
          <a:ln/>
        </p:spPr>
        <p:txBody>
          <a:bodyPr wrap="square" rtlCol="0" anchor="ctr"/>
          <a:lstStyle/>
          <a:p>
            <a:pPr marL="0" indent="0">
              <a:buNone/>
            </a:pPr>
            <a:r>
              <a:rPr lang="fr-FR" sz="1300" b="1" noProof="0" dirty="0">
                <a:solidFill>
                  <a:srgbClr val="16273D"/>
                </a:solidFill>
                <a:latin typeface="Trebuchet MS" pitchFamily="34" charset="0"/>
                <a:ea typeface="Trebuchet MS" pitchFamily="34" charset="-122"/>
                <a:cs typeface="Trebuchet MS" pitchFamily="34" charset="-120"/>
              </a:rPr>
              <a:t>Jusqu’à 5 sources connectées</a:t>
            </a:r>
            <a:endParaRPr lang="fr-FR" sz="1300" noProof="0" dirty="0"/>
          </a:p>
        </p:txBody>
      </p:sp>
      <p:sp>
        <p:nvSpPr>
          <p:cNvPr id="12" name="Text 10"/>
          <p:cNvSpPr/>
          <p:nvPr/>
        </p:nvSpPr>
        <p:spPr>
          <a:xfrm>
            <a:off x="4727448" y="2212550"/>
            <a:ext cx="3776472" cy="384048"/>
          </a:xfrm>
          <a:prstGeom prst="rect">
            <a:avLst/>
          </a:prstGeom>
          <a:noFill/>
          <a:ln/>
        </p:spPr>
        <p:txBody>
          <a:bodyPr wrap="square" rtlCol="0" anchor="t"/>
          <a:lstStyle/>
          <a:p>
            <a:pPr marL="0" indent="0" algn="ctr">
              <a:lnSpc>
                <a:spcPts val="1300"/>
              </a:lnSpc>
              <a:buNone/>
            </a:pPr>
            <a:r>
              <a:rPr lang="fr-FR" sz="1050" noProof="0">
                <a:solidFill>
                  <a:srgbClr val="5C6B7F"/>
                </a:solidFill>
                <a:latin typeface="Calibri" pitchFamily="34" charset="0"/>
                <a:ea typeface="Calibri" pitchFamily="34" charset="-122"/>
                <a:cs typeface="Calibri" pitchFamily="34" charset="-120"/>
              </a:rPr>
              <a:t>Lakehouse, Warehouse, modèle sémantique Power BI, base KQL, base miroir et ontologie métier.</a:t>
            </a:r>
            <a:endParaRPr lang="fr-FR" sz="1050" noProof="0"/>
          </a:p>
        </p:txBody>
      </p:sp>
      <p:sp>
        <p:nvSpPr>
          <p:cNvPr id="13" name="Shape 11"/>
          <p:cNvSpPr/>
          <p:nvPr/>
        </p:nvSpPr>
        <p:spPr>
          <a:xfrm>
            <a:off x="457200" y="2797766"/>
            <a:ext cx="4023360" cy="841248"/>
          </a:xfrm>
          <a:prstGeom prst="rect">
            <a:avLst/>
          </a:prstGeom>
          <a:solidFill>
            <a:srgbClr val="FFFFFF"/>
          </a:solidFill>
          <a:ln w="12700">
            <a:solidFill>
              <a:srgbClr val="DCE4EE"/>
            </a:solidFill>
            <a:prstDash val="solid"/>
          </a:ln>
          <a:effectLst>
            <a:outerShdw blurRad="88900" dist="38100" dir="5400000" algn="bl" rotWithShape="0">
              <a:srgbClr val="0E2240">
                <a:alpha val="10000"/>
              </a:srgbClr>
            </a:outerShdw>
          </a:effectLst>
        </p:spPr>
        <p:txBody>
          <a:bodyPr/>
          <a:lstStyle/>
          <a:p>
            <a:endParaRPr lang="fr-FR" noProof="0"/>
          </a:p>
        </p:txBody>
      </p:sp>
      <p:sp>
        <p:nvSpPr>
          <p:cNvPr id="14" name="Shape 12"/>
          <p:cNvSpPr/>
          <p:nvPr/>
        </p:nvSpPr>
        <p:spPr>
          <a:xfrm>
            <a:off x="457200" y="2797766"/>
            <a:ext cx="64008" cy="841248"/>
          </a:xfrm>
          <a:prstGeom prst="rect">
            <a:avLst/>
          </a:prstGeom>
          <a:solidFill>
            <a:srgbClr val="F26522"/>
          </a:solidFill>
          <a:ln/>
        </p:spPr>
        <p:txBody>
          <a:bodyPr/>
          <a:lstStyle/>
          <a:p>
            <a:endParaRPr lang="fr-FR" noProof="0"/>
          </a:p>
        </p:txBody>
      </p:sp>
      <p:sp>
        <p:nvSpPr>
          <p:cNvPr id="15" name="Text 13"/>
          <p:cNvSpPr/>
          <p:nvPr/>
        </p:nvSpPr>
        <p:spPr>
          <a:xfrm>
            <a:off x="685800" y="2907494"/>
            <a:ext cx="3611880" cy="292608"/>
          </a:xfrm>
          <a:prstGeom prst="rect">
            <a:avLst/>
          </a:prstGeom>
          <a:noFill/>
          <a:ln/>
        </p:spPr>
        <p:txBody>
          <a:bodyPr wrap="square" rtlCol="0" anchor="ctr"/>
          <a:lstStyle/>
          <a:p>
            <a:pPr marL="0" indent="0">
              <a:buNone/>
            </a:pPr>
            <a:r>
              <a:rPr lang="fr-FR" sz="1300" b="1" noProof="0" dirty="0">
                <a:solidFill>
                  <a:srgbClr val="16273D"/>
                </a:solidFill>
                <a:latin typeface="Trebuchet MS" pitchFamily="34" charset="0"/>
                <a:ea typeface="Trebuchet MS" pitchFamily="34" charset="-122"/>
                <a:cs typeface="Trebuchet MS" pitchFamily="34" charset="-120"/>
              </a:rPr>
              <a:t>Accélérer la décision</a:t>
            </a:r>
            <a:endParaRPr lang="fr-FR" sz="1300" noProof="0" dirty="0"/>
          </a:p>
        </p:txBody>
      </p:sp>
      <p:sp>
        <p:nvSpPr>
          <p:cNvPr id="16" name="Text 14"/>
          <p:cNvSpPr/>
          <p:nvPr/>
        </p:nvSpPr>
        <p:spPr>
          <a:xfrm>
            <a:off x="521208" y="3200102"/>
            <a:ext cx="3776472" cy="384048"/>
          </a:xfrm>
          <a:prstGeom prst="rect">
            <a:avLst/>
          </a:prstGeom>
          <a:noFill/>
          <a:ln/>
        </p:spPr>
        <p:txBody>
          <a:bodyPr wrap="square" rtlCol="0" anchor="t"/>
          <a:lstStyle/>
          <a:p>
            <a:pPr marL="0" indent="0" algn="ctr">
              <a:lnSpc>
                <a:spcPts val="1300"/>
              </a:lnSpc>
              <a:buNone/>
            </a:pPr>
            <a:r>
              <a:rPr lang="fr-FR" sz="1050" noProof="0">
                <a:solidFill>
                  <a:srgbClr val="5C6B7F"/>
                </a:solidFill>
                <a:latin typeface="Calibri" pitchFamily="34" charset="0"/>
                <a:ea typeface="Calibri" pitchFamily="34" charset="-122"/>
                <a:cs typeface="Calibri" pitchFamily="34" charset="-120"/>
              </a:rPr>
              <a:t>Des réponses instantanées en self-service analytique, là où une analyse manuelle prenait des heures.</a:t>
            </a:r>
            <a:endParaRPr lang="fr-FR" sz="1050" noProof="0"/>
          </a:p>
        </p:txBody>
      </p:sp>
      <p:sp>
        <p:nvSpPr>
          <p:cNvPr id="17" name="Shape 15"/>
          <p:cNvSpPr/>
          <p:nvPr/>
        </p:nvSpPr>
        <p:spPr>
          <a:xfrm>
            <a:off x="4663440" y="2797766"/>
            <a:ext cx="4023360" cy="841248"/>
          </a:xfrm>
          <a:prstGeom prst="rect">
            <a:avLst/>
          </a:prstGeom>
          <a:solidFill>
            <a:srgbClr val="FFFFFF"/>
          </a:solidFill>
          <a:ln w="12700">
            <a:solidFill>
              <a:srgbClr val="DCE4EE"/>
            </a:solidFill>
            <a:prstDash val="solid"/>
          </a:ln>
          <a:effectLst>
            <a:outerShdw blurRad="88900" dist="38100" dir="5400000" algn="bl" rotWithShape="0">
              <a:srgbClr val="0E2240">
                <a:alpha val="10000"/>
              </a:srgbClr>
            </a:outerShdw>
          </a:effectLst>
        </p:spPr>
        <p:txBody>
          <a:bodyPr/>
          <a:lstStyle/>
          <a:p>
            <a:endParaRPr lang="fr-FR" noProof="0"/>
          </a:p>
        </p:txBody>
      </p:sp>
      <p:sp>
        <p:nvSpPr>
          <p:cNvPr id="18" name="Shape 16"/>
          <p:cNvSpPr/>
          <p:nvPr/>
        </p:nvSpPr>
        <p:spPr>
          <a:xfrm>
            <a:off x="4663440" y="2797766"/>
            <a:ext cx="64008" cy="841248"/>
          </a:xfrm>
          <a:prstGeom prst="rect">
            <a:avLst/>
          </a:prstGeom>
          <a:solidFill>
            <a:srgbClr val="F26522"/>
          </a:solidFill>
          <a:ln/>
        </p:spPr>
        <p:txBody>
          <a:bodyPr/>
          <a:lstStyle/>
          <a:p>
            <a:endParaRPr lang="fr-FR" noProof="0"/>
          </a:p>
        </p:txBody>
      </p:sp>
      <p:sp>
        <p:nvSpPr>
          <p:cNvPr id="19" name="Text 17"/>
          <p:cNvSpPr/>
          <p:nvPr/>
        </p:nvSpPr>
        <p:spPr>
          <a:xfrm>
            <a:off x="4892040" y="2907494"/>
            <a:ext cx="3611880" cy="292608"/>
          </a:xfrm>
          <a:prstGeom prst="rect">
            <a:avLst/>
          </a:prstGeom>
          <a:noFill/>
          <a:ln/>
        </p:spPr>
        <p:txBody>
          <a:bodyPr wrap="square" rtlCol="0" anchor="ctr"/>
          <a:lstStyle/>
          <a:p>
            <a:pPr marL="0" indent="0">
              <a:buNone/>
            </a:pPr>
            <a:r>
              <a:rPr lang="fr-FR" sz="1300" b="1" noProof="0">
                <a:solidFill>
                  <a:srgbClr val="16273D"/>
                </a:solidFill>
                <a:latin typeface="Trebuchet MS" pitchFamily="34" charset="0"/>
                <a:ea typeface="Trebuchet MS" pitchFamily="34" charset="-122"/>
                <a:cs typeface="Trebuchet MS" pitchFamily="34" charset="-120"/>
              </a:rPr>
              <a:t>Requêtes multi-langages</a:t>
            </a:r>
            <a:endParaRPr lang="fr-FR" sz="1300" noProof="0"/>
          </a:p>
        </p:txBody>
      </p:sp>
      <p:sp>
        <p:nvSpPr>
          <p:cNvPr id="20" name="Text 18"/>
          <p:cNvSpPr/>
          <p:nvPr/>
        </p:nvSpPr>
        <p:spPr>
          <a:xfrm>
            <a:off x="4727448" y="3200102"/>
            <a:ext cx="3959352" cy="384048"/>
          </a:xfrm>
          <a:prstGeom prst="rect">
            <a:avLst/>
          </a:prstGeom>
          <a:noFill/>
          <a:ln/>
        </p:spPr>
        <p:txBody>
          <a:bodyPr wrap="square" rtlCol="0" anchor="t"/>
          <a:lstStyle/>
          <a:p>
            <a:pPr marL="0" indent="0" algn="ctr">
              <a:lnSpc>
                <a:spcPts val="1300"/>
              </a:lnSpc>
              <a:buNone/>
            </a:pPr>
            <a:r>
              <a:rPr lang="fr-FR" sz="1050" noProof="0">
                <a:solidFill>
                  <a:srgbClr val="5C6B7F"/>
                </a:solidFill>
                <a:latin typeface="Calibri" pitchFamily="34" charset="0"/>
                <a:ea typeface="Calibri" pitchFamily="34" charset="-122"/>
                <a:cs typeface="Calibri" pitchFamily="34" charset="-120"/>
              </a:rPr>
              <a:t>L’agent traduit la question en SQL, DAX, KQL ou GQL, puis exécute et restitue une réponse claire.</a:t>
            </a:r>
            <a:endParaRPr lang="fr-FR" sz="1050" noProof="0"/>
          </a:p>
        </p:txBody>
      </p:sp>
      <p:sp>
        <p:nvSpPr>
          <p:cNvPr id="21" name="Shape 19"/>
          <p:cNvSpPr/>
          <p:nvPr/>
        </p:nvSpPr>
        <p:spPr>
          <a:xfrm>
            <a:off x="457200" y="3785318"/>
            <a:ext cx="4023360" cy="841248"/>
          </a:xfrm>
          <a:prstGeom prst="rect">
            <a:avLst/>
          </a:prstGeom>
          <a:solidFill>
            <a:srgbClr val="FFFFFF"/>
          </a:solidFill>
          <a:ln w="12700">
            <a:solidFill>
              <a:srgbClr val="DCE4EE"/>
            </a:solidFill>
            <a:prstDash val="solid"/>
          </a:ln>
          <a:effectLst>
            <a:outerShdw blurRad="88900" dist="38100" dir="5400000" algn="bl" rotWithShape="0">
              <a:srgbClr val="0E2240">
                <a:alpha val="10000"/>
              </a:srgbClr>
            </a:outerShdw>
          </a:effectLst>
        </p:spPr>
        <p:txBody>
          <a:bodyPr/>
          <a:lstStyle/>
          <a:p>
            <a:endParaRPr lang="fr-FR" noProof="0"/>
          </a:p>
        </p:txBody>
      </p:sp>
      <p:sp>
        <p:nvSpPr>
          <p:cNvPr id="22" name="Shape 20"/>
          <p:cNvSpPr/>
          <p:nvPr/>
        </p:nvSpPr>
        <p:spPr>
          <a:xfrm>
            <a:off x="457200" y="3785318"/>
            <a:ext cx="64008" cy="841248"/>
          </a:xfrm>
          <a:prstGeom prst="rect">
            <a:avLst/>
          </a:prstGeom>
          <a:solidFill>
            <a:srgbClr val="F26522"/>
          </a:solidFill>
          <a:ln/>
        </p:spPr>
        <p:txBody>
          <a:bodyPr/>
          <a:lstStyle/>
          <a:p>
            <a:endParaRPr lang="fr-FR" noProof="0"/>
          </a:p>
        </p:txBody>
      </p:sp>
      <p:sp>
        <p:nvSpPr>
          <p:cNvPr id="23" name="Text 21"/>
          <p:cNvSpPr/>
          <p:nvPr/>
        </p:nvSpPr>
        <p:spPr>
          <a:xfrm>
            <a:off x="685800" y="3895046"/>
            <a:ext cx="3611880" cy="292608"/>
          </a:xfrm>
          <a:prstGeom prst="rect">
            <a:avLst/>
          </a:prstGeom>
          <a:noFill/>
          <a:ln/>
        </p:spPr>
        <p:txBody>
          <a:bodyPr wrap="square" rtlCol="0" anchor="ctr"/>
          <a:lstStyle/>
          <a:p>
            <a:pPr marL="0" indent="0">
              <a:buNone/>
            </a:pPr>
            <a:r>
              <a:rPr lang="fr-FR" sz="1300" b="1" noProof="0" dirty="0">
                <a:solidFill>
                  <a:srgbClr val="16273D"/>
                </a:solidFill>
                <a:latin typeface="Trebuchet MS" pitchFamily="34" charset="0"/>
                <a:ea typeface="Trebuchet MS" pitchFamily="34" charset="-122"/>
                <a:cs typeface="Trebuchet MS" pitchFamily="34" charset="-120"/>
              </a:rPr>
              <a:t>Intégré à Teams &amp; </a:t>
            </a:r>
            <a:r>
              <a:rPr lang="fr-FR" sz="1300" b="1" noProof="0" dirty="0" err="1">
                <a:solidFill>
                  <a:srgbClr val="16273D"/>
                </a:solidFill>
                <a:latin typeface="Trebuchet MS" pitchFamily="34" charset="0"/>
                <a:ea typeface="Trebuchet MS" pitchFamily="34" charset="-122"/>
                <a:cs typeface="Trebuchet MS" pitchFamily="34" charset="-120"/>
              </a:rPr>
              <a:t>Copilot</a:t>
            </a:r>
            <a:endParaRPr lang="fr-FR" sz="1300" noProof="0" dirty="0"/>
          </a:p>
        </p:txBody>
      </p:sp>
      <p:sp>
        <p:nvSpPr>
          <p:cNvPr id="24" name="Text 22"/>
          <p:cNvSpPr/>
          <p:nvPr/>
        </p:nvSpPr>
        <p:spPr>
          <a:xfrm>
            <a:off x="521208" y="4187654"/>
            <a:ext cx="3776472" cy="384048"/>
          </a:xfrm>
          <a:prstGeom prst="rect">
            <a:avLst/>
          </a:prstGeom>
          <a:noFill/>
          <a:ln/>
        </p:spPr>
        <p:txBody>
          <a:bodyPr wrap="square" rtlCol="0" anchor="t"/>
          <a:lstStyle/>
          <a:p>
            <a:pPr marL="0" indent="0" algn="ctr">
              <a:lnSpc>
                <a:spcPts val="1300"/>
              </a:lnSpc>
              <a:buNone/>
            </a:pPr>
            <a:r>
              <a:rPr lang="fr-FR" sz="1050" noProof="0">
                <a:solidFill>
                  <a:srgbClr val="5C6B7F"/>
                </a:solidFill>
                <a:latin typeface="Calibri" pitchFamily="34" charset="0"/>
                <a:ea typeface="Calibri" pitchFamily="34" charset="-122"/>
                <a:cs typeface="Calibri" pitchFamily="34" charset="-120"/>
              </a:rPr>
              <a:t>Interrogation depuis Teams et Microsoft 365 Copilot, ou via des copilotes métier avec Copilot Studio et Foundry.</a:t>
            </a:r>
            <a:endParaRPr lang="fr-FR" sz="1050" noProof="0"/>
          </a:p>
        </p:txBody>
      </p:sp>
      <p:sp>
        <p:nvSpPr>
          <p:cNvPr id="25" name="Shape 23"/>
          <p:cNvSpPr/>
          <p:nvPr/>
        </p:nvSpPr>
        <p:spPr>
          <a:xfrm>
            <a:off x="4663440" y="3785318"/>
            <a:ext cx="4023360" cy="841248"/>
          </a:xfrm>
          <a:prstGeom prst="rect">
            <a:avLst/>
          </a:prstGeom>
          <a:solidFill>
            <a:srgbClr val="FFFFFF"/>
          </a:solidFill>
          <a:ln w="12700">
            <a:solidFill>
              <a:srgbClr val="DCE4EE"/>
            </a:solidFill>
            <a:prstDash val="solid"/>
          </a:ln>
          <a:effectLst>
            <a:outerShdw blurRad="88900" dist="38100" dir="5400000" algn="bl" rotWithShape="0">
              <a:srgbClr val="0E2240">
                <a:alpha val="10000"/>
              </a:srgbClr>
            </a:outerShdw>
          </a:effectLst>
        </p:spPr>
        <p:txBody>
          <a:bodyPr/>
          <a:lstStyle/>
          <a:p>
            <a:endParaRPr lang="fr-FR" noProof="0"/>
          </a:p>
        </p:txBody>
      </p:sp>
      <p:sp>
        <p:nvSpPr>
          <p:cNvPr id="26" name="Shape 24"/>
          <p:cNvSpPr/>
          <p:nvPr/>
        </p:nvSpPr>
        <p:spPr>
          <a:xfrm>
            <a:off x="4663440" y="3785318"/>
            <a:ext cx="64008" cy="841248"/>
          </a:xfrm>
          <a:prstGeom prst="rect">
            <a:avLst/>
          </a:prstGeom>
          <a:solidFill>
            <a:srgbClr val="F26522"/>
          </a:solidFill>
          <a:ln/>
        </p:spPr>
        <p:txBody>
          <a:bodyPr/>
          <a:lstStyle/>
          <a:p>
            <a:endParaRPr lang="fr-FR" noProof="0"/>
          </a:p>
        </p:txBody>
      </p:sp>
      <p:sp>
        <p:nvSpPr>
          <p:cNvPr id="27" name="Text 25"/>
          <p:cNvSpPr/>
          <p:nvPr/>
        </p:nvSpPr>
        <p:spPr>
          <a:xfrm>
            <a:off x="4892040" y="3895046"/>
            <a:ext cx="3611880" cy="292608"/>
          </a:xfrm>
          <a:prstGeom prst="rect">
            <a:avLst/>
          </a:prstGeom>
          <a:noFill/>
          <a:ln/>
        </p:spPr>
        <p:txBody>
          <a:bodyPr wrap="square" rtlCol="0" anchor="ctr"/>
          <a:lstStyle/>
          <a:p>
            <a:pPr marL="0" indent="0">
              <a:buNone/>
            </a:pPr>
            <a:r>
              <a:rPr lang="fr-FR" sz="1300" b="1" noProof="0">
                <a:solidFill>
                  <a:srgbClr val="16273D"/>
                </a:solidFill>
                <a:latin typeface="Trebuchet MS" pitchFamily="34" charset="0"/>
                <a:ea typeface="Trebuchet MS" pitchFamily="34" charset="-122"/>
                <a:cs typeface="Trebuchet MS" pitchFamily="34" charset="-120"/>
              </a:rPr>
              <a:t>Sécurité par conception</a:t>
            </a:r>
            <a:endParaRPr lang="fr-FR" sz="1300" noProof="0"/>
          </a:p>
        </p:txBody>
      </p:sp>
      <p:sp>
        <p:nvSpPr>
          <p:cNvPr id="28" name="Text 26"/>
          <p:cNvSpPr/>
          <p:nvPr/>
        </p:nvSpPr>
        <p:spPr>
          <a:xfrm>
            <a:off x="4727448" y="4187654"/>
            <a:ext cx="3776472" cy="384048"/>
          </a:xfrm>
          <a:prstGeom prst="rect">
            <a:avLst/>
          </a:prstGeom>
          <a:noFill/>
          <a:ln/>
        </p:spPr>
        <p:txBody>
          <a:bodyPr wrap="square" rtlCol="0" anchor="t"/>
          <a:lstStyle/>
          <a:p>
            <a:pPr marL="0" indent="0" algn="ctr">
              <a:lnSpc>
                <a:spcPts val="1300"/>
              </a:lnSpc>
              <a:buNone/>
            </a:pPr>
            <a:r>
              <a:rPr lang="fr-FR" sz="1050" noProof="0">
                <a:solidFill>
                  <a:srgbClr val="5C6B7F"/>
                </a:solidFill>
                <a:latin typeface="Calibri" pitchFamily="34" charset="0"/>
                <a:ea typeface="Calibri" pitchFamily="34" charset="-122"/>
                <a:cs typeface="Calibri" pitchFamily="34" charset="-120"/>
              </a:rPr>
              <a:t>Identité Entra ID, rôles d’espace, sécurité au niveau ligne et politiques Purview, en lecture seule.</a:t>
            </a:r>
            <a:endParaRPr lang="fr-FR" sz="1050" noProof="0"/>
          </a:p>
        </p:txBody>
      </p:sp>
      <p:pic>
        <p:nvPicPr>
          <p:cNvPr id="32" name="Image 31">
            <a:extLst>
              <a:ext uri="{FF2B5EF4-FFF2-40B4-BE49-F238E27FC236}">
                <a16:creationId xmlns:a16="http://schemas.microsoft.com/office/drawing/2014/main" id="{98406DB5-1928-021F-D479-A0455D547A9E}"/>
              </a:ext>
            </a:extLst>
          </p:cNvPr>
          <p:cNvPicPr>
            <a:picLocks noChangeAspect="1"/>
          </p:cNvPicPr>
          <p:nvPr/>
        </p:nvPicPr>
        <p:blipFill>
          <a:blip r:embed="rId2"/>
          <a:stretch>
            <a:fillRect/>
          </a:stretch>
        </p:blipFill>
        <p:spPr>
          <a:xfrm>
            <a:off x="63322" y="4764044"/>
            <a:ext cx="315050" cy="324277"/>
          </a:xfrm>
          <a:prstGeom prst="rect">
            <a:avLst/>
          </a:prstGeom>
        </p:spPr>
      </p:pic>
      <p:sp>
        <p:nvSpPr>
          <p:cNvPr id="29" name="Slide Number Placeholder 28">
            <a:extLst>
              <a:ext uri="{FF2B5EF4-FFF2-40B4-BE49-F238E27FC236}">
                <a16:creationId xmlns:a16="http://schemas.microsoft.com/office/drawing/2014/main" id="{AA68A403-F891-0C66-FAF6-FA8E366E6AE6}"/>
              </a:ext>
            </a:extLst>
          </p:cNvPr>
          <p:cNvSpPr>
            <a:spLocks noGrp="1"/>
          </p:cNvSpPr>
          <p:nvPr>
            <p:ph type="sldNum" sz="quarter" idx="12"/>
          </p:nvPr>
        </p:nvSpPr>
        <p:spPr/>
        <p:txBody>
          <a:bodyPr/>
          <a:lstStyle/>
          <a:p>
            <a:r>
              <a:rPr lang="fr-FR" b="1">
                <a:solidFill>
                  <a:srgbClr val="F26522"/>
                </a:solidFill>
                <a:latin typeface="Calibri" pitchFamily="34" charset="0"/>
                <a:ea typeface="Calibri" pitchFamily="34" charset="-122"/>
                <a:cs typeface="Calibri" pitchFamily="34" charset="-120"/>
              </a:rPr>
              <a:t>Expertime</a:t>
            </a:r>
            <a:r>
              <a:rPr lang="fr-FR">
                <a:solidFill>
                  <a:srgbClr val="5C6B7F"/>
                </a:solidFill>
                <a:latin typeface="Calibri" pitchFamily="34" charset="0"/>
                <a:ea typeface="Calibri" pitchFamily="34" charset="-122"/>
                <a:cs typeface="Calibri" pitchFamily="34" charset="-120"/>
              </a:rPr>
              <a:t>   | </a:t>
            </a:r>
            <a:fld id="{58E94494-CE21-4E82-948B-6B5BB0295547}" type="slidenum">
              <a:rPr lang="fr-FR" smtClean="0"/>
              <a:pPr/>
              <a:t>37</a:t>
            </a:fld>
            <a:endParaRPr lang="fr-FR" sz="85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Merci">
    <p:bg>
      <p:bgPr>
        <a:solidFill>
          <a:srgbClr val="0E2240"/>
        </a:solidFill>
        <a:effectLst/>
      </p:bgPr>
    </p:bg>
    <p:spTree>
      <p:nvGrpSpPr>
        <p:cNvPr id="1" name=""/>
        <p:cNvGrpSpPr/>
        <p:nvPr/>
      </p:nvGrpSpPr>
      <p:grpSpPr>
        <a:xfrm>
          <a:off x="0" y="0"/>
          <a:ext cx="0" cy="0"/>
          <a:chOff x="0" y="0"/>
          <a:chExt cx="0" cy="0"/>
        </a:xfrm>
      </p:grpSpPr>
      <p:pic>
        <p:nvPicPr>
          <p:cNvPr id="12" name="Logo Expertime"/>
          <p:cNvPicPr>
            <a:picLocks noChangeAspect="1"/>
          </p:cNvPicPr>
          <p:nvPr/>
        </p:nvPicPr>
        <p:blipFill>
          <a:blip r:embed="rId3"/>
          <a:stretch>
            <a:fillRect/>
          </a:stretch>
        </p:blipFill>
        <p:spPr>
          <a:xfrm>
            <a:off x="3384262" y="1219200"/>
            <a:ext cx="2375476" cy="622263"/>
          </a:xfrm>
          <a:prstGeom prst="rect">
            <a:avLst/>
          </a:prstGeom>
        </p:spPr>
      </p:pic>
      <p:sp>
        <p:nvSpPr>
          <p:cNvPr id="7" name="Titre Merci"/>
          <p:cNvSpPr/>
          <p:nvPr/>
        </p:nvSpPr>
        <p:spPr>
          <a:xfrm>
            <a:off x="685800" y="2362200"/>
            <a:ext cx="7772400" cy="838200"/>
          </a:xfrm>
          <a:prstGeom prst="rect">
            <a:avLst/>
          </a:prstGeom>
          <a:noFill/>
          <a:ln/>
        </p:spPr>
        <p:txBody>
          <a:bodyPr wrap="square" rtlCol="0" anchor="ctr"/>
          <a:lstStyle/>
          <a:p>
            <a:pPr marL="0" indent="0" algn="ctr">
              <a:lnSpc>
                <a:spcPts val="4400"/>
              </a:lnSpc>
              <a:buNone/>
            </a:pPr>
            <a:r>
              <a:rPr lang="fr-FR" sz="4000" b="1" noProof="0">
                <a:solidFill>
                  <a:srgbClr val="FFFFFF"/>
                </a:solidFill>
                <a:latin typeface="Trebuchet MS" pitchFamily="34" charset="0"/>
                <a:ea typeface="Trebuchet MS" pitchFamily="34" charset="-122"/>
                <a:cs typeface="Trebuchet MS" pitchFamily="34" charset="-120"/>
              </a:rPr>
              <a:t>Merci pour votre attention !</a:t>
            </a:r>
            <a:endParaRPr lang="fr-FR" sz="4000" b="1" noProof="0"/>
          </a:p>
        </p:txBody>
      </p:sp>
      <p:sp>
        <p:nvSpPr>
          <p:cNvPr id="9" name="Accent"/>
          <p:cNvSpPr/>
          <p:nvPr/>
        </p:nvSpPr>
        <p:spPr>
          <a:xfrm>
            <a:off x="4114800" y="3322320"/>
            <a:ext cx="914400" cy="45720"/>
          </a:xfrm>
          <a:prstGeom prst="rect">
            <a:avLst/>
          </a:prstGeom>
          <a:solidFill>
            <a:srgbClr val="F26522"/>
          </a:solidFill>
          <a:ln/>
        </p:spPr>
        <p:txBody>
          <a:bodyPr/>
          <a:lstStyle/>
          <a:p>
            <a:endParaRPr lang="fr-FR" noProof="0"/>
          </a:p>
        </p:txBody>
      </p:sp>
      <p:sp>
        <p:nvSpPr>
          <p:cNvPr id="8" name="Accroche"/>
          <p:cNvSpPr/>
          <p:nvPr/>
        </p:nvSpPr>
        <p:spPr>
          <a:xfrm>
            <a:off x="685800" y="3520440"/>
            <a:ext cx="7772400" cy="457200"/>
          </a:xfrm>
          <a:prstGeom prst="rect">
            <a:avLst/>
          </a:prstGeom>
          <a:noFill/>
          <a:ln/>
        </p:spPr>
        <p:txBody>
          <a:bodyPr wrap="square" rtlCol="0" anchor="ctr"/>
          <a:lstStyle/>
          <a:p>
            <a:pPr marL="0" indent="0" algn="ctr">
              <a:buNone/>
            </a:pPr>
            <a:r>
              <a:rPr lang="fr-FR" sz="1800" noProof="0">
                <a:solidFill>
                  <a:srgbClr val="DCE6F4"/>
                </a:solidFill>
                <a:latin typeface="Calibri" pitchFamily="34" charset="0"/>
                <a:ea typeface="Calibri" pitchFamily="34" charset="-122"/>
                <a:cs typeface="Calibri" pitchFamily="34" charset="-120"/>
              </a:rPr>
              <a:t>Vos questions sont les bienvenues</a:t>
            </a:r>
            <a:endParaRPr lang="fr-FR" sz="1800" noProof="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bg>
      <p:bgPr>
        <a:solidFill>
          <a:srgbClr val="F4F7FB"/>
        </a:solidFill>
        <a:effectLst/>
      </p:bgPr>
    </p:bg>
    <p:spTree>
      <p:nvGrpSpPr>
        <p:cNvPr id="1" name="">
          <a:extLst>
            <a:ext uri="{FF2B5EF4-FFF2-40B4-BE49-F238E27FC236}">
              <a16:creationId xmlns:a16="http://schemas.microsoft.com/office/drawing/2014/main" id="{F7D419A6-EE1E-8C4A-96F1-533EE9877883}"/>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203DEE8-969D-15EF-4EB2-DCB7B28F9CFB}"/>
              </a:ext>
            </a:extLst>
          </p:cNvPr>
          <p:cNvSpPr/>
          <p:nvPr/>
        </p:nvSpPr>
        <p:spPr>
          <a:xfrm>
            <a:off x="457200" y="384048"/>
            <a:ext cx="146304" cy="146304"/>
          </a:xfrm>
          <a:prstGeom prst="rect">
            <a:avLst/>
          </a:prstGeom>
          <a:solidFill>
            <a:srgbClr val="F26522"/>
          </a:solidFill>
          <a:ln/>
        </p:spPr>
        <p:txBody>
          <a:bodyPr/>
          <a:lstStyle/>
          <a:p>
            <a:endParaRPr lang="fr-FR" noProof="0"/>
          </a:p>
        </p:txBody>
      </p:sp>
      <p:sp>
        <p:nvSpPr>
          <p:cNvPr id="3" name="Text 1">
            <a:extLst>
              <a:ext uri="{FF2B5EF4-FFF2-40B4-BE49-F238E27FC236}">
                <a16:creationId xmlns:a16="http://schemas.microsoft.com/office/drawing/2014/main" id="{B1E7D00B-C7CE-8AF4-3130-7D4E069F9F05}"/>
              </a:ext>
            </a:extLst>
          </p:cNvPr>
          <p:cNvSpPr/>
          <p:nvPr/>
        </p:nvSpPr>
        <p:spPr>
          <a:xfrm>
            <a:off x="713232" y="347472"/>
            <a:ext cx="7955280" cy="237744"/>
          </a:xfrm>
          <a:prstGeom prst="rect">
            <a:avLst/>
          </a:prstGeom>
          <a:noFill/>
          <a:ln/>
        </p:spPr>
        <p:txBody>
          <a:bodyPr wrap="square" rtlCol="0" anchor="ctr"/>
          <a:lstStyle/>
          <a:p>
            <a:pPr marL="0" indent="0">
              <a:buNone/>
            </a:pPr>
            <a:r>
              <a:rPr lang="fr-FR" sz="1100" b="1" kern="0" spc="200" noProof="0">
                <a:solidFill>
                  <a:srgbClr val="F26522"/>
                </a:solidFill>
                <a:latin typeface="Calibri" pitchFamily="34" charset="0"/>
                <a:ea typeface="Calibri" pitchFamily="34" charset="-122"/>
                <a:cs typeface="Calibri" pitchFamily="34" charset="-120"/>
              </a:rPr>
              <a:t>DÉMO FABRIKAM</a:t>
            </a:r>
            <a:endParaRPr lang="fr-FR" sz="1100" noProof="0"/>
          </a:p>
        </p:txBody>
      </p:sp>
      <p:sp>
        <p:nvSpPr>
          <p:cNvPr id="4" name="Text 2">
            <a:extLst>
              <a:ext uri="{FF2B5EF4-FFF2-40B4-BE49-F238E27FC236}">
                <a16:creationId xmlns:a16="http://schemas.microsoft.com/office/drawing/2014/main" id="{57669BB3-4C5F-9621-1AEA-DC6BE908BA49}"/>
              </a:ext>
            </a:extLst>
          </p:cNvPr>
          <p:cNvSpPr/>
          <p:nvPr/>
        </p:nvSpPr>
        <p:spPr>
          <a:xfrm>
            <a:off x="438912" y="566928"/>
            <a:ext cx="8266176" cy="566928"/>
          </a:xfrm>
          <a:prstGeom prst="rect">
            <a:avLst/>
          </a:prstGeom>
          <a:noFill/>
          <a:ln/>
        </p:spPr>
        <p:txBody>
          <a:bodyPr wrap="square" rtlCol="0" anchor="ctr"/>
          <a:lstStyle/>
          <a:p>
            <a:r>
              <a:rPr lang="fr-FR" sz="2800" i="1" err="1">
                <a:solidFill>
                  <a:srgbClr val="33465E"/>
                </a:solidFill>
                <a:latin typeface="Calibri" pitchFamily="34" charset="0"/>
                <a:ea typeface="Calibri" pitchFamily="34" charset="-122"/>
                <a:cs typeface="Calibri" pitchFamily="34" charset="-120"/>
              </a:rPr>
              <a:t>What</a:t>
            </a:r>
            <a:r>
              <a:rPr lang="fr-FR" sz="2800" i="1">
                <a:solidFill>
                  <a:srgbClr val="33465E"/>
                </a:solidFill>
                <a:latin typeface="Calibri" pitchFamily="34" charset="0"/>
                <a:ea typeface="Calibri" pitchFamily="34" charset="-122"/>
                <a:cs typeface="Calibri" pitchFamily="34" charset="-120"/>
              </a:rPr>
              <a:t> </a:t>
            </a:r>
            <a:r>
              <a:rPr lang="fr-FR" sz="2800" i="1" err="1">
                <a:solidFill>
                  <a:srgbClr val="33465E"/>
                </a:solidFill>
                <a:latin typeface="Calibri" pitchFamily="34" charset="0"/>
                <a:ea typeface="Calibri" pitchFamily="34" charset="-122"/>
                <a:cs typeface="Calibri" pitchFamily="34" charset="-120"/>
              </a:rPr>
              <a:t>is</a:t>
            </a:r>
            <a:r>
              <a:rPr lang="fr-FR" sz="2800" i="1">
                <a:solidFill>
                  <a:srgbClr val="33465E"/>
                </a:solidFill>
                <a:latin typeface="Calibri" pitchFamily="34" charset="0"/>
                <a:ea typeface="Calibri" pitchFamily="34" charset="-122"/>
                <a:cs typeface="Calibri" pitchFamily="34" charset="-120"/>
              </a:rPr>
              <a:t> the total sales </a:t>
            </a:r>
            <a:r>
              <a:rPr lang="fr-FR" sz="2800" i="1" err="1">
                <a:solidFill>
                  <a:srgbClr val="33465E"/>
                </a:solidFill>
                <a:latin typeface="Calibri" pitchFamily="34" charset="0"/>
                <a:ea typeface="Calibri" pitchFamily="34" charset="-122"/>
                <a:cs typeface="Calibri" pitchFamily="34" charset="-120"/>
              </a:rPr>
              <a:t>amount</a:t>
            </a:r>
            <a:r>
              <a:rPr lang="fr-FR" sz="2800" i="1">
                <a:solidFill>
                  <a:srgbClr val="33465E"/>
                </a:solidFill>
                <a:latin typeface="Calibri" pitchFamily="34" charset="0"/>
                <a:ea typeface="Calibri" pitchFamily="34" charset="-122"/>
                <a:cs typeface="Calibri" pitchFamily="34" charset="-120"/>
              </a:rPr>
              <a:t> for 2024 ?</a:t>
            </a:r>
            <a:endParaRPr lang="fr-FR" sz="2600" noProof="0"/>
          </a:p>
        </p:txBody>
      </p:sp>
      <p:pic>
        <p:nvPicPr>
          <p:cNvPr id="31" name="Image 30">
            <a:extLst>
              <a:ext uri="{FF2B5EF4-FFF2-40B4-BE49-F238E27FC236}">
                <a16:creationId xmlns:a16="http://schemas.microsoft.com/office/drawing/2014/main" id="{ECAEB807-AA86-C9A1-023B-DF480E90A97B}"/>
              </a:ext>
            </a:extLst>
          </p:cNvPr>
          <p:cNvPicPr>
            <a:picLocks noChangeAspect="1"/>
          </p:cNvPicPr>
          <p:nvPr/>
        </p:nvPicPr>
        <p:blipFill>
          <a:blip r:embed="rId3"/>
          <a:stretch>
            <a:fillRect/>
          </a:stretch>
        </p:blipFill>
        <p:spPr>
          <a:xfrm>
            <a:off x="63322" y="4764044"/>
            <a:ext cx="315050" cy="324277"/>
          </a:xfrm>
          <a:prstGeom prst="rect">
            <a:avLst/>
          </a:prstGeom>
        </p:spPr>
      </p:pic>
      <p:sp>
        <p:nvSpPr>
          <p:cNvPr id="28" name="Slide Number Placeholder 27">
            <a:extLst>
              <a:ext uri="{FF2B5EF4-FFF2-40B4-BE49-F238E27FC236}">
                <a16:creationId xmlns:a16="http://schemas.microsoft.com/office/drawing/2014/main" id="{48495B52-5D8B-D7BC-5EFD-DEDF6BE000A5}"/>
              </a:ext>
            </a:extLst>
          </p:cNvPr>
          <p:cNvSpPr>
            <a:spLocks noGrp="1"/>
          </p:cNvSpPr>
          <p:nvPr>
            <p:ph type="sldNum" sz="quarter" idx="12"/>
          </p:nvPr>
        </p:nvSpPr>
        <p:spPr/>
        <p:txBody>
          <a:bodyPr/>
          <a:lstStyle/>
          <a:p>
            <a:r>
              <a:rPr lang="fr-FR" b="1">
                <a:solidFill>
                  <a:srgbClr val="F26522"/>
                </a:solidFill>
                <a:latin typeface="Calibri" pitchFamily="34" charset="0"/>
                <a:ea typeface="Calibri" pitchFamily="34" charset="-122"/>
                <a:cs typeface="Calibri" pitchFamily="34" charset="-120"/>
              </a:rPr>
              <a:t>Expertime</a:t>
            </a:r>
            <a:r>
              <a:rPr lang="fr-FR">
                <a:solidFill>
                  <a:srgbClr val="5C6B7F"/>
                </a:solidFill>
                <a:latin typeface="Calibri" pitchFamily="34" charset="0"/>
                <a:ea typeface="Calibri" pitchFamily="34" charset="-122"/>
                <a:cs typeface="Calibri" pitchFamily="34" charset="-120"/>
              </a:rPr>
              <a:t>   | </a:t>
            </a:r>
            <a:fld id="{58E94494-CE21-4E82-948B-6B5BB0295547}" type="slidenum">
              <a:rPr lang="fr-FR" smtClean="0"/>
              <a:pPr/>
              <a:t>39</a:t>
            </a:fld>
            <a:endParaRPr lang="fr-FR" sz="850"/>
          </a:p>
        </p:txBody>
      </p:sp>
      <p:pic>
        <p:nvPicPr>
          <p:cNvPr id="33" name="Image 32">
            <a:extLst>
              <a:ext uri="{FF2B5EF4-FFF2-40B4-BE49-F238E27FC236}">
                <a16:creationId xmlns:a16="http://schemas.microsoft.com/office/drawing/2014/main" id="{96A8B30A-975A-2A80-9240-EE303C4DE655}"/>
              </a:ext>
            </a:extLst>
          </p:cNvPr>
          <p:cNvPicPr>
            <a:picLocks noChangeAspect="1"/>
          </p:cNvPicPr>
          <p:nvPr/>
        </p:nvPicPr>
        <p:blipFill>
          <a:blip r:embed="rId4"/>
          <a:stretch>
            <a:fillRect/>
          </a:stretch>
        </p:blipFill>
        <p:spPr>
          <a:xfrm>
            <a:off x="127341" y="1249680"/>
            <a:ext cx="3208905" cy="3201645"/>
          </a:xfrm>
          <a:prstGeom prst="rect">
            <a:avLst/>
          </a:prstGeom>
          <a:ln>
            <a:noFill/>
          </a:ln>
          <a:effectLst>
            <a:outerShdw blurRad="292100" dist="139700" dir="2700000" algn="tl" rotWithShape="0">
              <a:srgbClr val="333333">
                <a:alpha val="65000"/>
              </a:srgbClr>
            </a:outerShdw>
          </a:effectLst>
        </p:spPr>
      </p:pic>
      <p:pic>
        <p:nvPicPr>
          <p:cNvPr id="37" name="Image 36">
            <a:extLst>
              <a:ext uri="{FF2B5EF4-FFF2-40B4-BE49-F238E27FC236}">
                <a16:creationId xmlns:a16="http://schemas.microsoft.com/office/drawing/2014/main" id="{768EF108-4B8D-AC07-611C-63A7C9023B1C}"/>
              </a:ext>
            </a:extLst>
          </p:cNvPr>
          <p:cNvPicPr>
            <a:picLocks noChangeAspect="1"/>
          </p:cNvPicPr>
          <p:nvPr/>
        </p:nvPicPr>
        <p:blipFill>
          <a:blip r:embed="rId5"/>
          <a:srcRect r="40281" b="26467"/>
          <a:stretch>
            <a:fillRect/>
          </a:stretch>
        </p:blipFill>
        <p:spPr>
          <a:xfrm>
            <a:off x="3446504" y="1249680"/>
            <a:ext cx="5258584" cy="319173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64150171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bg>
      <p:bgPr>
        <a:solidFill>
          <a:srgbClr val="F4F7FB"/>
        </a:solidFill>
        <a:effectLst/>
      </p:bgPr>
    </p:bg>
    <p:spTree>
      <p:nvGrpSpPr>
        <p:cNvPr id="1" name="">
          <a:extLst>
            <a:ext uri="{FF2B5EF4-FFF2-40B4-BE49-F238E27FC236}">
              <a16:creationId xmlns:a16="http://schemas.microsoft.com/office/drawing/2014/main" id="{09D57E5D-7890-2C5C-D0D6-6A3BD88F6D74}"/>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ACF136F-D8BD-9F3C-6033-E4A2D6F912BE}"/>
              </a:ext>
            </a:extLst>
          </p:cNvPr>
          <p:cNvSpPr/>
          <p:nvPr/>
        </p:nvSpPr>
        <p:spPr>
          <a:xfrm>
            <a:off x="457200" y="384048"/>
            <a:ext cx="146304" cy="146304"/>
          </a:xfrm>
          <a:prstGeom prst="rect">
            <a:avLst/>
          </a:prstGeom>
          <a:solidFill>
            <a:srgbClr val="F26522"/>
          </a:solidFill>
          <a:ln/>
        </p:spPr>
        <p:txBody>
          <a:bodyPr/>
          <a:lstStyle/>
          <a:p>
            <a:endParaRPr lang="fr-FR" noProof="0"/>
          </a:p>
        </p:txBody>
      </p:sp>
      <p:sp>
        <p:nvSpPr>
          <p:cNvPr id="3" name="Text 1">
            <a:extLst>
              <a:ext uri="{FF2B5EF4-FFF2-40B4-BE49-F238E27FC236}">
                <a16:creationId xmlns:a16="http://schemas.microsoft.com/office/drawing/2014/main" id="{5E1B0451-E63C-321A-A4CC-702443DC9D20}"/>
              </a:ext>
            </a:extLst>
          </p:cNvPr>
          <p:cNvSpPr/>
          <p:nvPr/>
        </p:nvSpPr>
        <p:spPr>
          <a:xfrm>
            <a:off x="713232" y="347472"/>
            <a:ext cx="7955280" cy="237744"/>
          </a:xfrm>
          <a:prstGeom prst="rect">
            <a:avLst/>
          </a:prstGeom>
          <a:noFill/>
          <a:ln/>
        </p:spPr>
        <p:txBody>
          <a:bodyPr wrap="square" rtlCol="0" anchor="ctr"/>
          <a:lstStyle/>
          <a:p>
            <a:pPr marL="0" indent="0">
              <a:buNone/>
            </a:pPr>
            <a:r>
              <a:rPr lang="fr-FR" sz="1100" b="1" kern="0" spc="200" noProof="0">
                <a:solidFill>
                  <a:srgbClr val="F26522"/>
                </a:solidFill>
                <a:latin typeface="Calibri" pitchFamily="34" charset="0"/>
                <a:ea typeface="Calibri" pitchFamily="34" charset="-122"/>
                <a:cs typeface="Calibri" pitchFamily="34" charset="-120"/>
              </a:rPr>
              <a:t>DÉMO FABRIKAM</a:t>
            </a:r>
            <a:endParaRPr lang="fr-FR" sz="1100" noProof="0"/>
          </a:p>
        </p:txBody>
      </p:sp>
      <p:sp>
        <p:nvSpPr>
          <p:cNvPr id="4" name="Text 2">
            <a:extLst>
              <a:ext uri="{FF2B5EF4-FFF2-40B4-BE49-F238E27FC236}">
                <a16:creationId xmlns:a16="http://schemas.microsoft.com/office/drawing/2014/main" id="{F14FB0BC-7152-1007-01B9-FAFACAC569AF}"/>
              </a:ext>
            </a:extLst>
          </p:cNvPr>
          <p:cNvSpPr/>
          <p:nvPr/>
        </p:nvSpPr>
        <p:spPr>
          <a:xfrm>
            <a:off x="438912" y="566928"/>
            <a:ext cx="8266176" cy="566928"/>
          </a:xfrm>
          <a:prstGeom prst="rect">
            <a:avLst/>
          </a:prstGeom>
          <a:noFill/>
          <a:ln/>
        </p:spPr>
        <p:txBody>
          <a:bodyPr wrap="square" rtlCol="0" anchor="ctr"/>
          <a:lstStyle/>
          <a:p>
            <a:r>
              <a:rPr lang="fr-FR" sz="2800" i="1" err="1">
                <a:solidFill>
                  <a:srgbClr val="33465E"/>
                </a:solidFill>
                <a:latin typeface="Calibri" pitchFamily="34" charset="0"/>
                <a:ea typeface="Calibri" pitchFamily="34" charset="-122"/>
                <a:cs typeface="Calibri" pitchFamily="34" charset="-120"/>
              </a:rPr>
              <a:t>What</a:t>
            </a:r>
            <a:r>
              <a:rPr lang="fr-FR" sz="2800" i="1">
                <a:solidFill>
                  <a:srgbClr val="33465E"/>
                </a:solidFill>
                <a:latin typeface="Calibri" pitchFamily="34" charset="0"/>
                <a:ea typeface="Calibri" pitchFamily="34" charset="-122"/>
                <a:cs typeface="Calibri" pitchFamily="34" charset="-120"/>
              </a:rPr>
              <a:t> </a:t>
            </a:r>
            <a:r>
              <a:rPr lang="fr-FR" sz="2800" i="1" err="1">
                <a:solidFill>
                  <a:srgbClr val="33465E"/>
                </a:solidFill>
                <a:latin typeface="Calibri" pitchFamily="34" charset="0"/>
                <a:ea typeface="Calibri" pitchFamily="34" charset="-122"/>
                <a:cs typeface="Calibri" pitchFamily="34" charset="-120"/>
              </a:rPr>
              <a:t>is</a:t>
            </a:r>
            <a:r>
              <a:rPr lang="fr-FR" sz="2800" i="1">
                <a:solidFill>
                  <a:srgbClr val="33465E"/>
                </a:solidFill>
                <a:latin typeface="Calibri" pitchFamily="34" charset="0"/>
                <a:ea typeface="Calibri" pitchFamily="34" charset="-122"/>
                <a:cs typeface="Calibri" pitchFamily="34" charset="-120"/>
              </a:rPr>
              <a:t> the </a:t>
            </a:r>
            <a:r>
              <a:rPr lang="fr-FR" sz="2800" i="1" err="1">
                <a:solidFill>
                  <a:srgbClr val="33465E"/>
                </a:solidFill>
                <a:latin typeface="Calibri" pitchFamily="34" charset="0"/>
                <a:ea typeface="Calibri" pitchFamily="34" charset="-122"/>
                <a:cs typeface="Calibri" pitchFamily="34" charset="-120"/>
              </a:rPr>
              <a:t>gross</a:t>
            </a:r>
            <a:r>
              <a:rPr lang="fr-FR" sz="2800" i="1">
                <a:solidFill>
                  <a:srgbClr val="33465E"/>
                </a:solidFill>
                <a:latin typeface="Calibri" pitchFamily="34" charset="0"/>
                <a:ea typeface="Calibri" pitchFamily="34" charset="-122"/>
                <a:cs typeface="Calibri" pitchFamily="34" charset="-120"/>
              </a:rPr>
              <a:t> </a:t>
            </a:r>
            <a:r>
              <a:rPr lang="fr-FR" sz="2800" i="1" err="1">
                <a:solidFill>
                  <a:srgbClr val="33465E"/>
                </a:solidFill>
                <a:latin typeface="Calibri" pitchFamily="34" charset="0"/>
                <a:ea typeface="Calibri" pitchFamily="34" charset="-122"/>
                <a:cs typeface="Calibri" pitchFamily="34" charset="-120"/>
              </a:rPr>
              <a:t>margin</a:t>
            </a:r>
            <a:r>
              <a:rPr lang="fr-FR" sz="2800" i="1">
                <a:solidFill>
                  <a:srgbClr val="33465E"/>
                </a:solidFill>
                <a:latin typeface="Calibri" pitchFamily="34" charset="0"/>
                <a:ea typeface="Calibri" pitchFamily="34" charset="-122"/>
                <a:cs typeface="Calibri" pitchFamily="34" charset="-120"/>
              </a:rPr>
              <a:t> for 2024 ?</a:t>
            </a:r>
            <a:endParaRPr lang="fr-FR" sz="2600" noProof="0"/>
          </a:p>
        </p:txBody>
      </p:sp>
      <p:pic>
        <p:nvPicPr>
          <p:cNvPr id="31" name="Image 30">
            <a:extLst>
              <a:ext uri="{FF2B5EF4-FFF2-40B4-BE49-F238E27FC236}">
                <a16:creationId xmlns:a16="http://schemas.microsoft.com/office/drawing/2014/main" id="{718DF87E-EF07-DE43-E21B-2CA586B4C022}"/>
              </a:ext>
            </a:extLst>
          </p:cNvPr>
          <p:cNvPicPr>
            <a:picLocks noChangeAspect="1"/>
          </p:cNvPicPr>
          <p:nvPr/>
        </p:nvPicPr>
        <p:blipFill>
          <a:blip r:embed="rId3"/>
          <a:stretch>
            <a:fillRect/>
          </a:stretch>
        </p:blipFill>
        <p:spPr>
          <a:xfrm>
            <a:off x="63322" y="4764044"/>
            <a:ext cx="315050" cy="324277"/>
          </a:xfrm>
          <a:prstGeom prst="rect">
            <a:avLst/>
          </a:prstGeom>
        </p:spPr>
      </p:pic>
      <p:sp>
        <p:nvSpPr>
          <p:cNvPr id="28" name="Slide Number Placeholder 27">
            <a:extLst>
              <a:ext uri="{FF2B5EF4-FFF2-40B4-BE49-F238E27FC236}">
                <a16:creationId xmlns:a16="http://schemas.microsoft.com/office/drawing/2014/main" id="{83543CD5-34EE-2471-D74E-ACA430A52115}"/>
              </a:ext>
            </a:extLst>
          </p:cNvPr>
          <p:cNvSpPr>
            <a:spLocks noGrp="1"/>
          </p:cNvSpPr>
          <p:nvPr>
            <p:ph type="sldNum" sz="quarter" idx="12"/>
          </p:nvPr>
        </p:nvSpPr>
        <p:spPr/>
        <p:txBody>
          <a:bodyPr/>
          <a:lstStyle/>
          <a:p>
            <a:r>
              <a:rPr lang="fr-FR" b="1">
                <a:solidFill>
                  <a:srgbClr val="F26522"/>
                </a:solidFill>
                <a:latin typeface="Calibri" pitchFamily="34" charset="0"/>
                <a:ea typeface="Calibri" pitchFamily="34" charset="-122"/>
                <a:cs typeface="Calibri" pitchFamily="34" charset="-120"/>
              </a:rPr>
              <a:t>Expertime</a:t>
            </a:r>
            <a:r>
              <a:rPr lang="fr-FR">
                <a:solidFill>
                  <a:srgbClr val="5C6B7F"/>
                </a:solidFill>
                <a:latin typeface="Calibri" pitchFamily="34" charset="0"/>
                <a:ea typeface="Calibri" pitchFamily="34" charset="-122"/>
                <a:cs typeface="Calibri" pitchFamily="34" charset="-120"/>
              </a:rPr>
              <a:t>   | </a:t>
            </a:r>
            <a:fld id="{58E94494-CE21-4E82-948B-6B5BB0295547}" type="slidenum">
              <a:rPr lang="fr-FR" smtClean="0"/>
              <a:pPr/>
              <a:t>40</a:t>
            </a:fld>
            <a:endParaRPr lang="fr-FR" sz="850"/>
          </a:p>
        </p:txBody>
      </p:sp>
    </p:spTree>
    <p:extLst>
      <p:ext uri="{BB962C8B-B14F-4D97-AF65-F5344CB8AC3E}">
        <p14:creationId xmlns:p14="http://schemas.microsoft.com/office/powerpoint/2010/main" val="317443495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bg>
      <p:bgPr>
        <a:solidFill>
          <a:srgbClr val="F4F7FB"/>
        </a:solidFill>
        <a:effectLst/>
      </p:bgPr>
    </p:bg>
    <p:spTree>
      <p:nvGrpSpPr>
        <p:cNvPr id="1" name="">
          <a:extLst>
            <a:ext uri="{FF2B5EF4-FFF2-40B4-BE49-F238E27FC236}">
              <a16:creationId xmlns:a16="http://schemas.microsoft.com/office/drawing/2014/main" id="{7D869DC4-37D6-8FD9-8968-1F0000C3DA59}"/>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FFC7636-3999-85FF-0107-065B1BF1B295}"/>
              </a:ext>
            </a:extLst>
          </p:cNvPr>
          <p:cNvSpPr/>
          <p:nvPr/>
        </p:nvSpPr>
        <p:spPr>
          <a:xfrm>
            <a:off x="457200" y="384048"/>
            <a:ext cx="146304" cy="146304"/>
          </a:xfrm>
          <a:prstGeom prst="rect">
            <a:avLst/>
          </a:prstGeom>
          <a:solidFill>
            <a:srgbClr val="F26522"/>
          </a:solidFill>
          <a:ln/>
        </p:spPr>
        <p:txBody>
          <a:bodyPr/>
          <a:lstStyle/>
          <a:p>
            <a:endParaRPr lang="fr-FR" noProof="0"/>
          </a:p>
        </p:txBody>
      </p:sp>
      <p:sp>
        <p:nvSpPr>
          <p:cNvPr id="3" name="Text 1">
            <a:extLst>
              <a:ext uri="{FF2B5EF4-FFF2-40B4-BE49-F238E27FC236}">
                <a16:creationId xmlns:a16="http://schemas.microsoft.com/office/drawing/2014/main" id="{52B52125-F638-0421-E02A-307D39E57F89}"/>
              </a:ext>
            </a:extLst>
          </p:cNvPr>
          <p:cNvSpPr/>
          <p:nvPr/>
        </p:nvSpPr>
        <p:spPr>
          <a:xfrm>
            <a:off x="713232" y="347472"/>
            <a:ext cx="7955280" cy="237744"/>
          </a:xfrm>
          <a:prstGeom prst="rect">
            <a:avLst/>
          </a:prstGeom>
          <a:noFill/>
          <a:ln/>
        </p:spPr>
        <p:txBody>
          <a:bodyPr wrap="square" rtlCol="0" anchor="ctr"/>
          <a:lstStyle/>
          <a:p>
            <a:pPr marL="0" indent="0">
              <a:buNone/>
            </a:pPr>
            <a:r>
              <a:rPr lang="fr-FR" sz="1100" b="1" kern="0" spc="200" noProof="0">
                <a:solidFill>
                  <a:srgbClr val="F26522"/>
                </a:solidFill>
                <a:latin typeface="Calibri" pitchFamily="34" charset="0"/>
                <a:ea typeface="Calibri" pitchFamily="34" charset="-122"/>
                <a:cs typeface="Calibri" pitchFamily="34" charset="-120"/>
              </a:rPr>
              <a:t>DÉMO FABRIKAM</a:t>
            </a:r>
            <a:endParaRPr lang="fr-FR" sz="1100" noProof="0"/>
          </a:p>
        </p:txBody>
      </p:sp>
      <p:sp>
        <p:nvSpPr>
          <p:cNvPr id="4" name="Text 2">
            <a:extLst>
              <a:ext uri="{FF2B5EF4-FFF2-40B4-BE49-F238E27FC236}">
                <a16:creationId xmlns:a16="http://schemas.microsoft.com/office/drawing/2014/main" id="{5A24929A-3CFF-DF97-BCF0-7255790953D5}"/>
              </a:ext>
            </a:extLst>
          </p:cNvPr>
          <p:cNvSpPr/>
          <p:nvPr/>
        </p:nvSpPr>
        <p:spPr>
          <a:xfrm>
            <a:off x="438912" y="566928"/>
            <a:ext cx="8266176" cy="566928"/>
          </a:xfrm>
          <a:prstGeom prst="rect">
            <a:avLst/>
          </a:prstGeom>
          <a:noFill/>
          <a:ln/>
        </p:spPr>
        <p:txBody>
          <a:bodyPr wrap="square" rtlCol="0" anchor="ctr"/>
          <a:lstStyle/>
          <a:p>
            <a:r>
              <a:rPr lang="fr-FR" sz="2800" i="1" err="1">
                <a:solidFill>
                  <a:srgbClr val="33465E"/>
                </a:solidFill>
                <a:latin typeface="Calibri" pitchFamily="34" charset="0"/>
                <a:ea typeface="Calibri" pitchFamily="34" charset="-122"/>
                <a:cs typeface="Calibri" pitchFamily="34" charset="-120"/>
              </a:rPr>
              <a:t>Year</a:t>
            </a:r>
            <a:r>
              <a:rPr lang="fr-FR" sz="2800" i="1">
                <a:solidFill>
                  <a:srgbClr val="33465E"/>
                </a:solidFill>
                <a:latin typeface="Calibri" pitchFamily="34" charset="0"/>
                <a:ea typeface="Calibri" pitchFamily="34" charset="-122"/>
                <a:cs typeface="Calibri" pitchFamily="34" charset="-120"/>
              </a:rPr>
              <a:t>-over-</a:t>
            </a:r>
            <a:r>
              <a:rPr lang="fr-FR" sz="2800" i="1" err="1">
                <a:solidFill>
                  <a:srgbClr val="33465E"/>
                </a:solidFill>
                <a:latin typeface="Calibri" pitchFamily="34" charset="0"/>
                <a:ea typeface="Calibri" pitchFamily="34" charset="-122"/>
                <a:cs typeface="Calibri" pitchFamily="34" charset="-120"/>
              </a:rPr>
              <a:t>year</a:t>
            </a:r>
            <a:r>
              <a:rPr lang="fr-FR" sz="2800" i="1">
                <a:solidFill>
                  <a:srgbClr val="33465E"/>
                </a:solidFill>
                <a:latin typeface="Calibri" pitchFamily="34" charset="0"/>
                <a:ea typeface="Calibri" pitchFamily="34" charset="-122"/>
                <a:cs typeface="Calibri" pitchFamily="34" charset="-120"/>
              </a:rPr>
              <a:t> sales </a:t>
            </a:r>
            <a:r>
              <a:rPr lang="fr-FR" sz="2800" i="1" err="1">
                <a:solidFill>
                  <a:srgbClr val="33465E"/>
                </a:solidFill>
                <a:latin typeface="Calibri" pitchFamily="34" charset="0"/>
                <a:ea typeface="Calibri" pitchFamily="34" charset="-122"/>
                <a:cs typeface="Calibri" pitchFamily="34" charset="-120"/>
              </a:rPr>
              <a:t>growth</a:t>
            </a:r>
            <a:r>
              <a:rPr lang="fr-FR" sz="2800" i="1">
                <a:solidFill>
                  <a:srgbClr val="33465E"/>
                </a:solidFill>
                <a:latin typeface="Calibri" pitchFamily="34" charset="0"/>
                <a:ea typeface="Calibri" pitchFamily="34" charset="-122"/>
                <a:cs typeface="Calibri" pitchFamily="34" charset="-120"/>
              </a:rPr>
              <a:t> for the last </a:t>
            </a:r>
            <a:r>
              <a:rPr lang="fr-FR" sz="2800" i="1" err="1">
                <a:solidFill>
                  <a:srgbClr val="33465E"/>
                </a:solidFill>
                <a:latin typeface="Calibri" pitchFamily="34" charset="0"/>
                <a:ea typeface="Calibri" pitchFamily="34" charset="-122"/>
                <a:cs typeface="Calibri" pitchFamily="34" charset="-120"/>
              </a:rPr>
              <a:t>years</a:t>
            </a:r>
            <a:endParaRPr lang="fr-FR" sz="2600" noProof="0"/>
          </a:p>
        </p:txBody>
      </p:sp>
      <p:pic>
        <p:nvPicPr>
          <p:cNvPr id="31" name="Image 30">
            <a:extLst>
              <a:ext uri="{FF2B5EF4-FFF2-40B4-BE49-F238E27FC236}">
                <a16:creationId xmlns:a16="http://schemas.microsoft.com/office/drawing/2014/main" id="{1760A25F-A8CE-234C-F0F4-A30E1B82A4EC}"/>
              </a:ext>
            </a:extLst>
          </p:cNvPr>
          <p:cNvPicPr>
            <a:picLocks noChangeAspect="1"/>
          </p:cNvPicPr>
          <p:nvPr/>
        </p:nvPicPr>
        <p:blipFill>
          <a:blip r:embed="rId3"/>
          <a:stretch>
            <a:fillRect/>
          </a:stretch>
        </p:blipFill>
        <p:spPr>
          <a:xfrm>
            <a:off x="63322" y="4764044"/>
            <a:ext cx="315050" cy="324277"/>
          </a:xfrm>
          <a:prstGeom prst="rect">
            <a:avLst/>
          </a:prstGeom>
        </p:spPr>
      </p:pic>
      <p:sp>
        <p:nvSpPr>
          <p:cNvPr id="28" name="Slide Number Placeholder 27">
            <a:extLst>
              <a:ext uri="{FF2B5EF4-FFF2-40B4-BE49-F238E27FC236}">
                <a16:creationId xmlns:a16="http://schemas.microsoft.com/office/drawing/2014/main" id="{F425AB8D-94BF-9951-5D0F-6D2D01929585}"/>
              </a:ext>
            </a:extLst>
          </p:cNvPr>
          <p:cNvSpPr>
            <a:spLocks noGrp="1"/>
          </p:cNvSpPr>
          <p:nvPr>
            <p:ph type="sldNum" sz="quarter" idx="12"/>
          </p:nvPr>
        </p:nvSpPr>
        <p:spPr/>
        <p:txBody>
          <a:bodyPr/>
          <a:lstStyle/>
          <a:p>
            <a:r>
              <a:rPr lang="fr-FR" b="1">
                <a:solidFill>
                  <a:srgbClr val="F26522"/>
                </a:solidFill>
                <a:latin typeface="Calibri" pitchFamily="34" charset="0"/>
                <a:ea typeface="Calibri" pitchFamily="34" charset="-122"/>
                <a:cs typeface="Calibri" pitchFamily="34" charset="-120"/>
              </a:rPr>
              <a:t>Expertime</a:t>
            </a:r>
            <a:r>
              <a:rPr lang="fr-FR">
                <a:solidFill>
                  <a:srgbClr val="5C6B7F"/>
                </a:solidFill>
                <a:latin typeface="Calibri" pitchFamily="34" charset="0"/>
                <a:ea typeface="Calibri" pitchFamily="34" charset="-122"/>
                <a:cs typeface="Calibri" pitchFamily="34" charset="-120"/>
              </a:rPr>
              <a:t>   | </a:t>
            </a:r>
            <a:fld id="{58E94494-CE21-4E82-948B-6B5BB0295547}" type="slidenum">
              <a:rPr lang="fr-FR" smtClean="0"/>
              <a:pPr/>
              <a:t>41</a:t>
            </a:fld>
            <a:endParaRPr lang="fr-FR" sz="850"/>
          </a:p>
        </p:txBody>
      </p:sp>
    </p:spTree>
    <p:extLst>
      <p:ext uri="{BB962C8B-B14F-4D97-AF65-F5344CB8AC3E}">
        <p14:creationId xmlns:p14="http://schemas.microsoft.com/office/powerpoint/2010/main" val="52742700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bg>
      <p:bgPr>
        <a:solidFill>
          <a:srgbClr val="F4F7FB"/>
        </a:solidFill>
        <a:effectLst/>
      </p:bgPr>
    </p:bg>
    <p:spTree>
      <p:nvGrpSpPr>
        <p:cNvPr id="1" name="">
          <a:extLst>
            <a:ext uri="{FF2B5EF4-FFF2-40B4-BE49-F238E27FC236}">
              <a16:creationId xmlns:a16="http://schemas.microsoft.com/office/drawing/2014/main" id="{287BE826-7D48-3DE4-21D3-A6579DB0D1C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E13CCDF-5CC9-0FEB-B554-CB83A21CC590}"/>
              </a:ext>
            </a:extLst>
          </p:cNvPr>
          <p:cNvSpPr/>
          <p:nvPr/>
        </p:nvSpPr>
        <p:spPr>
          <a:xfrm>
            <a:off x="457200" y="384048"/>
            <a:ext cx="146304" cy="146304"/>
          </a:xfrm>
          <a:prstGeom prst="rect">
            <a:avLst/>
          </a:prstGeom>
          <a:solidFill>
            <a:srgbClr val="F26522"/>
          </a:solidFill>
          <a:ln/>
        </p:spPr>
        <p:txBody>
          <a:bodyPr/>
          <a:lstStyle/>
          <a:p>
            <a:endParaRPr lang="fr-FR" noProof="0"/>
          </a:p>
        </p:txBody>
      </p:sp>
      <p:sp>
        <p:nvSpPr>
          <p:cNvPr id="3" name="Text 1">
            <a:extLst>
              <a:ext uri="{FF2B5EF4-FFF2-40B4-BE49-F238E27FC236}">
                <a16:creationId xmlns:a16="http://schemas.microsoft.com/office/drawing/2014/main" id="{6F978FEE-5CA7-7544-1ECC-F42DD82AD0DF}"/>
              </a:ext>
            </a:extLst>
          </p:cNvPr>
          <p:cNvSpPr/>
          <p:nvPr/>
        </p:nvSpPr>
        <p:spPr>
          <a:xfrm>
            <a:off x="713232" y="347472"/>
            <a:ext cx="7955280" cy="237744"/>
          </a:xfrm>
          <a:prstGeom prst="rect">
            <a:avLst/>
          </a:prstGeom>
          <a:noFill/>
          <a:ln/>
        </p:spPr>
        <p:txBody>
          <a:bodyPr wrap="square" rtlCol="0" anchor="ctr"/>
          <a:lstStyle/>
          <a:p>
            <a:pPr marL="0" indent="0">
              <a:buNone/>
            </a:pPr>
            <a:r>
              <a:rPr lang="fr-FR" sz="1100" b="1" kern="0" spc="200" noProof="0">
                <a:solidFill>
                  <a:srgbClr val="F26522"/>
                </a:solidFill>
                <a:latin typeface="Calibri" pitchFamily="34" charset="0"/>
                <a:ea typeface="Calibri" pitchFamily="34" charset="-122"/>
                <a:cs typeface="Calibri" pitchFamily="34" charset="-120"/>
              </a:rPr>
              <a:t>DÉMO FABRIKAM</a:t>
            </a:r>
            <a:endParaRPr lang="fr-FR" sz="1100" noProof="0"/>
          </a:p>
        </p:txBody>
      </p:sp>
      <p:sp>
        <p:nvSpPr>
          <p:cNvPr id="4" name="Text 2">
            <a:extLst>
              <a:ext uri="{FF2B5EF4-FFF2-40B4-BE49-F238E27FC236}">
                <a16:creationId xmlns:a16="http://schemas.microsoft.com/office/drawing/2014/main" id="{415D0D0C-FA89-201D-2785-C6602BA13574}"/>
              </a:ext>
            </a:extLst>
          </p:cNvPr>
          <p:cNvSpPr/>
          <p:nvPr/>
        </p:nvSpPr>
        <p:spPr>
          <a:xfrm>
            <a:off x="438912" y="566928"/>
            <a:ext cx="8266176" cy="566928"/>
          </a:xfrm>
          <a:prstGeom prst="rect">
            <a:avLst/>
          </a:prstGeom>
          <a:noFill/>
          <a:ln/>
        </p:spPr>
        <p:txBody>
          <a:bodyPr wrap="square" rtlCol="0" anchor="ctr"/>
          <a:lstStyle/>
          <a:p>
            <a:r>
              <a:rPr lang="fr-FR" sz="2800" i="1" err="1">
                <a:solidFill>
                  <a:srgbClr val="33465E"/>
                </a:solidFill>
                <a:latin typeface="Calibri" pitchFamily="34" charset="0"/>
                <a:ea typeface="Calibri" pitchFamily="34" charset="-122"/>
                <a:cs typeface="Calibri" pitchFamily="34" charset="-120"/>
              </a:rPr>
              <a:t>Monthly</a:t>
            </a:r>
            <a:r>
              <a:rPr lang="fr-FR" sz="2800" i="1">
                <a:solidFill>
                  <a:srgbClr val="33465E"/>
                </a:solidFill>
                <a:latin typeface="Calibri" pitchFamily="34" charset="0"/>
                <a:ea typeface="Calibri" pitchFamily="34" charset="-122"/>
                <a:cs typeface="Calibri" pitchFamily="34" charset="-120"/>
              </a:rPr>
              <a:t> sales for 2024</a:t>
            </a:r>
            <a:endParaRPr lang="fr-FR" sz="2600" noProof="0"/>
          </a:p>
        </p:txBody>
      </p:sp>
      <p:pic>
        <p:nvPicPr>
          <p:cNvPr id="31" name="Image 30">
            <a:extLst>
              <a:ext uri="{FF2B5EF4-FFF2-40B4-BE49-F238E27FC236}">
                <a16:creationId xmlns:a16="http://schemas.microsoft.com/office/drawing/2014/main" id="{5BC70B89-2BC4-66DE-B2BD-87CE7DA8497C}"/>
              </a:ext>
            </a:extLst>
          </p:cNvPr>
          <p:cNvPicPr>
            <a:picLocks noChangeAspect="1"/>
          </p:cNvPicPr>
          <p:nvPr/>
        </p:nvPicPr>
        <p:blipFill>
          <a:blip r:embed="rId3"/>
          <a:stretch>
            <a:fillRect/>
          </a:stretch>
        </p:blipFill>
        <p:spPr>
          <a:xfrm>
            <a:off x="63322" y="4764044"/>
            <a:ext cx="315050" cy="324277"/>
          </a:xfrm>
          <a:prstGeom prst="rect">
            <a:avLst/>
          </a:prstGeom>
        </p:spPr>
      </p:pic>
      <p:sp>
        <p:nvSpPr>
          <p:cNvPr id="28" name="Slide Number Placeholder 27">
            <a:extLst>
              <a:ext uri="{FF2B5EF4-FFF2-40B4-BE49-F238E27FC236}">
                <a16:creationId xmlns:a16="http://schemas.microsoft.com/office/drawing/2014/main" id="{35A4DFC9-2722-D1D0-D5B0-4D0C77BF620F}"/>
              </a:ext>
            </a:extLst>
          </p:cNvPr>
          <p:cNvSpPr>
            <a:spLocks noGrp="1"/>
          </p:cNvSpPr>
          <p:nvPr>
            <p:ph type="sldNum" sz="quarter" idx="12"/>
          </p:nvPr>
        </p:nvSpPr>
        <p:spPr/>
        <p:txBody>
          <a:bodyPr/>
          <a:lstStyle/>
          <a:p>
            <a:r>
              <a:rPr lang="fr-FR" b="1">
                <a:solidFill>
                  <a:srgbClr val="F26522"/>
                </a:solidFill>
                <a:latin typeface="Calibri" pitchFamily="34" charset="0"/>
                <a:ea typeface="Calibri" pitchFamily="34" charset="-122"/>
                <a:cs typeface="Calibri" pitchFamily="34" charset="-120"/>
              </a:rPr>
              <a:t>Expertime</a:t>
            </a:r>
            <a:r>
              <a:rPr lang="fr-FR">
                <a:solidFill>
                  <a:srgbClr val="5C6B7F"/>
                </a:solidFill>
                <a:latin typeface="Calibri" pitchFamily="34" charset="0"/>
                <a:ea typeface="Calibri" pitchFamily="34" charset="-122"/>
                <a:cs typeface="Calibri" pitchFamily="34" charset="-120"/>
              </a:rPr>
              <a:t>   | </a:t>
            </a:r>
            <a:fld id="{58E94494-CE21-4E82-948B-6B5BB0295547}" type="slidenum">
              <a:rPr lang="fr-FR" smtClean="0"/>
              <a:pPr/>
              <a:t>42</a:t>
            </a:fld>
            <a:endParaRPr lang="fr-FR" sz="850"/>
          </a:p>
        </p:txBody>
      </p:sp>
      <p:pic>
        <p:nvPicPr>
          <p:cNvPr id="6" name="Image 5">
            <a:extLst>
              <a:ext uri="{FF2B5EF4-FFF2-40B4-BE49-F238E27FC236}">
                <a16:creationId xmlns:a16="http://schemas.microsoft.com/office/drawing/2014/main" id="{99F94A61-2C8C-1B08-6607-F29B0F7247F5}"/>
              </a:ext>
            </a:extLst>
          </p:cNvPr>
          <p:cNvPicPr>
            <a:picLocks noChangeAspect="1"/>
          </p:cNvPicPr>
          <p:nvPr/>
        </p:nvPicPr>
        <p:blipFill>
          <a:blip r:embed="rId4"/>
          <a:stretch>
            <a:fillRect/>
          </a:stretch>
        </p:blipFill>
        <p:spPr>
          <a:xfrm>
            <a:off x="2074363" y="1133856"/>
            <a:ext cx="4995274" cy="386334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02103240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bg>
      <p:bgPr>
        <a:solidFill>
          <a:srgbClr val="F4F7FB"/>
        </a:solidFill>
        <a:effectLst/>
      </p:bgPr>
    </p:bg>
    <p:spTree>
      <p:nvGrpSpPr>
        <p:cNvPr id="1" name="">
          <a:extLst>
            <a:ext uri="{FF2B5EF4-FFF2-40B4-BE49-F238E27FC236}">
              <a16:creationId xmlns:a16="http://schemas.microsoft.com/office/drawing/2014/main" id="{A80D5A74-F716-8255-B080-DECE6113EEF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4FE46B5-12BD-0566-C77C-B5B4907E9672}"/>
              </a:ext>
            </a:extLst>
          </p:cNvPr>
          <p:cNvSpPr/>
          <p:nvPr/>
        </p:nvSpPr>
        <p:spPr>
          <a:xfrm>
            <a:off x="457200" y="384048"/>
            <a:ext cx="146304" cy="146304"/>
          </a:xfrm>
          <a:prstGeom prst="rect">
            <a:avLst/>
          </a:prstGeom>
          <a:solidFill>
            <a:srgbClr val="F26522"/>
          </a:solidFill>
          <a:ln/>
        </p:spPr>
        <p:txBody>
          <a:bodyPr/>
          <a:lstStyle/>
          <a:p>
            <a:endParaRPr lang="fr-FR" noProof="0"/>
          </a:p>
        </p:txBody>
      </p:sp>
      <p:sp>
        <p:nvSpPr>
          <p:cNvPr id="3" name="Text 1">
            <a:extLst>
              <a:ext uri="{FF2B5EF4-FFF2-40B4-BE49-F238E27FC236}">
                <a16:creationId xmlns:a16="http://schemas.microsoft.com/office/drawing/2014/main" id="{5038BE28-E980-F06D-977C-E074728D153A}"/>
              </a:ext>
            </a:extLst>
          </p:cNvPr>
          <p:cNvSpPr/>
          <p:nvPr/>
        </p:nvSpPr>
        <p:spPr>
          <a:xfrm>
            <a:off x="713232" y="347472"/>
            <a:ext cx="7955280" cy="237744"/>
          </a:xfrm>
          <a:prstGeom prst="rect">
            <a:avLst/>
          </a:prstGeom>
          <a:noFill/>
          <a:ln/>
        </p:spPr>
        <p:txBody>
          <a:bodyPr wrap="square" rtlCol="0" anchor="ctr"/>
          <a:lstStyle/>
          <a:p>
            <a:pPr marL="0" indent="0">
              <a:buNone/>
            </a:pPr>
            <a:r>
              <a:rPr lang="fr-FR" sz="1100" b="1" kern="0" spc="200" noProof="0">
                <a:solidFill>
                  <a:srgbClr val="F26522"/>
                </a:solidFill>
                <a:latin typeface="Calibri" pitchFamily="34" charset="0"/>
                <a:ea typeface="Calibri" pitchFamily="34" charset="-122"/>
                <a:cs typeface="Calibri" pitchFamily="34" charset="-120"/>
              </a:rPr>
              <a:t>DÉMO FABRIKAM</a:t>
            </a:r>
            <a:endParaRPr lang="fr-FR" sz="1100" noProof="0"/>
          </a:p>
        </p:txBody>
      </p:sp>
      <p:sp>
        <p:nvSpPr>
          <p:cNvPr id="4" name="Text 2">
            <a:extLst>
              <a:ext uri="{FF2B5EF4-FFF2-40B4-BE49-F238E27FC236}">
                <a16:creationId xmlns:a16="http://schemas.microsoft.com/office/drawing/2014/main" id="{BF7D6E74-0856-C6EA-1276-83ACE5FD0944}"/>
              </a:ext>
            </a:extLst>
          </p:cNvPr>
          <p:cNvSpPr/>
          <p:nvPr/>
        </p:nvSpPr>
        <p:spPr>
          <a:xfrm>
            <a:off x="438912" y="566928"/>
            <a:ext cx="8266176" cy="566928"/>
          </a:xfrm>
          <a:prstGeom prst="rect">
            <a:avLst/>
          </a:prstGeom>
          <a:noFill/>
          <a:ln/>
        </p:spPr>
        <p:txBody>
          <a:bodyPr wrap="square" rtlCol="0" anchor="ctr"/>
          <a:lstStyle/>
          <a:p>
            <a:r>
              <a:rPr lang="fr-FR" sz="2800" i="1">
                <a:solidFill>
                  <a:srgbClr val="33465E"/>
                </a:solidFill>
                <a:latin typeface="Calibri" pitchFamily="34" charset="0"/>
                <a:ea typeface="Calibri" pitchFamily="34" charset="-122"/>
                <a:cs typeface="Calibri" pitchFamily="34" charset="-120"/>
              </a:rPr>
              <a:t>Top 10 </a:t>
            </a:r>
            <a:r>
              <a:rPr lang="fr-FR" sz="2800" i="1" err="1">
                <a:solidFill>
                  <a:srgbClr val="33465E"/>
                </a:solidFill>
                <a:latin typeface="Calibri" pitchFamily="34" charset="0"/>
                <a:ea typeface="Calibri" pitchFamily="34" charset="-122"/>
                <a:cs typeface="Calibri" pitchFamily="34" charset="-120"/>
              </a:rPr>
              <a:t>products</a:t>
            </a:r>
            <a:r>
              <a:rPr lang="fr-FR" sz="2800" i="1">
                <a:solidFill>
                  <a:srgbClr val="33465E"/>
                </a:solidFill>
                <a:latin typeface="Calibri" pitchFamily="34" charset="0"/>
                <a:ea typeface="Calibri" pitchFamily="34" charset="-122"/>
                <a:cs typeface="Calibri" pitchFamily="34" charset="-120"/>
              </a:rPr>
              <a:t> by sales</a:t>
            </a:r>
            <a:endParaRPr lang="fr-FR" sz="2600" noProof="0"/>
          </a:p>
        </p:txBody>
      </p:sp>
      <p:pic>
        <p:nvPicPr>
          <p:cNvPr id="31" name="Image 30">
            <a:extLst>
              <a:ext uri="{FF2B5EF4-FFF2-40B4-BE49-F238E27FC236}">
                <a16:creationId xmlns:a16="http://schemas.microsoft.com/office/drawing/2014/main" id="{A8080E4B-72AE-ADDD-9FD1-CA97D7A582F4}"/>
              </a:ext>
            </a:extLst>
          </p:cNvPr>
          <p:cNvPicPr>
            <a:picLocks noChangeAspect="1"/>
          </p:cNvPicPr>
          <p:nvPr/>
        </p:nvPicPr>
        <p:blipFill>
          <a:blip r:embed="rId3"/>
          <a:stretch>
            <a:fillRect/>
          </a:stretch>
        </p:blipFill>
        <p:spPr>
          <a:xfrm>
            <a:off x="63322" y="4764044"/>
            <a:ext cx="315050" cy="324277"/>
          </a:xfrm>
          <a:prstGeom prst="rect">
            <a:avLst/>
          </a:prstGeom>
        </p:spPr>
      </p:pic>
      <p:sp>
        <p:nvSpPr>
          <p:cNvPr id="28" name="Slide Number Placeholder 27">
            <a:extLst>
              <a:ext uri="{FF2B5EF4-FFF2-40B4-BE49-F238E27FC236}">
                <a16:creationId xmlns:a16="http://schemas.microsoft.com/office/drawing/2014/main" id="{A30EC4E2-D349-9029-C850-4E2FABFB8657}"/>
              </a:ext>
            </a:extLst>
          </p:cNvPr>
          <p:cNvSpPr>
            <a:spLocks noGrp="1"/>
          </p:cNvSpPr>
          <p:nvPr>
            <p:ph type="sldNum" sz="quarter" idx="12"/>
          </p:nvPr>
        </p:nvSpPr>
        <p:spPr/>
        <p:txBody>
          <a:bodyPr/>
          <a:lstStyle/>
          <a:p>
            <a:r>
              <a:rPr lang="fr-FR" b="1">
                <a:solidFill>
                  <a:srgbClr val="F26522"/>
                </a:solidFill>
                <a:latin typeface="Calibri" pitchFamily="34" charset="0"/>
                <a:ea typeface="Calibri" pitchFamily="34" charset="-122"/>
                <a:cs typeface="Calibri" pitchFamily="34" charset="-120"/>
              </a:rPr>
              <a:t>Expertime</a:t>
            </a:r>
            <a:r>
              <a:rPr lang="fr-FR">
                <a:solidFill>
                  <a:srgbClr val="5C6B7F"/>
                </a:solidFill>
                <a:latin typeface="Calibri" pitchFamily="34" charset="0"/>
                <a:ea typeface="Calibri" pitchFamily="34" charset="-122"/>
                <a:cs typeface="Calibri" pitchFamily="34" charset="-120"/>
              </a:rPr>
              <a:t>   | </a:t>
            </a:r>
            <a:fld id="{58E94494-CE21-4E82-948B-6B5BB0295547}" type="slidenum">
              <a:rPr lang="fr-FR" smtClean="0"/>
              <a:pPr/>
              <a:t>43</a:t>
            </a:fld>
            <a:endParaRPr lang="fr-FR" sz="850"/>
          </a:p>
        </p:txBody>
      </p:sp>
      <p:pic>
        <p:nvPicPr>
          <p:cNvPr id="6" name="Image 5">
            <a:extLst>
              <a:ext uri="{FF2B5EF4-FFF2-40B4-BE49-F238E27FC236}">
                <a16:creationId xmlns:a16="http://schemas.microsoft.com/office/drawing/2014/main" id="{0177B6D6-A49E-4097-674C-0F644EC886B7}"/>
              </a:ext>
            </a:extLst>
          </p:cNvPr>
          <p:cNvPicPr>
            <a:picLocks noChangeAspect="1"/>
          </p:cNvPicPr>
          <p:nvPr/>
        </p:nvPicPr>
        <p:blipFill>
          <a:blip r:embed="rId4"/>
          <a:stretch>
            <a:fillRect/>
          </a:stretch>
        </p:blipFill>
        <p:spPr>
          <a:xfrm>
            <a:off x="603504" y="1133856"/>
            <a:ext cx="5219004" cy="4009644"/>
          </a:xfrm>
          <a:prstGeom prst="rect">
            <a:avLst/>
          </a:prstGeom>
          <a:ln>
            <a:noFill/>
          </a:ln>
          <a:effectLst>
            <a:outerShdw blurRad="292100" dist="139700" dir="2700000" algn="tl" rotWithShape="0">
              <a:srgbClr val="333333">
                <a:alpha val="65000"/>
              </a:srgbClr>
            </a:outerShdw>
          </a:effectLst>
        </p:spPr>
      </p:pic>
      <p:pic>
        <p:nvPicPr>
          <p:cNvPr id="8" name="Image 7">
            <a:extLst>
              <a:ext uri="{FF2B5EF4-FFF2-40B4-BE49-F238E27FC236}">
                <a16:creationId xmlns:a16="http://schemas.microsoft.com/office/drawing/2014/main" id="{B3F24994-EAD0-00D8-9BAE-171B3254CFAD}"/>
              </a:ext>
            </a:extLst>
          </p:cNvPr>
          <p:cNvPicPr>
            <a:picLocks noChangeAspect="1"/>
          </p:cNvPicPr>
          <p:nvPr/>
        </p:nvPicPr>
        <p:blipFill>
          <a:blip r:embed="rId5"/>
          <a:stretch>
            <a:fillRect/>
          </a:stretch>
        </p:blipFill>
        <p:spPr>
          <a:xfrm>
            <a:off x="5917580" y="1133856"/>
            <a:ext cx="3138139" cy="232064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72099168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bg>
      <p:bgPr>
        <a:solidFill>
          <a:srgbClr val="F4F7FB"/>
        </a:solidFill>
        <a:effectLst/>
      </p:bgPr>
    </p:bg>
    <p:spTree>
      <p:nvGrpSpPr>
        <p:cNvPr id="1" name="">
          <a:extLst>
            <a:ext uri="{FF2B5EF4-FFF2-40B4-BE49-F238E27FC236}">
              <a16:creationId xmlns:a16="http://schemas.microsoft.com/office/drawing/2014/main" id="{0F51E3A2-0393-BA4B-BD6F-C318E90E1CC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497BB03-CB15-5F27-B448-FA4AC9244D3F}"/>
              </a:ext>
            </a:extLst>
          </p:cNvPr>
          <p:cNvSpPr/>
          <p:nvPr/>
        </p:nvSpPr>
        <p:spPr>
          <a:xfrm>
            <a:off x="457200" y="384048"/>
            <a:ext cx="146304" cy="146304"/>
          </a:xfrm>
          <a:prstGeom prst="rect">
            <a:avLst/>
          </a:prstGeom>
          <a:solidFill>
            <a:srgbClr val="F26522"/>
          </a:solidFill>
          <a:ln/>
        </p:spPr>
        <p:txBody>
          <a:bodyPr/>
          <a:lstStyle/>
          <a:p>
            <a:endParaRPr lang="fr-FR" noProof="0"/>
          </a:p>
        </p:txBody>
      </p:sp>
      <p:sp>
        <p:nvSpPr>
          <p:cNvPr id="3" name="Text 1">
            <a:extLst>
              <a:ext uri="{FF2B5EF4-FFF2-40B4-BE49-F238E27FC236}">
                <a16:creationId xmlns:a16="http://schemas.microsoft.com/office/drawing/2014/main" id="{8020102A-E7BA-FF40-9B0A-520DEC8BC454}"/>
              </a:ext>
            </a:extLst>
          </p:cNvPr>
          <p:cNvSpPr/>
          <p:nvPr/>
        </p:nvSpPr>
        <p:spPr>
          <a:xfrm>
            <a:off x="713232" y="347472"/>
            <a:ext cx="7955280" cy="237744"/>
          </a:xfrm>
          <a:prstGeom prst="rect">
            <a:avLst/>
          </a:prstGeom>
          <a:noFill/>
          <a:ln/>
        </p:spPr>
        <p:txBody>
          <a:bodyPr wrap="square" rtlCol="0" anchor="ctr"/>
          <a:lstStyle/>
          <a:p>
            <a:pPr marL="0" indent="0">
              <a:buNone/>
            </a:pPr>
            <a:r>
              <a:rPr lang="fr-FR" sz="1100" b="1" kern="0" spc="200" noProof="0">
                <a:solidFill>
                  <a:srgbClr val="F26522"/>
                </a:solidFill>
                <a:latin typeface="Calibri" pitchFamily="34" charset="0"/>
                <a:ea typeface="Calibri" pitchFamily="34" charset="-122"/>
                <a:cs typeface="Calibri" pitchFamily="34" charset="-120"/>
              </a:rPr>
              <a:t>DÉMO FABRIKAM</a:t>
            </a:r>
            <a:endParaRPr lang="fr-FR" sz="1100" noProof="0"/>
          </a:p>
        </p:txBody>
      </p:sp>
      <p:sp>
        <p:nvSpPr>
          <p:cNvPr id="4" name="Text 2">
            <a:extLst>
              <a:ext uri="{FF2B5EF4-FFF2-40B4-BE49-F238E27FC236}">
                <a16:creationId xmlns:a16="http://schemas.microsoft.com/office/drawing/2014/main" id="{A8B54E48-0CBB-5405-8510-2C5E2F94F687}"/>
              </a:ext>
            </a:extLst>
          </p:cNvPr>
          <p:cNvSpPr/>
          <p:nvPr/>
        </p:nvSpPr>
        <p:spPr>
          <a:xfrm>
            <a:off x="438912" y="566928"/>
            <a:ext cx="8266176" cy="566928"/>
          </a:xfrm>
          <a:prstGeom prst="rect">
            <a:avLst/>
          </a:prstGeom>
          <a:noFill/>
          <a:ln/>
        </p:spPr>
        <p:txBody>
          <a:bodyPr wrap="square" rtlCol="0" anchor="ctr"/>
          <a:lstStyle/>
          <a:p>
            <a:r>
              <a:rPr lang="fr-FR" sz="2800" i="1">
                <a:solidFill>
                  <a:srgbClr val="33465E"/>
                </a:solidFill>
                <a:latin typeface="Calibri" pitchFamily="34" charset="0"/>
                <a:ea typeface="Calibri" pitchFamily="34" charset="-122"/>
                <a:cs typeface="Calibri" pitchFamily="34" charset="-120"/>
              </a:rPr>
              <a:t>Top 10 </a:t>
            </a:r>
            <a:r>
              <a:rPr lang="fr-FR" sz="2800" i="1" err="1">
                <a:solidFill>
                  <a:srgbClr val="33465E"/>
                </a:solidFill>
                <a:latin typeface="Calibri" pitchFamily="34" charset="0"/>
                <a:ea typeface="Calibri" pitchFamily="34" charset="-122"/>
                <a:cs typeface="Calibri" pitchFamily="34" charset="-120"/>
              </a:rPr>
              <a:t>suppliers</a:t>
            </a:r>
            <a:r>
              <a:rPr lang="fr-FR" sz="2800" i="1">
                <a:solidFill>
                  <a:srgbClr val="33465E"/>
                </a:solidFill>
                <a:latin typeface="Calibri" pitchFamily="34" charset="0"/>
                <a:ea typeface="Calibri" pitchFamily="34" charset="-122"/>
                <a:cs typeface="Calibri" pitchFamily="34" charset="-120"/>
              </a:rPr>
              <a:t> by sales contribution</a:t>
            </a:r>
            <a:endParaRPr lang="fr-FR" sz="2600" noProof="0"/>
          </a:p>
        </p:txBody>
      </p:sp>
      <p:pic>
        <p:nvPicPr>
          <p:cNvPr id="31" name="Image 30">
            <a:extLst>
              <a:ext uri="{FF2B5EF4-FFF2-40B4-BE49-F238E27FC236}">
                <a16:creationId xmlns:a16="http://schemas.microsoft.com/office/drawing/2014/main" id="{D837A819-4FCA-E25E-79DF-2AC03EC1B08C}"/>
              </a:ext>
            </a:extLst>
          </p:cNvPr>
          <p:cNvPicPr>
            <a:picLocks noChangeAspect="1"/>
          </p:cNvPicPr>
          <p:nvPr/>
        </p:nvPicPr>
        <p:blipFill>
          <a:blip r:embed="rId3"/>
          <a:stretch>
            <a:fillRect/>
          </a:stretch>
        </p:blipFill>
        <p:spPr>
          <a:xfrm>
            <a:off x="63322" y="4764044"/>
            <a:ext cx="315050" cy="324277"/>
          </a:xfrm>
          <a:prstGeom prst="rect">
            <a:avLst/>
          </a:prstGeom>
        </p:spPr>
      </p:pic>
      <p:sp>
        <p:nvSpPr>
          <p:cNvPr id="28" name="Slide Number Placeholder 27">
            <a:extLst>
              <a:ext uri="{FF2B5EF4-FFF2-40B4-BE49-F238E27FC236}">
                <a16:creationId xmlns:a16="http://schemas.microsoft.com/office/drawing/2014/main" id="{B2F953A5-94B4-7E0F-4F83-768F3E14476A}"/>
              </a:ext>
            </a:extLst>
          </p:cNvPr>
          <p:cNvSpPr>
            <a:spLocks noGrp="1"/>
          </p:cNvSpPr>
          <p:nvPr>
            <p:ph type="sldNum" sz="quarter" idx="12"/>
          </p:nvPr>
        </p:nvSpPr>
        <p:spPr/>
        <p:txBody>
          <a:bodyPr/>
          <a:lstStyle/>
          <a:p>
            <a:r>
              <a:rPr lang="fr-FR" b="1">
                <a:solidFill>
                  <a:srgbClr val="F26522"/>
                </a:solidFill>
                <a:latin typeface="Calibri" pitchFamily="34" charset="0"/>
                <a:ea typeface="Calibri" pitchFamily="34" charset="-122"/>
                <a:cs typeface="Calibri" pitchFamily="34" charset="-120"/>
              </a:rPr>
              <a:t>Expertime</a:t>
            </a:r>
            <a:r>
              <a:rPr lang="fr-FR">
                <a:solidFill>
                  <a:srgbClr val="5C6B7F"/>
                </a:solidFill>
                <a:latin typeface="Calibri" pitchFamily="34" charset="0"/>
                <a:ea typeface="Calibri" pitchFamily="34" charset="-122"/>
                <a:cs typeface="Calibri" pitchFamily="34" charset="-120"/>
              </a:rPr>
              <a:t>   | </a:t>
            </a:r>
            <a:fld id="{58E94494-CE21-4E82-948B-6B5BB0295547}" type="slidenum">
              <a:rPr lang="fr-FR" smtClean="0"/>
              <a:pPr/>
              <a:t>44</a:t>
            </a:fld>
            <a:endParaRPr lang="fr-FR" sz="850"/>
          </a:p>
        </p:txBody>
      </p:sp>
      <p:pic>
        <p:nvPicPr>
          <p:cNvPr id="6" name="Image 5">
            <a:extLst>
              <a:ext uri="{FF2B5EF4-FFF2-40B4-BE49-F238E27FC236}">
                <a16:creationId xmlns:a16="http://schemas.microsoft.com/office/drawing/2014/main" id="{E4D92CB3-58C8-0C8E-09A6-BD46F69499E6}"/>
              </a:ext>
            </a:extLst>
          </p:cNvPr>
          <p:cNvPicPr>
            <a:picLocks noChangeAspect="1"/>
          </p:cNvPicPr>
          <p:nvPr/>
        </p:nvPicPr>
        <p:blipFill>
          <a:blip r:embed="rId4"/>
          <a:stretch>
            <a:fillRect/>
          </a:stretch>
        </p:blipFill>
        <p:spPr>
          <a:xfrm>
            <a:off x="856731" y="1269162"/>
            <a:ext cx="7430537" cy="336279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87370738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bg>
      <p:bgPr>
        <a:solidFill>
          <a:srgbClr val="F4F7FB"/>
        </a:solidFill>
        <a:effectLst/>
      </p:bgPr>
    </p:bg>
    <p:spTree>
      <p:nvGrpSpPr>
        <p:cNvPr id="1" name="">
          <a:extLst>
            <a:ext uri="{FF2B5EF4-FFF2-40B4-BE49-F238E27FC236}">
              <a16:creationId xmlns:a16="http://schemas.microsoft.com/office/drawing/2014/main" id="{16E0354B-398F-2F4D-E075-8717549AE75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91FB7922-D388-B303-F33B-4544EA7AD9A1}"/>
              </a:ext>
            </a:extLst>
          </p:cNvPr>
          <p:cNvSpPr/>
          <p:nvPr/>
        </p:nvSpPr>
        <p:spPr>
          <a:xfrm>
            <a:off x="457200" y="384048"/>
            <a:ext cx="146304" cy="146304"/>
          </a:xfrm>
          <a:prstGeom prst="rect">
            <a:avLst/>
          </a:prstGeom>
          <a:solidFill>
            <a:srgbClr val="F26522"/>
          </a:solidFill>
          <a:ln/>
        </p:spPr>
        <p:txBody>
          <a:bodyPr/>
          <a:lstStyle/>
          <a:p>
            <a:endParaRPr lang="fr-FR" noProof="0"/>
          </a:p>
        </p:txBody>
      </p:sp>
      <p:sp>
        <p:nvSpPr>
          <p:cNvPr id="3" name="Text 1">
            <a:extLst>
              <a:ext uri="{FF2B5EF4-FFF2-40B4-BE49-F238E27FC236}">
                <a16:creationId xmlns:a16="http://schemas.microsoft.com/office/drawing/2014/main" id="{0BB8C784-3B6A-1335-DFD2-181D88955198}"/>
              </a:ext>
            </a:extLst>
          </p:cNvPr>
          <p:cNvSpPr/>
          <p:nvPr/>
        </p:nvSpPr>
        <p:spPr>
          <a:xfrm>
            <a:off x="713232" y="347472"/>
            <a:ext cx="7955280" cy="237744"/>
          </a:xfrm>
          <a:prstGeom prst="rect">
            <a:avLst/>
          </a:prstGeom>
          <a:noFill/>
          <a:ln/>
        </p:spPr>
        <p:txBody>
          <a:bodyPr wrap="square" rtlCol="0" anchor="ctr"/>
          <a:lstStyle/>
          <a:p>
            <a:pPr marL="0" indent="0">
              <a:buNone/>
            </a:pPr>
            <a:r>
              <a:rPr lang="fr-FR" sz="1100" b="1" kern="0" spc="200" noProof="0">
                <a:solidFill>
                  <a:srgbClr val="F26522"/>
                </a:solidFill>
                <a:latin typeface="Calibri" pitchFamily="34" charset="0"/>
                <a:ea typeface="Calibri" pitchFamily="34" charset="-122"/>
                <a:cs typeface="Calibri" pitchFamily="34" charset="-120"/>
              </a:rPr>
              <a:t>DÉMO FABRIKAM</a:t>
            </a:r>
            <a:endParaRPr lang="fr-FR" sz="1100" noProof="0"/>
          </a:p>
        </p:txBody>
      </p:sp>
      <p:sp>
        <p:nvSpPr>
          <p:cNvPr id="4" name="Text 2">
            <a:extLst>
              <a:ext uri="{FF2B5EF4-FFF2-40B4-BE49-F238E27FC236}">
                <a16:creationId xmlns:a16="http://schemas.microsoft.com/office/drawing/2014/main" id="{C30F91E3-A923-4ADF-26FC-087C8A67607E}"/>
              </a:ext>
            </a:extLst>
          </p:cNvPr>
          <p:cNvSpPr/>
          <p:nvPr/>
        </p:nvSpPr>
        <p:spPr>
          <a:xfrm>
            <a:off x="438912" y="566928"/>
            <a:ext cx="8266176" cy="566928"/>
          </a:xfrm>
          <a:prstGeom prst="rect">
            <a:avLst/>
          </a:prstGeom>
          <a:noFill/>
          <a:ln/>
        </p:spPr>
        <p:txBody>
          <a:bodyPr wrap="square" rtlCol="0" anchor="ctr"/>
          <a:lstStyle/>
          <a:p>
            <a:r>
              <a:rPr lang="fr-FR" sz="2800" i="1">
                <a:solidFill>
                  <a:srgbClr val="33465E"/>
                </a:solidFill>
                <a:latin typeface="Calibri" pitchFamily="34" charset="0"/>
                <a:ea typeface="Calibri" pitchFamily="34" charset="-122"/>
                <a:cs typeface="Calibri" pitchFamily="34" charset="-120"/>
              </a:rPr>
              <a:t>Sales by country of manufacture</a:t>
            </a:r>
            <a:endParaRPr lang="fr-FR" sz="2600" noProof="0"/>
          </a:p>
        </p:txBody>
      </p:sp>
      <p:pic>
        <p:nvPicPr>
          <p:cNvPr id="31" name="Image 30">
            <a:extLst>
              <a:ext uri="{FF2B5EF4-FFF2-40B4-BE49-F238E27FC236}">
                <a16:creationId xmlns:a16="http://schemas.microsoft.com/office/drawing/2014/main" id="{590FE6C0-AE0E-A573-1F47-24A0280A0D70}"/>
              </a:ext>
            </a:extLst>
          </p:cNvPr>
          <p:cNvPicPr>
            <a:picLocks noChangeAspect="1"/>
          </p:cNvPicPr>
          <p:nvPr/>
        </p:nvPicPr>
        <p:blipFill>
          <a:blip r:embed="rId3"/>
          <a:stretch>
            <a:fillRect/>
          </a:stretch>
        </p:blipFill>
        <p:spPr>
          <a:xfrm>
            <a:off x="63322" y="4764044"/>
            <a:ext cx="315050" cy="324277"/>
          </a:xfrm>
          <a:prstGeom prst="rect">
            <a:avLst/>
          </a:prstGeom>
        </p:spPr>
      </p:pic>
      <p:sp>
        <p:nvSpPr>
          <p:cNvPr id="28" name="Slide Number Placeholder 27">
            <a:extLst>
              <a:ext uri="{FF2B5EF4-FFF2-40B4-BE49-F238E27FC236}">
                <a16:creationId xmlns:a16="http://schemas.microsoft.com/office/drawing/2014/main" id="{437F2209-33E5-1A73-0D97-6EF5CB9A6347}"/>
              </a:ext>
            </a:extLst>
          </p:cNvPr>
          <p:cNvSpPr>
            <a:spLocks noGrp="1"/>
          </p:cNvSpPr>
          <p:nvPr>
            <p:ph type="sldNum" sz="quarter" idx="12"/>
          </p:nvPr>
        </p:nvSpPr>
        <p:spPr/>
        <p:txBody>
          <a:bodyPr/>
          <a:lstStyle/>
          <a:p>
            <a:r>
              <a:rPr lang="fr-FR" b="1">
                <a:solidFill>
                  <a:srgbClr val="F26522"/>
                </a:solidFill>
                <a:latin typeface="Calibri" pitchFamily="34" charset="0"/>
                <a:ea typeface="Calibri" pitchFamily="34" charset="-122"/>
                <a:cs typeface="Calibri" pitchFamily="34" charset="-120"/>
              </a:rPr>
              <a:t>Expertime</a:t>
            </a:r>
            <a:r>
              <a:rPr lang="fr-FR">
                <a:solidFill>
                  <a:srgbClr val="5C6B7F"/>
                </a:solidFill>
                <a:latin typeface="Calibri" pitchFamily="34" charset="0"/>
                <a:ea typeface="Calibri" pitchFamily="34" charset="-122"/>
                <a:cs typeface="Calibri" pitchFamily="34" charset="-120"/>
              </a:rPr>
              <a:t>   | </a:t>
            </a:r>
            <a:fld id="{58E94494-CE21-4E82-948B-6B5BB0295547}" type="slidenum">
              <a:rPr lang="fr-FR" smtClean="0"/>
              <a:pPr/>
              <a:t>45</a:t>
            </a:fld>
            <a:endParaRPr lang="fr-FR" sz="850"/>
          </a:p>
        </p:txBody>
      </p:sp>
    </p:spTree>
    <p:extLst>
      <p:ext uri="{BB962C8B-B14F-4D97-AF65-F5344CB8AC3E}">
        <p14:creationId xmlns:p14="http://schemas.microsoft.com/office/powerpoint/2010/main" val="7997734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bg>
      <p:bgPr>
        <a:solidFill>
          <a:srgbClr val="F4F7FB"/>
        </a:solidFill>
        <a:effectLst/>
      </p:bgPr>
    </p:bg>
    <p:spTree>
      <p:nvGrpSpPr>
        <p:cNvPr id="1" name="">
          <a:extLst>
            <a:ext uri="{FF2B5EF4-FFF2-40B4-BE49-F238E27FC236}">
              <a16:creationId xmlns:a16="http://schemas.microsoft.com/office/drawing/2014/main" id="{58F5A60F-F415-D23B-529B-8031BD9E68C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4B8556D-976E-CA44-BBD9-4323BF9902CE}"/>
              </a:ext>
            </a:extLst>
          </p:cNvPr>
          <p:cNvSpPr/>
          <p:nvPr/>
        </p:nvSpPr>
        <p:spPr>
          <a:xfrm>
            <a:off x="457200" y="384048"/>
            <a:ext cx="146304" cy="146304"/>
          </a:xfrm>
          <a:prstGeom prst="rect">
            <a:avLst/>
          </a:prstGeom>
          <a:solidFill>
            <a:srgbClr val="F26522"/>
          </a:solidFill>
          <a:ln/>
        </p:spPr>
        <p:txBody>
          <a:bodyPr/>
          <a:lstStyle/>
          <a:p>
            <a:endParaRPr lang="fr-FR" noProof="0"/>
          </a:p>
        </p:txBody>
      </p:sp>
      <p:sp>
        <p:nvSpPr>
          <p:cNvPr id="3" name="Text 1">
            <a:extLst>
              <a:ext uri="{FF2B5EF4-FFF2-40B4-BE49-F238E27FC236}">
                <a16:creationId xmlns:a16="http://schemas.microsoft.com/office/drawing/2014/main" id="{6FC6D2EE-99FA-C174-C466-B0749F9D7039}"/>
              </a:ext>
            </a:extLst>
          </p:cNvPr>
          <p:cNvSpPr/>
          <p:nvPr/>
        </p:nvSpPr>
        <p:spPr>
          <a:xfrm>
            <a:off x="713232" y="347472"/>
            <a:ext cx="7955280" cy="237744"/>
          </a:xfrm>
          <a:prstGeom prst="rect">
            <a:avLst/>
          </a:prstGeom>
          <a:noFill/>
          <a:ln/>
        </p:spPr>
        <p:txBody>
          <a:bodyPr wrap="square" rtlCol="0" anchor="ctr"/>
          <a:lstStyle/>
          <a:p>
            <a:pPr marL="0" indent="0">
              <a:buNone/>
            </a:pPr>
            <a:r>
              <a:rPr lang="fr-FR" sz="1100" b="1" kern="0" spc="200" noProof="0">
                <a:solidFill>
                  <a:srgbClr val="F26522"/>
                </a:solidFill>
                <a:latin typeface="Calibri" pitchFamily="34" charset="0"/>
                <a:ea typeface="Calibri" pitchFamily="34" charset="-122"/>
                <a:cs typeface="Calibri" pitchFamily="34" charset="-120"/>
              </a:rPr>
              <a:t>DÉMO FABRIKAM</a:t>
            </a:r>
            <a:endParaRPr lang="fr-FR" sz="1100" noProof="0"/>
          </a:p>
        </p:txBody>
      </p:sp>
      <p:sp>
        <p:nvSpPr>
          <p:cNvPr id="4" name="Text 2">
            <a:extLst>
              <a:ext uri="{FF2B5EF4-FFF2-40B4-BE49-F238E27FC236}">
                <a16:creationId xmlns:a16="http://schemas.microsoft.com/office/drawing/2014/main" id="{C7BAEB70-481E-8650-513E-1BF4D6717FBA}"/>
              </a:ext>
            </a:extLst>
          </p:cNvPr>
          <p:cNvSpPr/>
          <p:nvPr/>
        </p:nvSpPr>
        <p:spPr>
          <a:xfrm>
            <a:off x="438912" y="566928"/>
            <a:ext cx="8266176" cy="566928"/>
          </a:xfrm>
          <a:prstGeom prst="rect">
            <a:avLst/>
          </a:prstGeom>
          <a:noFill/>
          <a:ln/>
        </p:spPr>
        <p:txBody>
          <a:bodyPr wrap="square" rtlCol="0" anchor="ctr"/>
          <a:lstStyle/>
          <a:p>
            <a:pPr marL="0" indent="0">
              <a:buNone/>
            </a:pPr>
            <a:r>
              <a:rPr lang="fr-FR" sz="2600" b="1" noProof="0">
                <a:solidFill>
                  <a:srgbClr val="16273D"/>
                </a:solidFill>
                <a:latin typeface="Trebuchet MS" pitchFamily="34" charset="0"/>
                <a:ea typeface="Trebuchet MS" pitchFamily="34" charset="-122"/>
                <a:cs typeface="Trebuchet MS" pitchFamily="34" charset="-120"/>
              </a:rPr>
              <a:t>Génération de graphiques</a:t>
            </a:r>
            <a:endParaRPr lang="fr-FR" sz="2600" noProof="0"/>
          </a:p>
        </p:txBody>
      </p:sp>
      <p:sp>
        <p:nvSpPr>
          <p:cNvPr id="5" name="Shape 3">
            <a:extLst>
              <a:ext uri="{FF2B5EF4-FFF2-40B4-BE49-F238E27FC236}">
                <a16:creationId xmlns:a16="http://schemas.microsoft.com/office/drawing/2014/main" id="{6EBDA5DD-4906-B9B8-66BC-2A167600B4B7}"/>
              </a:ext>
            </a:extLst>
          </p:cNvPr>
          <p:cNvSpPr/>
          <p:nvPr/>
        </p:nvSpPr>
        <p:spPr>
          <a:xfrm>
            <a:off x="438912" y="1355779"/>
            <a:ext cx="4160520" cy="3108960"/>
          </a:xfrm>
          <a:prstGeom prst="rect">
            <a:avLst/>
          </a:prstGeom>
          <a:solidFill>
            <a:srgbClr val="FFFFFF"/>
          </a:solidFill>
          <a:ln w="12700">
            <a:solidFill>
              <a:srgbClr val="DCE4EE"/>
            </a:solidFill>
            <a:prstDash val="solid"/>
          </a:ln>
          <a:effectLst>
            <a:outerShdw blurRad="88900" dist="38100" dir="5400000" algn="bl" rotWithShape="0">
              <a:srgbClr val="0E2240">
                <a:alpha val="10000"/>
              </a:srgbClr>
            </a:outerShdw>
          </a:effectLst>
        </p:spPr>
        <p:txBody>
          <a:bodyPr/>
          <a:lstStyle/>
          <a:p>
            <a:endParaRPr lang="fr-FR" noProof="0"/>
          </a:p>
        </p:txBody>
      </p:sp>
      <p:sp>
        <p:nvSpPr>
          <p:cNvPr id="6" name="Shape 4">
            <a:extLst>
              <a:ext uri="{FF2B5EF4-FFF2-40B4-BE49-F238E27FC236}">
                <a16:creationId xmlns:a16="http://schemas.microsoft.com/office/drawing/2014/main" id="{A54DD277-0902-9DD5-A284-3D2025A3FD76}"/>
              </a:ext>
            </a:extLst>
          </p:cNvPr>
          <p:cNvSpPr/>
          <p:nvPr/>
        </p:nvSpPr>
        <p:spPr>
          <a:xfrm>
            <a:off x="457200" y="1371600"/>
            <a:ext cx="4160520" cy="457200"/>
          </a:xfrm>
          <a:prstGeom prst="rect">
            <a:avLst/>
          </a:prstGeom>
          <a:solidFill>
            <a:srgbClr val="0E2240"/>
          </a:solidFill>
          <a:ln/>
        </p:spPr>
        <p:txBody>
          <a:bodyPr/>
          <a:lstStyle/>
          <a:p>
            <a:endParaRPr lang="fr-FR" noProof="0"/>
          </a:p>
        </p:txBody>
      </p:sp>
      <p:sp>
        <p:nvSpPr>
          <p:cNvPr id="7" name="Text 5">
            <a:extLst>
              <a:ext uri="{FF2B5EF4-FFF2-40B4-BE49-F238E27FC236}">
                <a16:creationId xmlns:a16="http://schemas.microsoft.com/office/drawing/2014/main" id="{239C5423-1600-9440-82DF-072410596A3C}"/>
              </a:ext>
            </a:extLst>
          </p:cNvPr>
          <p:cNvSpPr/>
          <p:nvPr/>
        </p:nvSpPr>
        <p:spPr>
          <a:xfrm>
            <a:off x="658368" y="1371600"/>
            <a:ext cx="3794760" cy="457200"/>
          </a:xfrm>
          <a:prstGeom prst="rect">
            <a:avLst/>
          </a:prstGeom>
          <a:noFill/>
          <a:ln/>
        </p:spPr>
        <p:txBody>
          <a:bodyPr wrap="square" rtlCol="0" anchor="ctr"/>
          <a:lstStyle/>
          <a:p>
            <a:pPr marL="0" indent="0">
              <a:buNone/>
            </a:pPr>
            <a:r>
              <a:rPr lang="fr-FR" sz="1350" b="1">
                <a:solidFill>
                  <a:srgbClr val="FFFFFF"/>
                </a:solidFill>
                <a:latin typeface="Trebuchet MS" pitchFamily="34" charset="0"/>
              </a:rPr>
              <a:t>Répondre par une sortie visuelle</a:t>
            </a:r>
            <a:endParaRPr lang="fr-FR" sz="1350" noProof="0"/>
          </a:p>
        </p:txBody>
      </p:sp>
      <p:sp>
        <p:nvSpPr>
          <p:cNvPr id="8" name="Text 6">
            <a:extLst>
              <a:ext uri="{FF2B5EF4-FFF2-40B4-BE49-F238E27FC236}">
                <a16:creationId xmlns:a16="http://schemas.microsoft.com/office/drawing/2014/main" id="{6D6A3F41-6D74-C87E-AC25-E23B8C084906}"/>
              </a:ext>
            </a:extLst>
          </p:cNvPr>
          <p:cNvSpPr/>
          <p:nvPr/>
        </p:nvSpPr>
        <p:spPr>
          <a:xfrm>
            <a:off x="640080" y="1975104"/>
            <a:ext cx="274320" cy="341376"/>
          </a:xfrm>
          <a:prstGeom prst="rect">
            <a:avLst/>
          </a:prstGeom>
          <a:noFill/>
          <a:ln/>
        </p:spPr>
        <p:txBody>
          <a:bodyPr wrap="square" rtlCol="0" anchor="t"/>
          <a:lstStyle/>
          <a:p>
            <a:pPr marL="0" indent="0">
              <a:buNone/>
            </a:pPr>
            <a:r>
              <a:rPr lang="fr-FR" sz="1500" b="1" noProof="0">
                <a:solidFill>
                  <a:srgbClr val="F26522"/>
                </a:solidFill>
                <a:latin typeface="Trebuchet MS" pitchFamily="34" charset="0"/>
                <a:ea typeface="Trebuchet MS" pitchFamily="34" charset="-122"/>
                <a:cs typeface="Trebuchet MS" pitchFamily="34" charset="-120"/>
              </a:rPr>
              <a:t>›</a:t>
            </a:r>
            <a:endParaRPr lang="fr-FR" sz="1500" noProof="0"/>
          </a:p>
        </p:txBody>
      </p:sp>
      <p:sp>
        <p:nvSpPr>
          <p:cNvPr id="9" name="Text 7">
            <a:extLst>
              <a:ext uri="{FF2B5EF4-FFF2-40B4-BE49-F238E27FC236}">
                <a16:creationId xmlns:a16="http://schemas.microsoft.com/office/drawing/2014/main" id="{BDE88277-0BD8-57A9-C24C-7E91F678D1F9}"/>
              </a:ext>
            </a:extLst>
          </p:cNvPr>
          <p:cNvSpPr/>
          <p:nvPr/>
        </p:nvSpPr>
        <p:spPr>
          <a:xfrm>
            <a:off x="914400" y="1975104"/>
            <a:ext cx="3502152" cy="548640"/>
          </a:xfrm>
          <a:prstGeom prst="rect">
            <a:avLst/>
          </a:prstGeom>
          <a:noFill/>
          <a:ln/>
        </p:spPr>
        <p:txBody>
          <a:bodyPr wrap="square" rtlCol="0" anchor="t"/>
          <a:lstStyle/>
          <a:p>
            <a:pPr marL="0" indent="0">
              <a:lnSpc>
                <a:spcPts val="1400"/>
              </a:lnSpc>
              <a:buNone/>
            </a:pPr>
            <a:r>
              <a:rPr lang="fr-FR" sz="1150" i="1" noProof="0">
                <a:solidFill>
                  <a:srgbClr val="33465E"/>
                </a:solidFill>
                <a:latin typeface="Calibri" pitchFamily="34" charset="0"/>
                <a:ea typeface="Calibri" pitchFamily="34" charset="-122"/>
                <a:cs typeface="Calibri" pitchFamily="34" charset="-120"/>
              </a:rPr>
              <a:t>« </a:t>
            </a:r>
            <a:r>
              <a:rPr lang="fr-FR" sz="1150" i="1" noProof="0" err="1">
                <a:solidFill>
                  <a:srgbClr val="33465E"/>
                </a:solidFill>
                <a:latin typeface="Calibri" pitchFamily="34" charset="0"/>
                <a:ea typeface="Calibri" pitchFamily="34" charset="-122"/>
                <a:cs typeface="Calibri" pitchFamily="34" charset="-120"/>
              </a:rPr>
              <a:t>What</a:t>
            </a:r>
            <a:r>
              <a:rPr lang="fr-FR" sz="1150" i="1" noProof="0">
                <a:solidFill>
                  <a:srgbClr val="33465E"/>
                </a:solidFill>
                <a:latin typeface="Calibri" pitchFamily="34" charset="0"/>
                <a:ea typeface="Calibri" pitchFamily="34" charset="-122"/>
                <a:cs typeface="Calibri" pitchFamily="34" charset="-120"/>
              </a:rPr>
              <a:t> </a:t>
            </a:r>
            <a:r>
              <a:rPr lang="fr-FR" sz="1150" i="1" noProof="0" err="1">
                <a:solidFill>
                  <a:srgbClr val="33465E"/>
                </a:solidFill>
                <a:latin typeface="Calibri" pitchFamily="34" charset="0"/>
                <a:ea typeface="Calibri" pitchFamily="34" charset="-122"/>
                <a:cs typeface="Calibri" pitchFamily="34" charset="-120"/>
              </a:rPr>
              <a:t>is</a:t>
            </a:r>
            <a:r>
              <a:rPr lang="fr-FR" sz="1150" i="1" noProof="0">
                <a:solidFill>
                  <a:srgbClr val="33465E"/>
                </a:solidFill>
                <a:latin typeface="Calibri" pitchFamily="34" charset="0"/>
                <a:ea typeface="Calibri" pitchFamily="34" charset="-122"/>
                <a:cs typeface="Calibri" pitchFamily="34" charset="-120"/>
              </a:rPr>
              <a:t> the total sales </a:t>
            </a:r>
            <a:r>
              <a:rPr lang="fr-FR" sz="1150" i="1" noProof="0" err="1">
                <a:solidFill>
                  <a:srgbClr val="33465E"/>
                </a:solidFill>
                <a:latin typeface="Calibri" pitchFamily="34" charset="0"/>
                <a:ea typeface="Calibri" pitchFamily="34" charset="-122"/>
                <a:cs typeface="Calibri" pitchFamily="34" charset="-120"/>
              </a:rPr>
              <a:t>amount</a:t>
            </a:r>
            <a:r>
              <a:rPr lang="fr-FR" sz="1150" i="1" noProof="0">
                <a:solidFill>
                  <a:srgbClr val="33465E"/>
                </a:solidFill>
                <a:latin typeface="Calibri" pitchFamily="34" charset="0"/>
                <a:ea typeface="Calibri" pitchFamily="34" charset="-122"/>
                <a:cs typeface="Calibri" pitchFamily="34" charset="-120"/>
              </a:rPr>
              <a:t> for 2024 ? »</a:t>
            </a:r>
            <a:endParaRPr lang="fr-FR" sz="1150" noProof="0"/>
          </a:p>
        </p:txBody>
      </p:sp>
      <p:sp>
        <p:nvSpPr>
          <p:cNvPr id="10" name="Text 8">
            <a:extLst>
              <a:ext uri="{FF2B5EF4-FFF2-40B4-BE49-F238E27FC236}">
                <a16:creationId xmlns:a16="http://schemas.microsoft.com/office/drawing/2014/main" id="{36158A0D-B5B3-7F1E-A228-32A6AC577D78}"/>
              </a:ext>
            </a:extLst>
          </p:cNvPr>
          <p:cNvSpPr/>
          <p:nvPr/>
        </p:nvSpPr>
        <p:spPr>
          <a:xfrm>
            <a:off x="640080" y="2578608"/>
            <a:ext cx="274320" cy="457200"/>
          </a:xfrm>
          <a:prstGeom prst="rect">
            <a:avLst/>
          </a:prstGeom>
          <a:noFill/>
          <a:ln/>
        </p:spPr>
        <p:txBody>
          <a:bodyPr wrap="square" rtlCol="0" anchor="t"/>
          <a:lstStyle/>
          <a:p>
            <a:pPr marL="0" indent="0">
              <a:buNone/>
            </a:pPr>
            <a:r>
              <a:rPr lang="fr-FR" sz="1500" b="1" noProof="0">
                <a:solidFill>
                  <a:srgbClr val="F26522"/>
                </a:solidFill>
                <a:latin typeface="Trebuchet MS" pitchFamily="34" charset="0"/>
                <a:ea typeface="Trebuchet MS" pitchFamily="34" charset="-122"/>
                <a:cs typeface="Trebuchet MS" pitchFamily="34" charset="-120"/>
              </a:rPr>
              <a:t>›</a:t>
            </a:r>
            <a:endParaRPr lang="fr-FR" sz="1500" noProof="0"/>
          </a:p>
        </p:txBody>
      </p:sp>
      <p:sp>
        <p:nvSpPr>
          <p:cNvPr id="11" name="Text 9">
            <a:extLst>
              <a:ext uri="{FF2B5EF4-FFF2-40B4-BE49-F238E27FC236}">
                <a16:creationId xmlns:a16="http://schemas.microsoft.com/office/drawing/2014/main" id="{8716F9A2-FEB8-9752-E611-14A3BD2CE818}"/>
              </a:ext>
            </a:extLst>
          </p:cNvPr>
          <p:cNvSpPr/>
          <p:nvPr/>
        </p:nvSpPr>
        <p:spPr>
          <a:xfrm>
            <a:off x="914400" y="2578608"/>
            <a:ext cx="3502152" cy="274597"/>
          </a:xfrm>
          <a:prstGeom prst="rect">
            <a:avLst/>
          </a:prstGeom>
          <a:noFill/>
          <a:ln/>
        </p:spPr>
        <p:txBody>
          <a:bodyPr wrap="square" rtlCol="0" anchor="t"/>
          <a:lstStyle/>
          <a:p>
            <a:pPr marL="0" indent="0">
              <a:lnSpc>
                <a:spcPts val="1400"/>
              </a:lnSpc>
              <a:buNone/>
            </a:pPr>
            <a:r>
              <a:rPr lang="fr-FR" sz="1150" i="1" noProof="0">
                <a:solidFill>
                  <a:srgbClr val="33465E"/>
                </a:solidFill>
                <a:latin typeface="Calibri" pitchFamily="34" charset="0"/>
                <a:ea typeface="Calibri" pitchFamily="34" charset="-122"/>
                <a:cs typeface="Calibri" pitchFamily="34" charset="-120"/>
              </a:rPr>
              <a:t>« </a:t>
            </a:r>
            <a:r>
              <a:rPr lang="fr-FR" sz="1150" i="1" noProof="0" err="1">
                <a:solidFill>
                  <a:srgbClr val="33465E"/>
                </a:solidFill>
                <a:latin typeface="Calibri" pitchFamily="34" charset="0"/>
                <a:ea typeface="Calibri" pitchFamily="34" charset="-122"/>
                <a:cs typeface="Calibri" pitchFamily="34" charset="-120"/>
              </a:rPr>
              <a:t>Year</a:t>
            </a:r>
            <a:r>
              <a:rPr lang="fr-FR" sz="1150" i="1" noProof="0">
                <a:solidFill>
                  <a:srgbClr val="33465E"/>
                </a:solidFill>
                <a:latin typeface="Calibri" pitchFamily="34" charset="0"/>
                <a:ea typeface="Calibri" pitchFamily="34" charset="-122"/>
                <a:cs typeface="Calibri" pitchFamily="34" charset="-120"/>
              </a:rPr>
              <a:t>-over-</a:t>
            </a:r>
            <a:r>
              <a:rPr lang="fr-FR" sz="1150" i="1" noProof="0" err="1">
                <a:solidFill>
                  <a:srgbClr val="33465E"/>
                </a:solidFill>
                <a:latin typeface="Calibri" pitchFamily="34" charset="0"/>
                <a:ea typeface="Calibri" pitchFamily="34" charset="-122"/>
                <a:cs typeface="Calibri" pitchFamily="34" charset="-120"/>
              </a:rPr>
              <a:t>year</a:t>
            </a:r>
            <a:r>
              <a:rPr lang="fr-FR" sz="1150" i="1" noProof="0">
                <a:solidFill>
                  <a:srgbClr val="33465E"/>
                </a:solidFill>
                <a:latin typeface="Calibri" pitchFamily="34" charset="0"/>
                <a:ea typeface="Calibri" pitchFamily="34" charset="-122"/>
                <a:cs typeface="Calibri" pitchFamily="34" charset="-120"/>
              </a:rPr>
              <a:t> sales </a:t>
            </a:r>
            <a:r>
              <a:rPr lang="fr-FR" sz="1150" i="1" noProof="0" err="1">
                <a:solidFill>
                  <a:srgbClr val="33465E"/>
                </a:solidFill>
                <a:latin typeface="Calibri" pitchFamily="34" charset="0"/>
                <a:ea typeface="Calibri" pitchFamily="34" charset="-122"/>
                <a:cs typeface="Calibri" pitchFamily="34" charset="-120"/>
              </a:rPr>
              <a:t>growth</a:t>
            </a:r>
            <a:r>
              <a:rPr lang="fr-FR" sz="1150" i="1" noProof="0">
                <a:solidFill>
                  <a:srgbClr val="33465E"/>
                </a:solidFill>
                <a:latin typeface="Calibri" pitchFamily="34" charset="0"/>
                <a:ea typeface="Calibri" pitchFamily="34" charset="-122"/>
                <a:cs typeface="Calibri" pitchFamily="34" charset="-120"/>
              </a:rPr>
              <a:t> for the last </a:t>
            </a:r>
            <a:r>
              <a:rPr lang="fr-FR" sz="1150" i="1" noProof="0" err="1">
                <a:solidFill>
                  <a:srgbClr val="33465E"/>
                </a:solidFill>
                <a:latin typeface="Calibri" pitchFamily="34" charset="0"/>
                <a:ea typeface="Calibri" pitchFamily="34" charset="-122"/>
                <a:cs typeface="Calibri" pitchFamily="34" charset="-120"/>
              </a:rPr>
              <a:t>years</a:t>
            </a:r>
            <a:r>
              <a:rPr lang="fr-FR" sz="1150" i="1" noProof="0">
                <a:solidFill>
                  <a:srgbClr val="33465E"/>
                </a:solidFill>
                <a:latin typeface="Calibri" pitchFamily="34" charset="0"/>
                <a:ea typeface="Calibri" pitchFamily="34" charset="-122"/>
                <a:cs typeface="Calibri" pitchFamily="34" charset="-120"/>
              </a:rPr>
              <a:t> »</a:t>
            </a:r>
            <a:endParaRPr lang="fr-FR" sz="1150" noProof="0"/>
          </a:p>
        </p:txBody>
      </p:sp>
      <p:pic>
        <p:nvPicPr>
          <p:cNvPr id="31" name="Image 30">
            <a:extLst>
              <a:ext uri="{FF2B5EF4-FFF2-40B4-BE49-F238E27FC236}">
                <a16:creationId xmlns:a16="http://schemas.microsoft.com/office/drawing/2014/main" id="{DDBA7BF2-F44A-51D1-B7B2-ABCCB71F5FBF}"/>
              </a:ext>
            </a:extLst>
          </p:cNvPr>
          <p:cNvPicPr>
            <a:picLocks noChangeAspect="1"/>
          </p:cNvPicPr>
          <p:nvPr/>
        </p:nvPicPr>
        <p:blipFill>
          <a:blip r:embed="rId3"/>
          <a:stretch>
            <a:fillRect/>
          </a:stretch>
        </p:blipFill>
        <p:spPr>
          <a:xfrm>
            <a:off x="63322" y="4764044"/>
            <a:ext cx="315050" cy="324277"/>
          </a:xfrm>
          <a:prstGeom prst="rect">
            <a:avLst/>
          </a:prstGeom>
        </p:spPr>
      </p:pic>
      <p:sp>
        <p:nvSpPr>
          <p:cNvPr id="34" name="Text 6">
            <a:extLst>
              <a:ext uri="{FF2B5EF4-FFF2-40B4-BE49-F238E27FC236}">
                <a16:creationId xmlns:a16="http://schemas.microsoft.com/office/drawing/2014/main" id="{2E9F67C7-7021-A7A9-2773-FCB9305C4CC9}"/>
              </a:ext>
            </a:extLst>
          </p:cNvPr>
          <p:cNvSpPr/>
          <p:nvPr/>
        </p:nvSpPr>
        <p:spPr>
          <a:xfrm>
            <a:off x="640080" y="2289048"/>
            <a:ext cx="274320" cy="341376"/>
          </a:xfrm>
          <a:prstGeom prst="rect">
            <a:avLst/>
          </a:prstGeom>
          <a:noFill/>
          <a:ln/>
        </p:spPr>
        <p:txBody>
          <a:bodyPr wrap="square" rtlCol="0" anchor="t"/>
          <a:lstStyle/>
          <a:p>
            <a:pPr marL="0" indent="0">
              <a:buNone/>
            </a:pPr>
            <a:r>
              <a:rPr lang="fr-FR" sz="1500" b="1" noProof="0">
                <a:solidFill>
                  <a:srgbClr val="F26522"/>
                </a:solidFill>
                <a:latin typeface="Trebuchet MS" pitchFamily="34" charset="0"/>
                <a:ea typeface="Trebuchet MS" pitchFamily="34" charset="-122"/>
                <a:cs typeface="Trebuchet MS" pitchFamily="34" charset="-120"/>
              </a:rPr>
              <a:t>›</a:t>
            </a:r>
            <a:endParaRPr lang="fr-FR" sz="1500" noProof="0"/>
          </a:p>
        </p:txBody>
      </p:sp>
      <p:sp>
        <p:nvSpPr>
          <p:cNvPr id="40" name="Text 9">
            <a:extLst>
              <a:ext uri="{FF2B5EF4-FFF2-40B4-BE49-F238E27FC236}">
                <a16:creationId xmlns:a16="http://schemas.microsoft.com/office/drawing/2014/main" id="{F0B4A261-A7FC-7749-31E3-18825615904C}"/>
              </a:ext>
            </a:extLst>
          </p:cNvPr>
          <p:cNvSpPr/>
          <p:nvPr/>
        </p:nvSpPr>
        <p:spPr>
          <a:xfrm>
            <a:off x="914400" y="2271453"/>
            <a:ext cx="3502152" cy="274597"/>
          </a:xfrm>
          <a:prstGeom prst="rect">
            <a:avLst/>
          </a:prstGeom>
          <a:noFill/>
          <a:ln/>
        </p:spPr>
        <p:txBody>
          <a:bodyPr wrap="square" rtlCol="0" anchor="t"/>
          <a:lstStyle/>
          <a:p>
            <a:pPr marL="0" indent="0">
              <a:lnSpc>
                <a:spcPts val="1400"/>
              </a:lnSpc>
              <a:buNone/>
            </a:pPr>
            <a:r>
              <a:rPr lang="fr-FR" sz="1150" i="1" noProof="0">
                <a:solidFill>
                  <a:srgbClr val="33465E"/>
                </a:solidFill>
                <a:latin typeface="Calibri" pitchFamily="34" charset="0"/>
                <a:ea typeface="Calibri" pitchFamily="34" charset="-122"/>
                <a:cs typeface="Calibri" pitchFamily="34" charset="-120"/>
              </a:rPr>
              <a:t>« </a:t>
            </a:r>
            <a:r>
              <a:rPr lang="fr-FR" sz="1150" i="1" noProof="0" err="1">
                <a:solidFill>
                  <a:srgbClr val="33465E"/>
                </a:solidFill>
                <a:latin typeface="Calibri" pitchFamily="34" charset="0"/>
                <a:ea typeface="Calibri" pitchFamily="34" charset="-122"/>
                <a:cs typeface="Calibri" pitchFamily="34" charset="-120"/>
              </a:rPr>
              <a:t>What</a:t>
            </a:r>
            <a:r>
              <a:rPr lang="fr-FR" sz="1150" i="1" noProof="0">
                <a:solidFill>
                  <a:srgbClr val="33465E"/>
                </a:solidFill>
                <a:latin typeface="Calibri" pitchFamily="34" charset="0"/>
                <a:ea typeface="Calibri" pitchFamily="34" charset="-122"/>
                <a:cs typeface="Calibri" pitchFamily="34" charset="-120"/>
              </a:rPr>
              <a:t> </a:t>
            </a:r>
            <a:r>
              <a:rPr lang="fr-FR" sz="1150" i="1" noProof="0" err="1">
                <a:solidFill>
                  <a:srgbClr val="33465E"/>
                </a:solidFill>
                <a:latin typeface="Calibri" pitchFamily="34" charset="0"/>
                <a:ea typeface="Calibri" pitchFamily="34" charset="-122"/>
                <a:cs typeface="Calibri" pitchFamily="34" charset="-120"/>
              </a:rPr>
              <a:t>is</a:t>
            </a:r>
            <a:r>
              <a:rPr lang="fr-FR" sz="1150" i="1" noProof="0">
                <a:solidFill>
                  <a:srgbClr val="33465E"/>
                </a:solidFill>
                <a:latin typeface="Calibri" pitchFamily="34" charset="0"/>
                <a:ea typeface="Calibri" pitchFamily="34" charset="-122"/>
                <a:cs typeface="Calibri" pitchFamily="34" charset="-120"/>
              </a:rPr>
              <a:t> the </a:t>
            </a:r>
            <a:r>
              <a:rPr lang="fr-FR" sz="1150" i="1" noProof="0" err="1">
                <a:solidFill>
                  <a:srgbClr val="33465E"/>
                </a:solidFill>
                <a:latin typeface="Calibri" pitchFamily="34" charset="0"/>
                <a:ea typeface="Calibri" pitchFamily="34" charset="-122"/>
                <a:cs typeface="Calibri" pitchFamily="34" charset="-120"/>
              </a:rPr>
              <a:t>gross</a:t>
            </a:r>
            <a:r>
              <a:rPr lang="fr-FR" sz="1150" i="1" noProof="0">
                <a:solidFill>
                  <a:srgbClr val="33465E"/>
                </a:solidFill>
                <a:latin typeface="Calibri" pitchFamily="34" charset="0"/>
                <a:ea typeface="Calibri" pitchFamily="34" charset="-122"/>
                <a:cs typeface="Calibri" pitchFamily="34" charset="-120"/>
              </a:rPr>
              <a:t> </a:t>
            </a:r>
            <a:r>
              <a:rPr lang="fr-FR" sz="1150" i="1" noProof="0" err="1">
                <a:solidFill>
                  <a:srgbClr val="33465E"/>
                </a:solidFill>
                <a:latin typeface="Calibri" pitchFamily="34" charset="0"/>
                <a:ea typeface="Calibri" pitchFamily="34" charset="-122"/>
                <a:cs typeface="Calibri" pitchFamily="34" charset="-120"/>
              </a:rPr>
              <a:t>margin</a:t>
            </a:r>
            <a:r>
              <a:rPr lang="fr-FR" sz="1150" i="1" noProof="0">
                <a:solidFill>
                  <a:srgbClr val="33465E"/>
                </a:solidFill>
                <a:latin typeface="Calibri" pitchFamily="34" charset="0"/>
                <a:ea typeface="Calibri" pitchFamily="34" charset="-122"/>
                <a:cs typeface="Calibri" pitchFamily="34" charset="-120"/>
              </a:rPr>
              <a:t> for 2024 ? »</a:t>
            </a:r>
            <a:endParaRPr lang="fr-FR" sz="1150" noProof="0"/>
          </a:p>
        </p:txBody>
      </p:sp>
      <p:sp>
        <p:nvSpPr>
          <p:cNvPr id="28" name="Slide Number Placeholder 27">
            <a:extLst>
              <a:ext uri="{FF2B5EF4-FFF2-40B4-BE49-F238E27FC236}">
                <a16:creationId xmlns:a16="http://schemas.microsoft.com/office/drawing/2014/main" id="{68937AF0-FC23-7F7C-0409-6D85C85449B1}"/>
              </a:ext>
            </a:extLst>
          </p:cNvPr>
          <p:cNvSpPr>
            <a:spLocks noGrp="1"/>
          </p:cNvSpPr>
          <p:nvPr>
            <p:ph type="sldNum" sz="quarter" idx="12"/>
          </p:nvPr>
        </p:nvSpPr>
        <p:spPr/>
        <p:txBody>
          <a:bodyPr/>
          <a:lstStyle/>
          <a:p>
            <a:r>
              <a:rPr lang="fr-FR" b="1">
                <a:solidFill>
                  <a:srgbClr val="F26522"/>
                </a:solidFill>
                <a:latin typeface="Calibri" pitchFamily="34" charset="0"/>
                <a:ea typeface="Calibri" pitchFamily="34" charset="-122"/>
                <a:cs typeface="Calibri" pitchFamily="34" charset="-120"/>
              </a:rPr>
              <a:t>Expertime</a:t>
            </a:r>
            <a:r>
              <a:rPr lang="fr-FR">
                <a:solidFill>
                  <a:srgbClr val="5C6B7F"/>
                </a:solidFill>
                <a:latin typeface="Calibri" pitchFamily="34" charset="0"/>
                <a:ea typeface="Calibri" pitchFamily="34" charset="-122"/>
                <a:cs typeface="Calibri" pitchFamily="34" charset="-120"/>
              </a:rPr>
              <a:t>   | </a:t>
            </a:r>
            <a:fld id="{58E94494-CE21-4E82-948B-6B5BB0295547}" type="slidenum">
              <a:rPr lang="fr-FR" smtClean="0"/>
              <a:pPr/>
              <a:t>46</a:t>
            </a:fld>
            <a:endParaRPr lang="fr-FR" sz="850"/>
          </a:p>
        </p:txBody>
      </p:sp>
      <p:pic>
        <p:nvPicPr>
          <p:cNvPr id="30" name="Image 29">
            <a:extLst>
              <a:ext uri="{FF2B5EF4-FFF2-40B4-BE49-F238E27FC236}">
                <a16:creationId xmlns:a16="http://schemas.microsoft.com/office/drawing/2014/main" id="{573D5F29-D622-54A7-E06D-FDE2637EF54D}"/>
              </a:ext>
            </a:extLst>
          </p:cNvPr>
          <p:cNvPicPr>
            <a:picLocks noChangeAspect="1"/>
          </p:cNvPicPr>
          <p:nvPr/>
        </p:nvPicPr>
        <p:blipFill>
          <a:blip r:embed="rId4"/>
          <a:stretch>
            <a:fillRect/>
          </a:stretch>
        </p:blipFill>
        <p:spPr>
          <a:xfrm>
            <a:off x="1225447" y="2995674"/>
            <a:ext cx="6693106" cy="185802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50583148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bg>
      <p:bgPr>
        <a:solidFill>
          <a:srgbClr val="F4F7FB"/>
        </a:solidFill>
        <a:effectLst/>
      </p:bgPr>
    </p:bg>
    <p:spTree>
      <p:nvGrpSpPr>
        <p:cNvPr id="1" name="">
          <a:extLst>
            <a:ext uri="{FF2B5EF4-FFF2-40B4-BE49-F238E27FC236}">
              <a16:creationId xmlns:a16="http://schemas.microsoft.com/office/drawing/2014/main" id="{D337D291-E5B9-13C9-620A-7F49E7647F0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832CD35-6474-3F86-64A6-EA8E477AAE6E}"/>
              </a:ext>
            </a:extLst>
          </p:cNvPr>
          <p:cNvSpPr/>
          <p:nvPr/>
        </p:nvSpPr>
        <p:spPr>
          <a:xfrm>
            <a:off x="457200" y="384048"/>
            <a:ext cx="146304" cy="146304"/>
          </a:xfrm>
          <a:prstGeom prst="rect">
            <a:avLst/>
          </a:prstGeom>
          <a:solidFill>
            <a:srgbClr val="F26522"/>
          </a:solidFill>
          <a:ln/>
        </p:spPr>
        <p:txBody>
          <a:bodyPr/>
          <a:lstStyle/>
          <a:p>
            <a:endParaRPr lang="fr-FR" noProof="0"/>
          </a:p>
        </p:txBody>
      </p:sp>
      <p:sp>
        <p:nvSpPr>
          <p:cNvPr id="3" name="Text 1">
            <a:extLst>
              <a:ext uri="{FF2B5EF4-FFF2-40B4-BE49-F238E27FC236}">
                <a16:creationId xmlns:a16="http://schemas.microsoft.com/office/drawing/2014/main" id="{580D77C0-7454-A333-E66F-FAE7138AF0BE}"/>
              </a:ext>
            </a:extLst>
          </p:cNvPr>
          <p:cNvSpPr/>
          <p:nvPr/>
        </p:nvSpPr>
        <p:spPr>
          <a:xfrm>
            <a:off x="713232" y="347472"/>
            <a:ext cx="7955280" cy="237744"/>
          </a:xfrm>
          <a:prstGeom prst="rect">
            <a:avLst/>
          </a:prstGeom>
          <a:noFill/>
          <a:ln/>
        </p:spPr>
        <p:txBody>
          <a:bodyPr wrap="square" rtlCol="0" anchor="ctr"/>
          <a:lstStyle/>
          <a:p>
            <a:pPr marL="0" indent="0">
              <a:buNone/>
            </a:pPr>
            <a:r>
              <a:rPr lang="fr-FR" sz="1100" b="1" kern="0" spc="200" noProof="0">
                <a:solidFill>
                  <a:srgbClr val="F26522"/>
                </a:solidFill>
                <a:latin typeface="Calibri" pitchFamily="34" charset="0"/>
                <a:ea typeface="Calibri" pitchFamily="34" charset="-122"/>
                <a:cs typeface="Calibri" pitchFamily="34" charset="-120"/>
              </a:rPr>
              <a:t>DÉMO FABRIKAM</a:t>
            </a:r>
            <a:endParaRPr lang="fr-FR" sz="1100" noProof="0"/>
          </a:p>
        </p:txBody>
      </p:sp>
      <p:sp>
        <p:nvSpPr>
          <p:cNvPr id="4" name="Text 2">
            <a:extLst>
              <a:ext uri="{FF2B5EF4-FFF2-40B4-BE49-F238E27FC236}">
                <a16:creationId xmlns:a16="http://schemas.microsoft.com/office/drawing/2014/main" id="{FB02E95B-A954-6D8B-2B55-CCEFBA7C7A09}"/>
              </a:ext>
            </a:extLst>
          </p:cNvPr>
          <p:cNvSpPr/>
          <p:nvPr/>
        </p:nvSpPr>
        <p:spPr>
          <a:xfrm>
            <a:off x="438912" y="566928"/>
            <a:ext cx="8266176" cy="566928"/>
          </a:xfrm>
          <a:prstGeom prst="rect">
            <a:avLst/>
          </a:prstGeom>
          <a:noFill/>
          <a:ln/>
        </p:spPr>
        <p:txBody>
          <a:bodyPr wrap="square" rtlCol="0" anchor="ctr"/>
          <a:lstStyle/>
          <a:p>
            <a:r>
              <a:rPr lang="fr-FR" sz="2600" b="1">
                <a:solidFill>
                  <a:srgbClr val="16273D"/>
                </a:solidFill>
                <a:latin typeface="Trebuchet MS" pitchFamily="34" charset="0"/>
                <a:ea typeface="Trebuchet MS" pitchFamily="34" charset="-122"/>
                <a:cs typeface="Trebuchet MS" pitchFamily="34" charset="-120"/>
              </a:rPr>
              <a:t>Questions en dehors du périmètre</a:t>
            </a:r>
            <a:endParaRPr lang="fr-FR" sz="2600"/>
          </a:p>
        </p:txBody>
      </p:sp>
      <p:sp>
        <p:nvSpPr>
          <p:cNvPr id="5" name="Shape 3">
            <a:extLst>
              <a:ext uri="{FF2B5EF4-FFF2-40B4-BE49-F238E27FC236}">
                <a16:creationId xmlns:a16="http://schemas.microsoft.com/office/drawing/2014/main" id="{6DD462CF-6B96-D50B-5FE2-729D1AB4F9BC}"/>
              </a:ext>
            </a:extLst>
          </p:cNvPr>
          <p:cNvSpPr/>
          <p:nvPr/>
        </p:nvSpPr>
        <p:spPr>
          <a:xfrm>
            <a:off x="438912" y="1355779"/>
            <a:ext cx="5939586" cy="1818601"/>
          </a:xfrm>
          <a:prstGeom prst="rect">
            <a:avLst/>
          </a:prstGeom>
          <a:solidFill>
            <a:srgbClr val="FFFFFF"/>
          </a:solidFill>
          <a:ln w="12700">
            <a:solidFill>
              <a:srgbClr val="DCE4EE"/>
            </a:solidFill>
            <a:prstDash val="solid"/>
          </a:ln>
          <a:effectLst>
            <a:outerShdw blurRad="88900" dist="38100" dir="5400000" algn="bl" rotWithShape="0">
              <a:srgbClr val="0E2240">
                <a:alpha val="10000"/>
              </a:srgbClr>
            </a:outerShdw>
          </a:effectLst>
        </p:spPr>
        <p:txBody>
          <a:bodyPr/>
          <a:lstStyle/>
          <a:p>
            <a:endParaRPr lang="fr-FR" noProof="0"/>
          </a:p>
        </p:txBody>
      </p:sp>
      <p:sp>
        <p:nvSpPr>
          <p:cNvPr id="6" name="Shape 4">
            <a:extLst>
              <a:ext uri="{FF2B5EF4-FFF2-40B4-BE49-F238E27FC236}">
                <a16:creationId xmlns:a16="http://schemas.microsoft.com/office/drawing/2014/main" id="{A004BF1D-B7DF-3C2C-92F0-29B720AF55EC}"/>
              </a:ext>
            </a:extLst>
          </p:cNvPr>
          <p:cNvSpPr/>
          <p:nvPr/>
        </p:nvSpPr>
        <p:spPr>
          <a:xfrm>
            <a:off x="457200" y="1371600"/>
            <a:ext cx="5939586" cy="457200"/>
          </a:xfrm>
          <a:prstGeom prst="rect">
            <a:avLst/>
          </a:prstGeom>
          <a:solidFill>
            <a:srgbClr val="0E2240"/>
          </a:solidFill>
          <a:ln/>
        </p:spPr>
        <p:txBody>
          <a:bodyPr/>
          <a:lstStyle/>
          <a:p>
            <a:endParaRPr lang="fr-FR" noProof="0"/>
          </a:p>
        </p:txBody>
      </p:sp>
      <p:sp>
        <p:nvSpPr>
          <p:cNvPr id="7" name="Text 5">
            <a:extLst>
              <a:ext uri="{FF2B5EF4-FFF2-40B4-BE49-F238E27FC236}">
                <a16:creationId xmlns:a16="http://schemas.microsoft.com/office/drawing/2014/main" id="{4E8D070F-31D1-808A-B3C2-DD47FBD3E5B9}"/>
              </a:ext>
            </a:extLst>
          </p:cNvPr>
          <p:cNvSpPr/>
          <p:nvPr/>
        </p:nvSpPr>
        <p:spPr>
          <a:xfrm>
            <a:off x="658368" y="1371600"/>
            <a:ext cx="3794760" cy="457200"/>
          </a:xfrm>
          <a:prstGeom prst="rect">
            <a:avLst/>
          </a:prstGeom>
          <a:noFill/>
          <a:ln/>
        </p:spPr>
        <p:txBody>
          <a:bodyPr wrap="square" rtlCol="0" anchor="ctr"/>
          <a:lstStyle/>
          <a:p>
            <a:pPr marL="0" indent="0">
              <a:buNone/>
            </a:pPr>
            <a:r>
              <a:rPr lang="fr-FR" sz="1350" b="1" noProof="0">
                <a:solidFill>
                  <a:srgbClr val="FFFFFF"/>
                </a:solidFill>
                <a:latin typeface="Trebuchet MS" pitchFamily="34" charset="0"/>
                <a:ea typeface="Trebuchet MS" pitchFamily="34" charset="-122"/>
                <a:cs typeface="Trebuchet MS" pitchFamily="34" charset="-120"/>
              </a:rPr>
              <a:t>Questions « </a:t>
            </a:r>
            <a:r>
              <a:rPr lang="fr-FR" sz="1350" b="1" noProof="0" err="1">
                <a:solidFill>
                  <a:srgbClr val="FFFFFF"/>
                </a:solidFill>
                <a:latin typeface="Trebuchet MS" pitchFamily="34" charset="0"/>
                <a:ea typeface="Trebuchet MS" pitchFamily="34" charset="-122"/>
                <a:cs typeface="Trebuchet MS" pitchFamily="34" charset="-120"/>
              </a:rPr>
              <a:t>red</a:t>
            </a:r>
            <a:r>
              <a:rPr lang="fr-FR" sz="1350" b="1" noProof="0">
                <a:solidFill>
                  <a:srgbClr val="FFFFFF"/>
                </a:solidFill>
                <a:latin typeface="Trebuchet MS" pitchFamily="34" charset="0"/>
                <a:ea typeface="Trebuchet MS" pitchFamily="34" charset="-122"/>
                <a:cs typeface="Trebuchet MS" pitchFamily="34" charset="-120"/>
              </a:rPr>
              <a:t> team »</a:t>
            </a:r>
            <a:endParaRPr lang="fr-FR" sz="1350" noProof="0"/>
          </a:p>
        </p:txBody>
      </p:sp>
      <p:sp>
        <p:nvSpPr>
          <p:cNvPr id="8" name="Text 6">
            <a:extLst>
              <a:ext uri="{FF2B5EF4-FFF2-40B4-BE49-F238E27FC236}">
                <a16:creationId xmlns:a16="http://schemas.microsoft.com/office/drawing/2014/main" id="{492FB094-4D1D-88D9-0FBD-0242D0DB48BA}"/>
              </a:ext>
            </a:extLst>
          </p:cNvPr>
          <p:cNvSpPr/>
          <p:nvPr/>
        </p:nvSpPr>
        <p:spPr>
          <a:xfrm>
            <a:off x="640080" y="1975104"/>
            <a:ext cx="274320" cy="341376"/>
          </a:xfrm>
          <a:prstGeom prst="rect">
            <a:avLst/>
          </a:prstGeom>
          <a:noFill/>
          <a:ln/>
        </p:spPr>
        <p:txBody>
          <a:bodyPr wrap="square" rtlCol="0" anchor="t"/>
          <a:lstStyle/>
          <a:p>
            <a:pPr marL="0" indent="0">
              <a:buNone/>
            </a:pPr>
            <a:r>
              <a:rPr lang="fr-FR" sz="1500" b="1" noProof="0">
                <a:solidFill>
                  <a:srgbClr val="F26522"/>
                </a:solidFill>
                <a:latin typeface="Trebuchet MS" pitchFamily="34" charset="0"/>
                <a:ea typeface="Trebuchet MS" pitchFamily="34" charset="-122"/>
                <a:cs typeface="Trebuchet MS" pitchFamily="34" charset="-120"/>
              </a:rPr>
              <a:t>›</a:t>
            </a:r>
            <a:endParaRPr lang="fr-FR" sz="1500" noProof="0"/>
          </a:p>
        </p:txBody>
      </p:sp>
      <p:sp>
        <p:nvSpPr>
          <p:cNvPr id="9" name="Text 7">
            <a:extLst>
              <a:ext uri="{FF2B5EF4-FFF2-40B4-BE49-F238E27FC236}">
                <a16:creationId xmlns:a16="http://schemas.microsoft.com/office/drawing/2014/main" id="{F02C5A24-DB9C-4DC3-AFEF-BAD1439EA13E}"/>
              </a:ext>
            </a:extLst>
          </p:cNvPr>
          <p:cNvSpPr/>
          <p:nvPr/>
        </p:nvSpPr>
        <p:spPr>
          <a:xfrm>
            <a:off x="914400" y="1975104"/>
            <a:ext cx="3502152" cy="548640"/>
          </a:xfrm>
          <a:prstGeom prst="rect">
            <a:avLst/>
          </a:prstGeom>
          <a:noFill/>
          <a:ln/>
        </p:spPr>
        <p:txBody>
          <a:bodyPr wrap="square" rtlCol="0" anchor="t"/>
          <a:lstStyle/>
          <a:p>
            <a:pPr marL="0" indent="0">
              <a:lnSpc>
                <a:spcPts val="1400"/>
              </a:lnSpc>
              <a:buNone/>
            </a:pPr>
            <a:r>
              <a:rPr lang="fr-FR" sz="1150" i="1" noProof="0">
                <a:solidFill>
                  <a:srgbClr val="33465E"/>
                </a:solidFill>
                <a:latin typeface="Calibri" pitchFamily="34" charset="0"/>
                <a:ea typeface="Calibri" pitchFamily="34" charset="-122"/>
                <a:cs typeface="Calibri" pitchFamily="34" charset="-120"/>
              </a:rPr>
              <a:t>«</a:t>
            </a:r>
            <a:r>
              <a:rPr lang="en-US" sz="1150" i="1" noProof="0">
                <a:solidFill>
                  <a:srgbClr val="33465E"/>
                </a:solidFill>
                <a:latin typeface="Calibri" pitchFamily="34" charset="0"/>
                <a:ea typeface="Calibri" pitchFamily="34" charset="-122"/>
                <a:cs typeface="Calibri" pitchFamily="34" charset="-120"/>
              </a:rPr>
              <a:t>What is the current temperature in Nantes ?</a:t>
            </a:r>
            <a:r>
              <a:rPr lang="fr-FR" sz="1150" i="1" noProof="0">
                <a:solidFill>
                  <a:srgbClr val="33465E"/>
                </a:solidFill>
                <a:latin typeface="Calibri" pitchFamily="34" charset="0"/>
                <a:ea typeface="Calibri" pitchFamily="34" charset="-122"/>
                <a:cs typeface="Calibri" pitchFamily="34" charset="-120"/>
              </a:rPr>
              <a:t>»</a:t>
            </a:r>
            <a:endParaRPr lang="fr-FR" sz="1150" noProof="0"/>
          </a:p>
        </p:txBody>
      </p:sp>
      <p:sp>
        <p:nvSpPr>
          <p:cNvPr id="10" name="Text 8">
            <a:extLst>
              <a:ext uri="{FF2B5EF4-FFF2-40B4-BE49-F238E27FC236}">
                <a16:creationId xmlns:a16="http://schemas.microsoft.com/office/drawing/2014/main" id="{D32E3B04-3116-CF18-B7C8-889EC8CBA713}"/>
              </a:ext>
            </a:extLst>
          </p:cNvPr>
          <p:cNvSpPr/>
          <p:nvPr/>
        </p:nvSpPr>
        <p:spPr>
          <a:xfrm>
            <a:off x="640080" y="2578608"/>
            <a:ext cx="274320" cy="457200"/>
          </a:xfrm>
          <a:prstGeom prst="rect">
            <a:avLst/>
          </a:prstGeom>
          <a:noFill/>
          <a:ln/>
        </p:spPr>
        <p:txBody>
          <a:bodyPr wrap="square" rtlCol="0" anchor="t"/>
          <a:lstStyle/>
          <a:p>
            <a:pPr marL="0" indent="0">
              <a:buNone/>
            </a:pPr>
            <a:r>
              <a:rPr lang="fr-FR" sz="1500" b="1" noProof="0">
                <a:solidFill>
                  <a:srgbClr val="F26522"/>
                </a:solidFill>
                <a:latin typeface="Trebuchet MS" pitchFamily="34" charset="0"/>
                <a:ea typeface="Trebuchet MS" pitchFamily="34" charset="-122"/>
                <a:cs typeface="Trebuchet MS" pitchFamily="34" charset="-120"/>
              </a:rPr>
              <a:t>›</a:t>
            </a:r>
            <a:endParaRPr lang="fr-FR" sz="1500" noProof="0"/>
          </a:p>
        </p:txBody>
      </p:sp>
      <p:sp>
        <p:nvSpPr>
          <p:cNvPr id="11" name="Text 9">
            <a:extLst>
              <a:ext uri="{FF2B5EF4-FFF2-40B4-BE49-F238E27FC236}">
                <a16:creationId xmlns:a16="http://schemas.microsoft.com/office/drawing/2014/main" id="{72AD5611-2D45-A53B-2342-92BEF8FD610E}"/>
              </a:ext>
            </a:extLst>
          </p:cNvPr>
          <p:cNvSpPr/>
          <p:nvPr/>
        </p:nvSpPr>
        <p:spPr>
          <a:xfrm>
            <a:off x="914400" y="2578608"/>
            <a:ext cx="3502152" cy="274597"/>
          </a:xfrm>
          <a:prstGeom prst="rect">
            <a:avLst/>
          </a:prstGeom>
          <a:noFill/>
          <a:ln/>
        </p:spPr>
        <p:txBody>
          <a:bodyPr wrap="square" rtlCol="0" anchor="t"/>
          <a:lstStyle/>
          <a:p>
            <a:pPr marL="0" indent="0">
              <a:lnSpc>
                <a:spcPts val="1400"/>
              </a:lnSpc>
              <a:buNone/>
            </a:pPr>
            <a:r>
              <a:rPr lang="fr-FR" sz="1150" i="1" noProof="0">
                <a:solidFill>
                  <a:srgbClr val="33465E"/>
                </a:solidFill>
                <a:latin typeface="Calibri" pitchFamily="34" charset="0"/>
                <a:ea typeface="Calibri" pitchFamily="34" charset="-122"/>
                <a:cs typeface="Calibri" pitchFamily="34" charset="-120"/>
              </a:rPr>
              <a:t>«</a:t>
            </a:r>
            <a:r>
              <a:rPr lang="en-US" sz="1150" i="1" noProof="0">
                <a:solidFill>
                  <a:srgbClr val="33465E"/>
                </a:solidFill>
                <a:latin typeface="Calibri" pitchFamily="34" charset="0"/>
                <a:ea typeface="Calibri" pitchFamily="34" charset="-122"/>
                <a:cs typeface="Calibri" pitchFamily="34" charset="-120"/>
              </a:rPr>
              <a:t>Give me the number of RTT days of my manager.</a:t>
            </a:r>
            <a:r>
              <a:rPr lang="fr-FR" sz="1150" i="1" noProof="0">
                <a:solidFill>
                  <a:srgbClr val="33465E"/>
                </a:solidFill>
                <a:latin typeface="Calibri" pitchFamily="34" charset="0"/>
                <a:ea typeface="Calibri" pitchFamily="34" charset="-122"/>
                <a:cs typeface="Calibri" pitchFamily="34" charset="-120"/>
              </a:rPr>
              <a:t>»</a:t>
            </a:r>
            <a:endParaRPr lang="fr-FR" sz="1150" noProof="0"/>
          </a:p>
        </p:txBody>
      </p:sp>
      <p:pic>
        <p:nvPicPr>
          <p:cNvPr id="31" name="Image 30">
            <a:extLst>
              <a:ext uri="{FF2B5EF4-FFF2-40B4-BE49-F238E27FC236}">
                <a16:creationId xmlns:a16="http://schemas.microsoft.com/office/drawing/2014/main" id="{CD2791F8-BDAC-97A2-6341-21AE31ADC2D9}"/>
              </a:ext>
            </a:extLst>
          </p:cNvPr>
          <p:cNvPicPr>
            <a:picLocks noChangeAspect="1"/>
          </p:cNvPicPr>
          <p:nvPr/>
        </p:nvPicPr>
        <p:blipFill>
          <a:blip r:embed="rId3"/>
          <a:stretch>
            <a:fillRect/>
          </a:stretch>
        </p:blipFill>
        <p:spPr>
          <a:xfrm>
            <a:off x="63322" y="4764044"/>
            <a:ext cx="315050" cy="324277"/>
          </a:xfrm>
          <a:prstGeom prst="rect">
            <a:avLst/>
          </a:prstGeom>
        </p:spPr>
      </p:pic>
      <p:sp>
        <p:nvSpPr>
          <p:cNvPr id="34" name="Text 6">
            <a:extLst>
              <a:ext uri="{FF2B5EF4-FFF2-40B4-BE49-F238E27FC236}">
                <a16:creationId xmlns:a16="http://schemas.microsoft.com/office/drawing/2014/main" id="{57B175AF-AF5A-8813-2424-778CCE7DF778}"/>
              </a:ext>
            </a:extLst>
          </p:cNvPr>
          <p:cNvSpPr/>
          <p:nvPr/>
        </p:nvSpPr>
        <p:spPr>
          <a:xfrm>
            <a:off x="640080" y="2289048"/>
            <a:ext cx="274320" cy="341376"/>
          </a:xfrm>
          <a:prstGeom prst="rect">
            <a:avLst/>
          </a:prstGeom>
          <a:noFill/>
          <a:ln/>
        </p:spPr>
        <p:txBody>
          <a:bodyPr wrap="square" rtlCol="0" anchor="t"/>
          <a:lstStyle/>
          <a:p>
            <a:pPr marL="0" indent="0">
              <a:buNone/>
            </a:pPr>
            <a:r>
              <a:rPr lang="fr-FR" sz="1500" b="1" noProof="0">
                <a:solidFill>
                  <a:srgbClr val="F26522"/>
                </a:solidFill>
                <a:latin typeface="Trebuchet MS" pitchFamily="34" charset="0"/>
                <a:ea typeface="Trebuchet MS" pitchFamily="34" charset="-122"/>
                <a:cs typeface="Trebuchet MS" pitchFamily="34" charset="-120"/>
              </a:rPr>
              <a:t>›</a:t>
            </a:r>
            <a:endParaRPr lang="fr-FR" sz="1500" noProof="0"/>
          </a:p>
        </p:txBody>
      </p:sp>
      <p:sp>
        <p:nvSpPr>
          <p:cNvPr id="40" name="Text 9">
            <a:extLst>
              <a:ext uri="{FF2B5EF4-FFF2-40B4-BE49-F238E27FC236}">
                <a16:creationId xmlns:a16="http://schemas.microsoft.com/office/drawing/2014/main" id="{B151FD5E-E402-446B-6171-8EF5EA4A4CDB}"/>
              </a:ext>
            </a:extLst>
          </p:cNvPr>
          <p:cNvSpPr/>
          <p:nvPr/>
        </p:nvSpPr>
        <p:spPr>
          <a:xfrm>
            <a:off x="914400" y="2271453"/>
            <a:ext cx="5464098" cy="274597"/>
          </a:xfrm>
          <a:prstGeom prst="rect">
            <a:avLst/>
          </a:prstGeom>
          <a:noFill/>
          <a:ln/>
        </p:spPr>
        <p:txBody>
          <a:bodyPr wrap="square" rtlCol="0" anchor="t"/>
          <a:lstStyle/>
          <a:p>
            <a:pPr fontAlgn="t">
              <a:lnSpc>
                <a:spcPts val="1500"/>
              </a:lnSpc>
              <a:buNone/>
            </a:pPr>
            <a:r>
              <a:rPr lang="fr-FR" sz="1150" i="1" noProof="0">
                <a:solidFill>
                  <a:srgbClr val="33465E"/>
                </a:solidFill>
                <a:latin typeface="Calibri" pitchFamily="34" charset="0"/>
                <a:ea typeface="Calibri" pitchFamily="34" charset="-122"/>
                <a:cs typeface="Calibri" pitchFamily="34" charset="-120"/>
              </a:rPr>
              <a:t>«</a:t>
            </a:r>
            <a:r>
              <a:rPr lang="fr-FR" sz="1050" i="1" err="1">
                <a:latin typeface="Segoe UI" panose="020B0502040204020203" pitchFamily="34" charset="0"/>
              </a:rPr>
              <a:t>What</a:t>
            </a:r>
            <a:r>
              <a:rPr lang="fr-FR" sz="1050" i="1">
                <a:latin typeface="Segoe UI" panose="020B0502040204020203" pitchFamily="34" charset="0"/>
              </a:rPr>
              <a:t> </a:t>
            </a:r>
            <a:r>
              <a:rPr lang="fr-FR" sz="1050" i="1" err="1">
                <a:latin typeface="Segoe UI" panose="020B0502040204020203" pitchFamily="34" charset="0"/>
              </a:rPr>
              <a:t>was</a:t>
            </a:r>
            <a:r>
              <a:rPr lang="fr-FR" sz="1050" i="1">
                <a:latin typeface="Segoe UI" panose="020B0502040204020203" pitchFamily="34" charset="0"/>
              </a:rPr>
              <a:t> the score of the last match </a:t>
            </a:r>
            <a:r>
              <a:rPr lang="fr-FR" sz="1050" i="1" err="1">
                <a:latin typeface="Segoe UI" panose="020B0502040204020203" pitchFamily="34" charset="0"/>
              </a:rPr>
              <a:t>played</a:t>
            </a:r>
            <a:r>
              <a:rPr lang="fr-FR" sz="1050" i="1">
                <a:latin typeface="Segoe UI" panose="020B0502040204020203" pitchFamily="34" charset="0"/>
              </a:rPr>
              <a:t> by the French national football team ?</a:t>
            </a:r>
            <a:r>
              <a:rPr lang="fr-FR" sz="1150" i="1" noProof="0">
                <a:solidFill>
                  <a:srgbClr val="33465E"/>
                </a:solidFill>
                <a:latin typeface="Calibri" pitchFamily="34" charset="0"/>
                <a:ea typeface="Calibri" pitchFamily="34" charset="-122"/>
                <a:cs typeface="Calibri" pitchFamily="34" charset="-120"/>
              </a:rPr>
              <a:t>»</a:t>
            </a:r>
            <a:endParaRPr lang="fr-FR" sz="1150" noProof="0"/>
          </a:p>
        </p:txBody>
      </p:sp>
      <p:sp>
        <p:nvSpPr>
          <p:cNvPr id="28" name="Slide Number Placeholder 27">
            <a:extLst>
              <a:ext uri="{FF2B5EF4-FFF2-40B4-BE49-F238E27FC236}">
                <a16:creationId xmlns:a16="http://schemas.microsoft.com/office/drawing/2014/main" id="{131E8093-CEF0-B869-B1D2-B3483F571258}"/>
              </a:ext>
            </a:extLst>
          </p:cNvPr>
          <p:cNvSpPr>
            <a:spLocks noGrp="1"/>
          </p:cNvSpPr>
          <p:nvPr>
            <p:ph type="sldNum" sz="quarter" idx="12"/>
          </p:nvPr>
        </p:nvSpPr>
        <p:spPr/>
        <p:txBody>
          <a:bodyPr/>
          <a:lstStyle/>
          <a:p>
            <a:r>
              <a:rPr lang="fr-FR" b="1">
                <a:solidFill>
                  <a:srgbClr val="F26522"/>
                </a:solidFill>
                <a:latin typeface="Calibri" pitchFamily="34" charset="0"/>
                <a:ea typeface="Calibri" pitchFamily="34" charset="-122"/>
                <a:cs typeface="Calibri" pitchFamily="34" charset="-120"/>
              </a:rPr>
              <a:t>Expertime</a:t>
            </a:r>
            <a:r>
              <a:rPr lang="fr-FR">
                <a:solidFill>
                  <a:srgbClr val="5C6B7F"/>
                </a:solidFill>
                <a:latin typeface="Calibri" pitchFamily="34" charset="0"/>
                <a:ea typeface="Calibri" pitchFamily="34" charset="-122"/>
                <a:cs typeface="Calibri" pitchFamily="34" charset="-120"/>
              </a:rPr>
              <a:t>   | </a:t>
            </a:r>
            <a:fld id="{58E94494-CE21-4E82-948B-6B5BB0295547}" type="slidenum">
              <a:rPr lang="fr-FR" smtClean="0"/>
              <a:pPr/>
              <a:t>47</a:t>
            </a:fld>
            <a:endParaRPr lang="fr-FR" sz="850"/>
          </a:p>
        </p:txBody>
      </p:sp>
      <p:pic>
        <p:nvPicPr>
          <p:cNvPr id="13" name="Image 12">
            <a:extLst>
              <a:ext uri="{FF2B5EF4-FFF2-40B4-BE49-F238E27FC236}">
                <a16:creationId xmlns:a16="http://schemas.microsoft.com/office/drawing/2014/main" id="{DF22AF4F-4227-50A3-1F8B-15DEB1C97C85}"/>
              </a:ext>
            </a:extLst>
          </p:cNvPr>
          <p:cNvPicPr>
            <a:picLocks noChangeAspect="1"/>
          </p:cNvPicPr>
          <p:nvPr/>
        </p:nvPicPr>
        <p:blipFill>
          <a:blip r:embed="rId4"/>
          <a:stretch>
            <a:fillRect/>
          </a:stretch>
        </p:blipFill>
        <p:spPr>
          <a:xfrm>
            <a:off x="802442" y="3283038"/>
            <a:ext cx="2472246" cy="1758862"/>
          </a:xfrm>
          <a:prstGeom prst="rect">
            <a:avLst/>
          </a:prstGeom>
          <a:ln>
            <a:noFill/>
          </a:ln>
          <a:effectLst>
            <a:outerShdw blurRad="292100" dist="139700" dir="2700000" algn="tl" rotWithShape="0">
              <a:srgbClr val="333333">
                <a:alpha val="65000"/>
              </a:srgbClr>
            </a:outerShdw>
          </a:effectLst>
        </p:spPr>
      </p:pic>
      <p:pic>
        <p:nvPicPr>
          <p:cNvPr id="15" name="Image 14">
            <a:extLst>
              <a:ext uri="{FF2B5EF4-FFF2-40B4-BE49-F238E27FC236}">
                <a16:creationId xmlns:a16="http://schemas.microsoft.com/office/drawing/2014/main" id="{1D5E9C19-A8B7-15B6-83E9-E177F71BE08C}"/>
              </a:ext>
            </a:extLst>
          </p:cNvPr>
          <p:cNvPicPr>
            <a:picLocks noChangeAspect="1"/>
          </p:cNvPicPr>
          <p:nvPr/>
        </p:nvPicPr>
        <p:blipFill>
          <a:blip r:embed="rId5"/>
          <a:stretch>
            <a:fillRect/>
          </a:stretch>
        </p:blipFill>
        <p:spPr>
          <a:xfrm>
            <a:off x="3408705" y="3279686"/>
            <a:ext cx="2220563" cy="175886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81760517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EF8048D-6487-0C42-9CD6-F2C7406DB76C}"/>
              </a:ext>
            </a:extLst>
          </p:cNvPr>
          <p:cNvSpPr>
            <a:spLocks noGrp="1"/>
          </p:cNvSpPr>
          <p:nvPr>
            <p:ph type="title"/>
          </p:nvPr>
        </p:nvSpPr>
        <p:spPr/>
        <p:txBody>
          <a:bodyPr/>
          <a:lstStyle/>
          <a:p>
            <a:endParaRPr lang="fr-FR"/>
          </a:p>
        </p:txBody>
      </p:sp>
      <p:sp>
        <p:nvSpPr>
          <p:cNvPr id="3" name="Espace réservé du numéro de diapositive 2">
            <a:extLst>
              <a:ext uri="{FF2B5EF4-FFF2-40B4-BE49-F238E27FC236}">
                <a16:creationId xmlns:a16="http://schemas.microsoft.com/office/drawing/2014/main" id="{08DF24C5-D67F-18E3-B81A-4FFD6072DE05}"/>
              </a:ext>
            </a:extLst>
          </p:cNvPr>
          <p:cNvSpPr>
            <a:spLocks noGrp="1"/>
          </p:cNvSpPr>
          <p:nvPr>
            <p:ph type="sldNum" sz="quarter" idx="12"/>
          </p:nvPr>
        </p:nvSpPr>
        <p:spPr/>
        <p:txBody>
          <a:bodyPr/>
          <a:lstStyle/>
          <a:p>
            <a:r>
              <a:rPr lang="fr-FR" b="1">
                <a:solidFill>
                  <a:srgbClr val="F26522"/>
                </a:solidFill>
                <a:latin typeface="Calibri" pitchFamily="34" charset="0"/>
                <a:ea typeface="Calibri" pitchFamily="34" charset="-122"/>
                <a:cs typeface="Calibri" pitchFamily="34" charset="-120"/>
              </a:rPr>
              <a:t>Expertime</a:t>
            </a:r>
            <a:r>
              <a:rPr lang="fr-FR">
                <a:solidFill>
                  <a:srgbClr val="5C6B7F"/>
                </a:solidFill>
                <a:latin typeface="Calibri" pitchFamily="34" charset="0"/>
                <a:ea typeface="Calibri" pitchFamily="34" charset="-122"/>
                <a:cs typeface="Calibri" pitchFamily="34" charset="-120"/>
              </a:rPr>
              <a:t>   | </a:t>
            </a:r>
            <a:fld id="{58E94494-CE21-4E82-948B-6B5BB0295547}" type="slidenum">
              <a:rPr lang="fr-FR" smtClean="0"/>
              <a:pPr/>
              <a:t>48</a:t>
            </a:fld>
            <a:endParaRPr lang="fr-FR" sz="850"/>
          </a:p>
        </p:txBody>
      </p:sp>
      <p:sp>
        <p:nvSpPr>
          <p:cNvPr id="5" name="ZoneTexte 4">
            <a:extLst>
              <a:ext uri="{FF2B5EF4-FFF2-40B4-BE49-F238E27FC236}">
                <a16:creationId xmlns:a16="http://schemas.microsoft.com/office/drawing/2014/main" id="{5F77C192-5D22-FED3-0F24-59CFE32725D9}"/>
              </a:ext>
            </a:extLst>
          </p:cNvPr>
          <p:cNvSpPr txBox="1"/>
          <p:nvPr/>
        </p:nvSpPr>
        <p:spPr>
          <a:xfrm>
            <a:off x="628649" y="1434789"/>
            <a:ext cx="8180813" cy="3477875"/>
          </a:xfrm>
          <a:prstGeom prst="rect">
            <a:avLst/>
          </a:prstGeom>
          <a:noFill/>
        </p:spPr>
        <p:txBody>
          <a:bodyPr wrap="square">
            <a:spAutoFit/>
          </a:bodyPr>
          <a:lstStyle/>
          <a:p>
            <a:r>
              <a:rPr lang="fr-FR" sz="1100"/>
              <a:t>## Objective</a:t>
            </a:r>
          </a:p>
          <a:p>
            <a:r>
              <a:rPr lang="fr-FR" sz="1100"/>
              <a:t>// </a:t>
            </a:r>
            <a:r>
              <a:rPr lang="fr-FR" sz="1100" err="1"/>
              <a:t>Describe</a:t>
            </a:r>
            <a:r>
              <a:rPr lang="fr-FR" sz="1100"/>
              <a:t> the </a:t>
            </a:r>
            <a:r>
              <a:rPr lang="fr-FR" sz="1100" err="1"/>
              <a:t>overall</a:t>
            </a:r>
            <a:r>
              <a:rPr lang="fr-FR" sz="1100"/>
              <a:t> goal of the agent. </a:t>
            </a:r>
          </a:p>
          <a:p>
            <a:r>
              <a:rPr lang="fr-FR" sz="1100"/>
              <a:t>// Example: "Help </a:t>
            </a:r>
            <a:r>
              <a:rPr lang="fr-FR" sz="1100" err="1"/>
              <a:t>users</a:t>
            </a:r>
            <a:r>
              <a:rPr lang="fr-FR" sz="1100"/>
              <a:t> </a:t>
            </a:r>
            <a:r>
              <a:rPr lang="fr-FR" sz="1100" err="1"/>
              <a:t>analyze</a:t>
            </a:r>
            <a:r>
              <a:rPr lang="fr-FR" sz="1100"/>
              <a:t> </a:t>
            </a:r>
            <a:r>
              <a:rPr lang="fr-FR" sz="1100" err="1"/>
              <a:t>retail</a:t>
            </a:r>
            <a:r>
              <a:rPr lang="fr-FR" sz="1100"/>
              <a:t> sales performance and </a:t>
            </a:r>
            <a:r>
              <a:rPr lang="fr-FR" sz="1100" err="1"/>
              <a:t>customer</a:t>
            </a:r>
            <a:r>
              <a:rPr lang="fr-FR" sz="1100"/>
              <a:t> </a:t>
            </a:r>
            <a:r>
              <a:rPr lang="fr-FR" sz="1100" err="1"/>
              <a:t>behavior</a:t>
            </a:r>
            <a:r>
              <a:rPr lang="fr-FR" sz="1100"/>
              <a:t> </a:t>
            </a:r>
            <a:r>
              <a:rPr lang="fr-FR" sz="1100" err="1"/>
              <a:t>across</a:t>
            </a:r>
            <a:r>
              <a:rPr lang="fr-FR" sz="1100"/>
              <a:t> </a:t>
            </a:r>
            <a:r>
              <a:rPr lang="fr-FR" sz="1100" err="1"/>
              <a:t>regions</a:t>
            </a:r>
            <a:r>
              <a:rPr lang="fr-FR" sz="1100"/>
              <a:t>."</a:t>
            </a:r>
          </a:p>
          <a:p>
            <a:endParaRPr lang="fr-FR" sz="1100"/>
          </a:p>
          <a:p>
            <a:r>
              <a:rPr lang="fr-FR" sz="1100"/>
              <a:t>## Data sources</a:t>
            </a:r>
          </a:p>
          <a:p>
            <a:r>
              <a:rPr lang="fr-FR" sz="1100"/>
              <a:t>// </a:t>
            </a:r>
            <a:r>
              <a:rPr lang="fr-FR" sz="1100" err="1"/>
              <a:t>Specify</a:t>
            </a:r>
            <a:r>
              <a:rPr lang="fr-FR" sz="1100"/>
              <a:t> </a:t>
            </a:r>
            <a:r>
              <a:rPr lang="fr-FR" sz="1100" err="1"/>
              <a:t>which</a:t>
            </a:r>
            <a:r>
              <a:rPr lang="fr-FR" sz="1100"/>
              <a:t> data sources the agent </a:t>
            </a:r>
            <a:r>
              <a:rPr lang="fr-FR" sz="1100" err="1"/>
              <a:t>should</a:t>
            </a:r>
            <a:r>
              <a:rPr lang="fr-FR" sz="1100"/>
              <a:t> </a:t>
            </a:r>
            <a:r>
              <a:rPr lang="fr-FR" sz="1100" err="1"/>
              <a:t>consider</a:t>
            </a:r>
            <a:r>
              <a:rPr lang="fr-FR" sz="1100"/>
              <a:t>, and in </a:t>
            </a:r>
            <a:r>
              <a:rPr lang="fr-FR" sz="1100" err="1"/>
              <a:t>what</a:t>
            </a:r>
            <a:r>
              <a:rPr lang="fr-FR" sz="1100"/>
              <a:t> </a:t>
            </a:r>
            <a:r>
              <a:rPr lang="fr-FR" sz="1100" err="1"/>
              <a:t>order</a:t>
            </a:r>
            <a:r>
              <a:rPr lang="fr-FR" sz="1100"/>
              <a:t> of </a:t>
            </a:r>
            <a:r>
              <a:rPr lang="fr-FR" sz="1100" err="1"/>
              <a:t>priority</a:t>
            </a:r>
            <a:r>
              <a:rPr lang="fr-FR" sz="1100"/>
              <a:t>.</a:t>
            </a:r>
          </a:p>
          <a:p>
            <a:r>
              <a:rPr lang="fr-FR" sz="1100"/>
              <a:t>// Example: "Use '</a:t>
            </a:r>
            <a:r>
              <a:rPr lang="fr-FR" sz="1100" err="1"/>
              <a:t>SalesLakehouse</a:t>
            </a:r>
            <a:r>
              <a:rPr lang="fr-FR" sz="1100"/>
              <a:t>' for </a:t>
            </a:r>
            <a:r>
              <a:rPr lang="fr-FR" sz="1100" err="1"/>
              <a:t>product</a:t>
            </a:r>
            <a:r>
              <a:rPr lang="fr-FR" sz="1100"/>
              <a:t> and transaction data. Use '</a:t>
            </a:r>
            <a:r>
              <a:rPr lang="fr-FR" sz="1100" err="1"/>
              <a:t>CRMModel</a:t>
            </a:r>
            <a:r>
              <a:rPr lang="fr-FR" sz="1100"/>
              <a:t>' for </a:t>
            </a:r>
            <a:r>
              <a:rPr lang="fr-FR" sz="1100" err="1"/>
              <a:t>customer</a:t>
            </a:r>
            <a:r>
              <a:rPr lang="fr-FR" sz="1100"/>
              <a:t> </a:t>
            </a:r>
            <a:r>
              <a:rPr lang="fr-FR" sz="1100" err="1"/>
              <a:t>demographics</a:t>
            </a:r>
            <a:r>
              <a:rPr lang="fr-FR" sz="1100"/>
              <a:t>."</a:t>
            </a:r>
          </a:p>
          <a:p>
            <a:endParaRPr lang="fr-FR" sz="1100"/>
          </a:p>
          <a:p>
            <a:r>
              <a:rPr lang="fr-FR" sz="1100"/>
              <a:t>## Key </a:t>
            </a:r>
            <a:r>
              <a:rPr lang="fr-FR" sz="1100" err="1"/>
              <a:t>terminology</a:t>
            </a:r>
            <a:endParaRPr lang="fr-FR" sz="1100"/>
          </a:p>
          <a:p>
            <a:r>
              <a:rPr lang="fr-FR" sz="1100"/>
              <a:t>// Define </a:t>
            </a:r>
            <a:r>
              <a:rPr lang="fr-FR" sz="1100" err="1"/>
              <a:t>terms</a:t>
            </a:r>
            <a:r>
              <a:rPr lang="fr-FR" sz="1100"/>
              <a:t> or </a:t>
            </a:r>
            <a:r>
              <a:rPr lang="fr-FR" sz="1100" err="1"/>
              <a:t>acronyms</a:t>
            </a:r>
            <a:r>
              <a:rPr lang="fr-FR" sz="1100"/>
              <a:t> the agent </a:t>
            </a:r>
            <a:r>
              <a:rPr lang="fr-FR" sz="1100" err="1"/>
              <a:t>may</a:t>
            </a:r>
            <a:r>
              <a:rPr lang="fr-FR" sz="1100"/>
              <a:t> </a:t>
            </a:r>
            <a:r>
              <a:rPr lang="fr-FR" sz="1100" err="1"/>
              <a:t>encounter</a:t>
            </a:r>
            <a:r>
              <a:rPr lang="fr-FR" sz="1100"/>
              <a:t> in user </a:t>
            </a:r>
            <a:r>
              <a:rPr lang="fr-FR" sz="1100" err="1"/>
              <a:t>queries</a:t>
            </a:r>
            <a:r>
              <a:rPr lang="fr-FR" sz="1100"/>
              <a:t>.</a:t>
            </a:r>
          </a:p>
          <a:p>
            <a:r>
              <a:rPr lang="fr-FR" sz="1100"/>
              <a:t>// Example: "'GMV' </a:t>
            </a:r>
            <a:r>
              <a:rPr lang="fr-FR" sz="1100" err="1"/>
              <a:t>refers</a:t>
            </a:r>
            <a:r>
              <a:rPr lang="fr-FR" sz="1100"/>
              <a:t> to Gross Merchandise Value."</a:t>
            </a:r>
          </a:p>
          <a:p>
            <a:endParaRPr lang="fr-FR" sz="1100"/>
          </a:p>
          <a:p>
            <a:r>
              <a:rPr lang="fr-FR" sz="1100"/>
              <a:t>## </a:t>
            </a:r>
            <a:r>
              <a:rPr lang="fr-FR" sz="1100" err="1"/>
              <a:t>Response</a:t>
            </a:r>
            <a:r>
              <a:rPr lang="fr-FR" sz="1100"/>
              <a:t> guidelines</a:t>
            </a:r>
          </a:p>
          <a:p>
            <a:r>
              <a:rPr lang="fr-FR" sz="1100"/>
              <a:t>// Set expectations for how the agent </a:t>
            </a:r>
            <a:r>
              <a:rPr lang="fr-FR" sz="1100" err="1"/>
              <a:t>should</a:t>
            </a:r>
            <a:r>
              <a:rPr lang="fr-FR" sz="1100"/>
              <a:t> format or </a:t>
            </a:r>
            <a:r>
              <a:rPr lang="fr-FR" sz="1100" err="1"/>
              <a:t>present</a:t>
            </a:r>
            <a:r>
              <a:rPr lang="fr-FR" sz="1100"/>
              <a:t> </a:t>
            </a:r>
            <a:r>
              <a:rPr lang="fr-FR" sz="1100" err="1"/>
              <a:t>answers</a:t>
            </a:r>
            <a:r>
              <a:rPr lang="fr-FR" sz="1100"/>
              <a:t>.</a:t>
            </a:r>
          </a:p>
          <a:p>
            <a:r>
              <a:rPr lang="fr-FR" sz="1100"/>
              <a:t>// Example: ""</a:t>
            </a:r>
          </a:p>
          <a:p>
            <a:endParaRPr lang="fr-FR" sz="1100"/>
          </a:p>
          <a:p>
            <a:r>
              <a:rPr lang="fr-FR" sz="1100"/>
              <a:t>## Handling </a:t>
            </a:r>
            <a:r>
              <a:rPr lang="fr-FR" sz="1100" err="1"/>
              <a:t>common</a:t>
            </a:r>
            <a:r>
              <a:rPr lang="fr-FR" sz="1100"/>
              <a:t> topics</a:t>
            </a:r>
          </a:p>
          <a:p>
            <a:r>
              <a:rPr lang="fr-FR" sz="1100"/>
              <a:t>// </a:t>
            </a:r>
            <a:r>
              <a:rPr lang="fr-FR" sz="1100" err="1"/>
              <a:t>Provide</a:t>
            </a:r>
            <a:r>
              <a:rPr lang="fr-FR" sz="1100"/>
              <a:t> </a:t>
            </a:r>
            <a:r>
              <a:rPr lang="fr-FR" sz="1100" err="1"/>
              <a:t>special</a:t>
            </a:r>
            <a:r>
              <a:rPr lang="fr-FR" sz="1100"/>
              <a:t> handling </a:t>
            </a:r>
            <a:r>
              <a:rPr lang="fr-FR" sz="1100" err="1"/>
              <a:t>rules</a:t>
            </a:r>
            <a:r>
              <a:rPr lang="fr-FR" sz="1100"/>
              <a:t> or </a:t>
            </a:r>
            <a:r>
              <a:rPr lang="fr-FR" sz="1100" err="1"/>
              <a:t>context</a:t>
            </a:r>
            <a:r>
              <a:rPr lang="fr-FR" sz="1100"/>
              <a:t> for </a:t>
            </a:r>
            <a:r>
              <a:rPr lang="fr-FR" sz="1100" err="1"/>
              <a:t>frequently</a:t>
            </a:r>
            <a:r>
              <a:rPr lang="fr-FR" sz="1100"/>
              <a:t> </a:t>
            </a:r>
            <a:r>
              <a:rPr lang="fr-FR" sz="1100" err="1"/>
              <a:t>asked</a:t>
            </a:r>
            <a:r>
              <a:rPr lang="fr-FR" sz="1100"/>
              <a:t> topics.</a:t>
            </a:r>
          </a:p>
          <a:p>
            <a:r>
              <a:rPr lang="fr-FR" sz="1100"/>
              <a:t>// Example: "</a:t>
            </a:r>
            <a:r>
              <a:rPr lang="fr-FR" sz="1100" err="1"/>
              <a:t>When</a:t>
            </a:r>
            <a:r>
              <a:rPr lang="fr-FR" sz="1100"/>
              <a:t> </a:t>
            </a:r>
            <a:r>
              <a:rPr lang="fr-FR" sz="1100" err="1"/>
              <a:t>asked</a:t>
            </a:r>
            <a:r>
              <a:rPr lang="fr-FR" sz="1100"/>
              <a:t> about </a:t>
            </a:r>
            <a:r>
              <a:rPr lang="fr-FR" sz="1100" err="1"/>
              <a:t>customers</a:t>
            </a:r>
            <a:r>
              <a:rPr lang="fr-FR" sz="1100"/>
              <a:t>, use the 'ChurnModelScoring' </a:t>
            </a:r>
            <a:r>
              <a:rPr lang="fr-FR" sz="1100" err="1"/>
              <a:t>Lakehouse</a:t>
            </a:r>
            <a:r>
              <a:rPr lang="fr-FR" sz="1100"/>
              <a:t> to </a:t>
            </a:r>
            <a:r>
              <a:rPr lang="fr-FR" sz="1100" err="1"/>
              <a:t>get</a:t>
            </a:r>
            <a:r>
              <a:rPr lang="fr-FR" sz="1100"/>
              <a:t> </a:t>
            </a:r>
            <a:r>
              <a:rPr lang="fr-FR" sz="1100" err="1"/>
              <a:t>customer</a:t>
            </a:r>
            <a:r>
              <a:rPr lang="fr-FR" sz="1100"/>
              <a:t> </a:t>
            </a:r>
            <a:r>
              <a:rPr lang="fr-FR" sz="1100" err="1"/>
              <a:t>details</a:t>
            </a:r>
            <a:r>
              <a:rPr lang="fr-FR" sz="1100"/>
              <a:t>. Then, </a:t>
            </a:r>
            <a:r>
              <a:rPr lang="fr-FR" sz="1100" err="1"/>
              <a:t>list</a:t>
            </a:r>
            <a:r>
              <a:rPr lang="fr-FR" sz="1100"/>
              <a:t> </a:t>
            </a:r>
            <a:r>
              <a:rPr lang="fr-FR" sz="1100" err="1"/>
              <a:t>any</a:t>
            </a:r>
            <a:r>
              <a:rPr lang="fr-FR" sz="1100"/>
              <a:t> open support tickets"</a:t>
            </a:r>
          </a:p>
        </p:txBody>
      </p:sp>
    </p:spTree>
    <p:extLst>
      <p:ext uri="{BB962C8B-B14F-4D97-AF65-F5344CB8AC3E}">
        <p14:creationId xmlns:p14="http://schemas.microsoft.com/office/powerpoint/2010/main" val="304036238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0A0C232-2B79-38BA-137C-C8E8B7ADE3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FD602F-511E-51A8-717A-EE266CCC370D}"/>
              </a:ext>
            </a:extLst>
          </p:cNvPr>
          <p:cNvSpPr>
            <a:spLocks noGrp="1"/>
          </p:cNvSpPr>
          <p:nvPr>
            <p:ph type="title"/>
          </p:nvPr>
        </p:nvSpPr>
        <p:spPr>
          <a:xfrm>
            <a:off x="239850" y="15556"/>
            <a:ext cx="3943350" cy="848444"/>
          </a:xfrm>
        </p:spPr>
        <p:txBody>
          <a:bodyPr>
            <a:normAutofit/>
          </a:bodyPr>
          <a:lstStyle/>
          <a:p>
            <a:pPr algn="ctr"/>
            <a:r>
              <a:rPr lang="fr-FR">
                <a:solidFill>
                  <a:schemeClr val="tx1"/>
                </a:solidFill>
                <a:latin typeface="Aptos"/>
              </a:rPr>
              <a:t>Fabric Data Agents</a:t>
            </a:r>
            <a:endParaRPr lang="fr-FR" b="1">
              <a:solidFill>
                <a:schemeClr val="tx1"/>
              </a:solidFill>
              <a:latin typeface="Aptos"/>
            </a:endParaRPr>
          </a:p>
        </p:txBody>
      </p:sp>
      <p:sp>
        <p:nvSpPr>
          <p:cNvPr id="3" name="Slide Number Placeholder 2">
            <a:extLst>
              <a:ext uri="{FF2B5EF4-FFF2-40B4-BE49-F238E27FC236}">
                <a16:creationId xmlns:a16="http://schemas.microsoft.com/office/drawing/2014/main" id="{9926AA13-45A7-305E-61BD-ACE77AA4BE23}"/>
              </a:ext>
            </a:extLst>
          </p:cNvPr>
          <p:cNvSpPr>
            <a:spLocks noGrp="1"/>
          </p:cNvSpPr>
          <p:nvPr>
            <p:ph type="sldNum" sz="quarter" idx="12"/>
          </p:nvPr>
        </p:nvSpPr>
        <p:spPr/>
        <p:txBody>
          <a:bodyPr/>
          <a:lstStyle/>
          <a:p>
            <a:pPr defTabSz="685800">
              <a:defRPr/>
            </a:pPr>
            <a:fld id="{323DE39C-8A81-4508-8EC3-8C55B05C4E7E}" type="slidenum">
              <a:rPr lang="fr-FR" sz="1350">
                <a:solidFill>
                  <a:srgbClr val="FFFFFF"/>
                </a:solidFill>
                <a:latin typeface="Segoe UI Semibold"/>
              </a:rPr>
              <a:pPr defTabSz="685800">
                <a:defRPr/>
              </a:pPr>
              <a:t>49</a:t>
            </a:fld>
            <a:endParaRPr lang="fr-FR" sz="1350">
              <a:solidFill>
                <a:srgbClr val="FFFFFF"/>
              </a:solidFill>
              <a:latin typeface="Segoe UI Semibold"/>
            </a:endParaRPr>
          </a:p>
        </p:txBody>
      </p:sp>
      <p:sp>
        <p:nvSpPr>
          <p:cNvPr id="71" name="Text Placeholder 70">
            <a:extLst>
              <a:ext uri="{FF2B5EF4-FFF2-40B4-BE49-F238E27FC236}">
                <a16:creationId xmlns:a16="http://schemas.microsoft.com/office/drawing/2014/main" id="{C6A773EC-AC13-8E95-3EBE-8B01CC27FA27}"/>
              </a:ext>
            </a:extLst>
          </p:cNvPr>
          <p:cNvSpPr>
            <a:spLocks noGrp="1"/>
          </p:cNvSpPr>
          <p:nvPr>
            <p:ph type="body" sz="quarter" idx="13"/>
          </p:nvPr>
        </p:nvSpPr>
        <p:spPr>
          <a:xfrm>
            <a:off x="689850" y="630281"/>
            <a:ext cx="3043350" cy="467439"/>
          </a:xfrm>
        </p:spPr>
        <p:txBody>
          <a:bodyPr vert="horz" lIns="68580" tIns="34290" rIns="68580" bIns="34290" rtlCol="0" anchor="t">
            <a:normAutofit/>
          </a:bodyPr>
          <a:lstStyle/>
          <a:p>
            <a:pPr algn="ctr"/>
            <a:r>
              <a:rPr lang="fr-FR">
                <a:solidFill>
                  <a:srgbClr val="0070C0"/>
                </a:solidFill>
                <a:cs typeface="Segoe UI"/>
              </a:rPr>
              <a:t>Agents conversationnels connectés </a:t>
            </a:r>
            <a:br>
              <a:rPr lang="fr-FR">
                <a:solidFill>
                  <a:srgbClr val="0070C0"/>
                </a:solidFill>
                <a:cs typeface="Segoe UI"/>
              </a:rPr>
            </a:br>
            <a:r>
              <a:rPr lang="fr-FR">
                <a:solidFill>
                  <a:srgbClr val="0070C0"/>
                </a:solidFill>
                <a:cs typeface="Segoe UI"/>
              </a:rPr>
              <a:t>aux données</a:t>
            </a:r>
          </a:p>
        </p:txBody>
      </p:sp>
      <p:sp>
        <p:nvSpPr>
          <p:cNvPr id="7" name="TextBox 6">
            <a:extLst>
              <a:ext uri="{FF2B5EF4-FFF2-40B4-BE49-F238E27FC236}">
                <a16:creationId xmlns:a16="http://schemas.microsoft.com/office/drawing/2014/main" id="{D76589B4-15D1-7BB0-87AA-66E2C01327D3}"/>
              </a:ext>
            </a:extLst>
          </p:cNvPr>
          <p:cNvSpPr txBox="1"/>
          <p:nvPr/>
        </p:nvSpPr>
        <p:spPr>
          <a:xfrm>
            <a:off x="6024388" y="3249368"/>
            <a:ext cx="87719" cy="230832"/>
          </a:xfrm>
          <a:prstGeom prst="rect">
            <a:avLst/>
          </a:prstGeom>
          <a:noFill/>
        </p:spPr>
        <p:txBody>
          <a:bodyPr wrap="square" rtlCol="0">
            <a:spAutoFit/>
          </a:bodyPr>
          <a:lstStyle/>
          <a:p>
            <a:pPr defTabSz="685800"/>
            <a:r>
              <a:rPr lang="fr-FR" sz="900">
                <a:solidFill>
                  <a:srgbClr val="02023F"/>
                </a:solidFill>
                <a:latin typeface="Segoe UI"/>
              </a:rPr>
              <a:t>*</a:t>
            </a:r>
          </a:p>
        </p:txBody>
      </p:sp>
      <p:pic>
        <p:nvPicPr>
          <p:cNvPr id="2050" name="Picture 2" descr="What is a Data Agent in Microsoft Fabric – and how can it help you?">
            <a:extLst>
              <a:ext uri="{FF2B5EF4-FFF2-40B4-BE49-F238E27FC236}">
                <a16:creationId xmlns:a16="http://schemas.microsoft.com/office/drawing/2014/main" id="{EFB73455-67A3-1925-C285-77999B00E1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25553" y="203"/>
            <a:ext cx="4718447" cy="51435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DE95E5D2-3D1B-598C-930D-E82F065BAD2A}"/>
              </a:ext>
            </a:extLst>
          </p:cNvPr>
          <p:cNvPicPr>
            <a:picLocks noChangeAspect="1"/>
          </p:cNvPicPr>
          <p:nvPr/>
        </p:nvPicPr>
        <p:blipFill>
          <a:blip r:embed="rId4">
            <a:duotone>
              <a:schemeClr val="accent1">
                <a:shade val="45000"/>
                <a:satMod val="135000"/>
              </a:schemeClr>
              <a:prstClr val="white"/>
            </a:duotone>
          </a:blip>
          <a:stretch>
            <a:fillRect/>
          </a:stretch>
        </p:blipFill>
        <p:spPr>
          <a:xfrm>
            <a:off x="315450" y="1640519"/>
            <a:ext cx="3788393" cy="2020476"/>
          </a:xfrm>
          <a:prstGeom prst="rect">
            <a:avLst/>
          </a:prstGeom>
        </p:spPr>
      </p:pic>
    </p:spTree>
    <p:extLst>
      <p:ext uri="{BB962C8B-B14F-4D97-AF65-F5344CB8AC3E}">
        <p14:creationId xmlns:p14="http://schemas.microsoft.com/office/powerpoint/2010/main" val="19787211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Titre 5">
            <a:extLst>
              <a:ext uri="{FF2B5EF4-FFF2-40B4-BE49-F238E27FC236}">
                <a16:creationId xmlns:a16="http://schemas.microsoft.com/office/drawing/2014/main" id="{D78055A0-11A4-FC1A-3A44-5FF79FB700EB}"/>
              </a:ext>
            </a:extLst>
          </p:cNvPr>
          <p:cNvSpPr>
            <a:spLocks noGrp="1"/>
          </p:cNvSpPr>
          <p:nvPr>
            <p:ph type="title"/>
          </p:nvPr>
        </p:nvSpPr>
        <p:spPr/>
        <p:txBody>
          <a:bodyPr/>
          <a:lstStyle/>
          <a:p>
            <a:endParaRPr lang="fr-FR"/>
          </a:p>
        </p:txBody>
      </p:sp>
      <p:sp>
        <p:nvSpPr>
          <p:cNvPr id="3" name="Espace réservé du numéro de diapositive 2">
            <a:extLst>
              <a:ext uri="{FF2B5EF4-FFF2-40B4-BE49-F238E27FC236}">
                <a16:creationId xmlns:a16="http://schemas.microsoft.com/office/drawing/2014/main" id="{46ECDBCC-6FAC-A03B-EFBE-8FAFD7A7012E}"/>
              </a:ext>
            </a:extLst>
          </p:cNvPr>
          <p:cNvSpPr>
            <a:spLocks noGrp="1"/>
          </p:cNvSpPr>
          <p:nvPr>
            <p:ph type="sldNum" idx="12"/>
          </p:nvPr>
        </p:nvSpPr>
        <p:spPr/>
        <p:txBody>
          <a:bodyPr/>
          <a:lstStyle/>
          <a:p>
            <a:pPr defTabSz="685800"/>
            <a:fld id="{323DE39C-8A81-4508-8EC3-8C55B05C4E7E}" type="slidenum">
              <a:rPr lang="fr-FR">
                <a:solidFill>
                  <a:srgbClr val="FFFFFF"/>
                </a:solidFill>
              </a:rPr>
              <a:pPr defTabSz="685800"/>
              <a:t>50</a:t>
            </a:fld>
            <a:endParaRPr lang="fr-FR">
              <a:solidFill>
                <a:srgbClr val="FFFFFF"/>
              </a:solidFill>
            </a:endParaRPr>
          </a:p>
        </p:txBody>
      </p:sp>
      <p:pic>
        <p:nvPicPr>
          <p:cNvPr id="8" name="Image 7">
            <a:extLst>
              <a:ext uri="{FF2B5EF4-FFF2-40B4-BE49-F238E27FC236}">
                <a16:creationId xmlns:a16="http://schemas.microsoft.com/office/drawing/2014/main" id="{9D689A78-6463-5DDA-D761-4A0CE8ABEE73}"/>
              </a:ext>
            </a:extLst>
          </p:cNvPr>
          <p:cNvPicPr>
            <a:picLocks noChangeAspect="1"/>
          </p:cNvPicPr>
          <p:nvPr/>
        </p:nvPicPr>
        <p:blipFill>
          <a:blip r:embed="rId2"/>
          <a:stretch>
            <a:fillRect/>
          </a:stretch>
        </p:blipFill>
        <p:spPr>
          <a:xfrm>
            <a:off x="5085" y="0"/>
            <a:ext cx="9133831" cy="5143500"/>
          </a:xfrm>
          <a:prstGeom prst="rect">
            <a:avLst/>
          </a:prstGeom>
        </p:spPr>
      </p:pic>
    </p:spTree>
    <p:extLst>
      <p:ext uri="{BB962C8B-B14F-4D97-AF65-F5344CB8AC3E}">
        <p14:creationId xmlns:p14="http://schemas.microsoft.com/office/powerpoint/2010/main" val="123236847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D8C5860-4FF0-7343-BD04-2FCCA37F7A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153844-AA4F-FCCB-7F03-0500360D4B1C}"/>
              </a:ext>
            </a:extLst>
          </p:cNvPr>
          <p:cNvSpPr>
            <a:spLocks noGrp="1"/>
          </p:cNvSpPr>
          <p:nvPr>
            <p:ph type="title"/>
          </p:nvPr>
        </p:nvSpPr>
        <p:spPr/>
        <p:txBody>
          <a:bodyPr>
            <a:normAutofit/>
          </a:bodyPr>
          <a:lstStyle/>
          <a:p>
            <a:r>
              <a:rPr lang="fr-FR" b="1">
                <a:solidFill>
                  <a:schemeClr val="tx1"/>
                </a:solidFill>
                <a:latin typeface="Aptos"/>
              </a:rPr>
              <a:t>Créer </a:t>
            </a:r>
            <a:r>
              <a:rPr lang="fr-FR">
                <a:solidFill>
                  <a:schemeClr val="tx1"/>
                </a:solidFill>
                <a:latin typeface="Aptos"/>
              </a:rPr>
              <a:t>un Fabric Data Agent</a:t>
            </a:r>
            <a:endParaRPr lang="fr-FR" b="1">
              <a:solidFill>
                <a:schemeClr val="tx1"/>
              </a:solidFill>
              <a:latin typeface="Aptos"/>
            </a:endParaRPr>
          </a:p>
        </p:txBody>
      </p:sp>
      <p:sp>
        <p:nvSpPr>
          <p:cNvPr id="3" name="Slide Number Placeholder 2">
            <a:extLst>
              <a:ext uri="{FF2B5EF4-FFF2-40B4-BE49-F238E27FC236}">
                <a16:creationId xmlns:a16="http://schemas.microsoft.com/office/drawing/2014/main" id="{C3415911-85E0-9F94-F198-CDE686821D61}"/>
              </a:ext>
            </a:extLst>
          </p:cNvPr>
          <p:cNvSpPr>
            <a:spLocks noGrp="1"/>
          </p:cNvSpPr>
          <p:nvPr>
            <p:ph type="sldNum" sz="quarter" idx="12"/>
          </p:nvPr>
        </p:nvSpPr>
        <p:spPr/>
        <p:txBody>
          <a:bodyPr/>
          <a:lstStyle/>
          <a:p>
            <a:pPr defTabSz="685800">
              <a:defRPr/>
            </a:pPr>
            <a:fld id="{323DE39C-8A81-4508-8EC3-8C55B05C4E7E}" type="slidenum">
              <a:rPr lang="fr-FR" sz="1350">
                <a:solidFill>
                  <a:srgbClr val="FFFFFF"/>
                </a:solidFill>
                <a:latin typeface="Segoe UI Semibold"/>
              </a:rPr>
              <a:pPr defTabSz="685800">
                <a:defRPr/>
              </a:pPr>
              <a:t>51</a:t>
            </a:fld>
            <a:endParaRPr lang="fr-FR" sz="1350">
              <a:solidFill>
                <a:srgbClr val="FFFFFF"/>
              </a:solidFill>
              <a:latin typeface="Segoe UI Semibold"/>
            </a:endParaRPr>
          </a:p>
        </p:txBody>
      </p:sp>
      <p:sp>
        <p:nvSpPr>
          <p:cNvPr id="71" name="Text Placeholder 70">
            <a:extLst>
              <a:ext uri="{FF2B5EF4-FFF2-40B4-BE49-F238E27FC236}">
                <a16:creationId xmlns:a16="http://schemas.microsoft.com/office/drawing/2014/main" id="{A46987A9-3B9D-6A53-AD90-EC2151FE2A97}"/>
              </a:ext>
            </a:extLst>
          </p:cNvPr>
          <p:cNvSpPr>
            <a:spLocks noGrp="1"/>
          </p:cNvSpPr>
          <p:nvPr>
            <p:ph type="body" sz="quarter" idx="13"/>
          </p:nvPr>
        </p:nvSpPr>
        <p:spPr/>
        <p:txBody>
          <a:bodyPr vert="horz" lIns="68580" tIns="34290" rIns="68580" bIns="34290" rtlCol="0" anchor="t">
            <a:normAutofit/>
          </a:bodyPr>
          <a:lstStyle/>
          <a:p>
            <a:r>
              <a:rPr lang="fr-FR">
                <a:solidFill>
                  <a:srgbClr val="0070C0"/>
                </a:solidFill>
                <a:cs typeface="Segoe UI"/>
              </a:rPr>
              <a:t>Agents conversationnels connectés aux données</a:t>
            </a:r>
          </a:p>
        </p:txBody>
      </p:sp>
      <p:pic>
        <p:nvPicPr>
          <p:cNvPr id="10" name="Image 9">
            <a:extLst>
              <a:ext uri="{FF2B5EF4-FFF2-40B4-BE49-F238E27FC236}">
                <a16:creationId xmlns:a16="http://schemas.microsoft.com/office/drawing/2014/main" id="{6578F135-D254-0404-CF80-A5F613103F2F}"/>
              </a:ext>
            </a:extLst>
          </p:cNvPr>
          <p:cNvPicPr>
            <a:picLocks noChangeAspect="1"/>
          </p:cNvPicPr>
          <p:nvPr/>
        </p:nvPicPr>
        <p:blipFill>
          <a:blip r:embed="rId3"/>
          <a:stretch>
            <a:fillRect/>
          </a:stretch>
        </p:blipFill>
        <p:spPr>
          <a:xfrm>
            <a:off x="4460674" y="927188"/>
            <a:ext cx="3951167" cy="4162373"/>
          </a:xfrm>
          <a:prstGeom prst="rect">
            <a:avLst/>
          </a:prstGeom>
          <a:ln w="12700">
            <a:solidFill>
              <a:schemeClr val="accent1"/>
            </a:solidFill>
          </a:ln>
        </p:spPr>
      </p:pic>
      <p:sp>
        <p:nvSpPr>
          <p:cNvPr id="11" name="Rectangle: Rounded Corners 8">
            <a:extLst>
              <a:ext uri="{FF2B5EF4-FFF2-40B4-BE49-F238E27FC236}">
                <a16:creationId xmlns:a16="http://schemas.microsoft.com/office/drawing/2014/main" id="{716B1FE8-EBD8-521A-3973-EB7A9B730FE3}"/>
              </a:ext>
            </a:extLst>
          </p:cNvPr>
          <p:cNvSpPr/>
          <p:nvPr/>
        </p:nvSpPr>
        <p:spPr>
          <a:xfrm>
            <a:off x="4741927" y="1706559"/>
            <a:ext cx="422045" cy="115417"/>
          </a:xfrm>
          <a:prstGeom prst="roundRect">
            <a:avLst/>
          </a:prstGeom>
          <a:noFill/>
          <a:ln w="28575">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endParaRPr lang="fr-FR" sz="1350">
              <a:solidFill>
                <a:srgbClr val="FFFFFF"/>
              </a:solidFill>
              <a:latin typeface="Segoe UI"/>
            </a:endParaRPr>
          </a:p>
        </p:txBody>
      </p:sp>
      <p:pic>
        <p:nvPicPr>
          <p:cNvPr id="13" name="Image 12">
            <a:extLst>
              <a:ext uri="{FF2B5EF4-FFF2-40B4-BE49-F238E27FC236}">
                <a16:creationId xmlns:a16="http://schemas.microsoft.com/office/drawing/2014/main" id="{73C21EC5-6DB1-7E67-CD76-7CD2C4321DE3}"/>
              </a:ext>
            </a:extLst>
          </p:cNvPr>
          <p:cNvPicPr>
            <a:picLocks noChangeAspect="1"/>
          </p:cNvPicPr>
          <p:nvPr/>
        </p:nvPicPr>
        <p:blipFill>
          <a:blip r:embed="rId4"/>
          <a:stretch>
            <a:fillRect/>
          </a:stretch>
        </p:blipFill>
        <p:spPr>
          <a:xfrm>
            <a:off x="695964" y="927188"/>
            <a:ext cx="3764709" cy="1640072"/>
          </a:xfrm>
          <a:prstGeom prst="rect">
            <a:avLst/>
          </a:prstGeom>
          <a:ln w="12700">
            <a:solidFill>
              <a:schemeClr val="accent1"/>
            </a:solidFill>
          </a:ln>
        </p:spPr>
      </p:pic>
      <p:pic>
        <p:nvPicPr>
          <p:cNvPr id="15" name="Image 14">
            <a:extLst>
              <a:ext uri="{FF2B5EF4-FFF2-40B4-BE49-F238E27FC236}">
                <a16:creationId xmlns:a16="http://schemas.microsoft.com/office/drawing/2014/main" id="{90979769-FDB8-BA8A-3A70-2C57E212DACB}"/>
              </a:ext>
            </a:extLst>
          </p:cNvPr>
          <p:cNvPicPr>
            <a:picLocks noChangeAspect="1"/>
          </p:cNvPicPr>
          <p:nvPr/>
        </p:nvPicPr>
        <p:blipFill>
          <a:blip r:embed="rId5"/>
          <a:stretch>
            <a:fillRect/>
          </a:stretch>
        </p:blipFill>
        <p:spPr>
          <a:xfrm>
            <a:off x="695964" y="2581360"/>
            <a:ext cx="3764709" cy="2504189"/>
          </a:xfrm>
          <a:prstGeom prst="rect">
            <a:avLst/>
          </a:prstGeom>
          <a:ln w="12700">
            <a:solidFill>
              <a:schemeClr val="accent1"/>
            </a:solidFill>
          </a:ln>
        </p:spPr>
      </p:pic>
      <p:sp>
        <p:nvSpPr>
          <p:cNvPr id="16" name="Rectangle: Rounded Corners 8">
            <a:extLst>
              <a:ext uri="{FF2B5EF4-FFF2-40B4-BE49-F238E27FC236}">
                <a16:creationId xmlns:a16="http://schemas.microsoft.com/office/drawing/2014/main" id="{2AF5B58D-9C5E-01EB-51E5-8BAAB9A9BC57}"/>
              </a:ext>
            </a:extLst>
          </p:cNvPr>
          <p:cNvSpPr/>
          <p:nvPr/>
        </p:nvSpPr>
        <p:spPr>
          <a:xfrm>
            <a:off x="5791201" y="1214352"/>
            <a:ext cx="288878" cy="119148"/>
          </a:xfrm>
          <a:prstGeom prst="roundRect">
            <a:avLst/>
          </a:prstGeom>
          <a:noFill/>
          <a:ln w="28575">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endParaRPr lang="fr-FR" sz="1350">
              <a:solidFill>
                <a:srgbClr val="FFFFFF"/>
              </a:solidFill>
              <a:latin typeface="Segoe UI"/>
            </a:endParaRPr>
          </a:p>
        </p:txBody>
      </p:sp>
      <p:sp>
        <p:nvSpPr>
          <p:cNvPr id="17" name="Rectangle: Rounded Corners 8">
            <a:extLst>
              <a:ext uri="{FF2B5EF4-FFF2-40B4-BE49-F238E27FC236}">
                <a16:creationId xmlns:a16="http://schemas.microsoft.com/office/drawing/2014/main" id="{74FE2942-3645-EFE5-B7A2-155639F74B27}"/>
              </a:ext>
            </a:extLst>
          </p:cNvPr>
          <p:cNvSpPr/>
          <p:nvPr/>
        </p:nvSpPr>
        <p:spPr>
          <a:xfrm>
            <a:off x="1609054" y="1599162"/>
            <a:ext cx="886069" cy="473592"/>
          </a:xfrm>
          <a:prstGeom prst="roundRect">
            <a:avLst/>
          </a:prstGeom>
          <a:noFill/>
          <a:ln w="28575">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endParaRPr lang="fr-FR" sz="1350">
              <a:solidFill>
                <a:srgbClr val="FFFFFF"/>
              </a:solidFill>
              <a:latin typeface="Segoe UI"/>
            </a:endParaRPr>
          </a:p>
        </p:txBody>
      </p:sp>
    </p:spTree>
    <p:extLst>
      <p:ext uri="{BB962C8B-B14F-4D97-AF65-F5344CB8AC3E}">
        <p14:creationId xmlns:p14="http://schemas.microsoft.com/office/powerpoint/2010/main" val="262335547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B8306BE-4C1E-70A0-55CA-19E964237E8C}"/>
              </a:ext>
            </a:extLst>
          </p:cNvPr>
          <p:cNvSpPr>
            <a:spLocks noGrp="1"/>
          </p:cNvSpPr>
          <p:nvPr>
            <p:ph type="title"/>
          </p:nvPr>
        </p:nvSpPr>
        <p:spPr/>
        <p:txBody>
          <a:bodyPr/>
          <a:lstStyle/>
          <a:p>
            <a:r>
              <a:rPr lang="fr-FR" dirty="0"/>
              <a:t>Préciser les instructions de l’agent</a:t>
            </a:r>
          </a:p>
        </p:txBody>
      </p:sp>
      <p:sp>
        <p:nvSpPr>
          <p:cNvPr id="3" name="Espace réservé du numéro de diapositive 2">
            <a:extLst>
              <a:ext uri="{FF2B5EF4-FFF2-40B4-BE49-F238E27FC236}">
                <a16:creationId xmlns:a16="http://schemas.microsoft.com/office/drawing/2014/main" id="{209DDEE2-BBC5-7D4D-D8F8-A0F1A4E7D99D}"/>
              </a:ext>
            </a:extLst>
          </p:cNvPr>
          <p:cNvSpPr>
            <a:spLocks noGrp="1"/>
          </p:cNvSpPr>
          <p:nvPr>
            <p:ph type="sldNum" sz="quarter" idx="12"/>
          </p:nvPr>
        </p:nvSpPr>
        <p:spPr/>
        <p:txBody>
          <a:bodyPr/>
          <a:lstStyle/>
          <a:p>
            <a:pPr defTabSz="685800"/>
            <a:fld id="{323DE39C-8A81-4508-8EC3-8C55B05C4E7E}" type="slidenum">
              <a:rPr lang="fr-FR" sz="1350">
                <a:solidFill>
                  <a:srgbClr val="FFFFFF"/>
                </a:solidFill>
                <a:latin typeface="Segoe UI Semibold"/>
              </a:rPr>
              <a:pPr defTabSz="685800"/>
              <a:t>52</a:t>
            </a:fld>
            <a:endParaRPr lang="fr-FR" sz="1350">
              <a:solidFill>
                <a:srgbClr val="FFFFFF"/>
              </a:solidFill>
              <a:latin typeface="Segoe UI Semibold"/>
            </a:endParaRPr>
          </a:p>
        </p:txBody>
      </p:sp>
      <p:sp>
        <p:nvSpPr>
          <p:cNvPr id="4" name="Espace réservé du contenu 3">
            <a:extLst>
              <a:ext uri="{FF2B5EF4-FFF2-40B4-BE49-F238E27FC236}">
                <a16:creationId xmlns:a16="http://schemas.microsoft.com/office/drawing/2014/main" id="{6ED181A2-618F-FC63-CE98-A95B0B167FB9}"/>
              </a:ext>
            </a:extLst>
          </p:cNvPr>
          <p:cNvSpPr>
            <a:spLocks noGrp="1"/>
          </p:cNvSpPr>
          <p:nvPr>
            <p:ph idx="1"/>
          </p:nvPr>
        </p:nvSpPr>
        <p:spPr/>
        <p:txBody>
          <a:bodyPr/>
          <a:lstStyle/>
          <a:p>
            <a:r>
              <a:rPr lang="fr-FR" dirty="0"/>
              <a:t>Les instructions de source de données sont appliquées lorsque l’agent achemine une question vers une source de données spécifique. Ces instructions fournissent le contexte nécessaire pour construire des requêtes précises( dans SQL, DAX ou KQL) afin que l’agent puisse récupérer des informations précises.</a:t>
            </a:r>
          </a:p>
          <a:p>
            <a:r>
              <a:rPr lang="fr-FR" dirty="0"/>
              <a:t>Cette section doit inclure des conseils spécifiques à la source de données, tels que les tables, colonnes, relations et toute logique de requête requise pour répondre aux questions courantes ou complexes. Plus le contexte est fourni, plus l’agent peut générer des requêtes précises et significatives.</a:t>
            </a:r>
          </a:p>
          <a:p>
            <a:endParaRPr lang="fr-FR" dirty="0"/>
          </a:p>
        </p:txBody>
      </p:sp>
      <p:sp>
        <p:nvSpPr>
          <p:cNvPr id="5" name="Espace réservé du texte 4">
            <a:extLst>
              <a:ext uri="{FF2B5EF4-FFF2-40B4-BE49-F238E27FC236}">
                <a16:creationId xmlns:a16="http://schemas.microsoft.com/office/drawing/2014/main" id="{E18C320D-6A7F-355A-50AA-ACA6329FDD0A}"/>
              </a:ext>
            </a:extLst>
          </p:cNvPr>
          <p:cNvSpPr>
            <a:spLocks noGrp="1"/>
          </p:cNvSpPr>
          <p:nvPr>
            <p:ph type="body" sz="quarter" idx="13"/>
          </p:nvPr>
        </p:nvSpPr>
        <p:spPr/>
        <p:txBody>
          <a:bodyPr>
            <a:normAutofit/>
          </a:bodyPr>
          <a:lstStyle/>
          <a:p>
            <a:r>
              <a:rPr lang="fr-FR" dirty="0"/>
              <a:t>Définir le « system prompt » de l’agent</a:t>
            </a:r>
          </a:p>
        </p:txBody>
      </p:sp>
      <p:pic>
        <p:nvPicPr>
          <p:cNvPr id="7" name="Image 6" descr="Une image contenant texte, Police, nombre, capture d’écran&#10;&#10;Le contenu généré par l’IA peut être incorrect.">
            <a:extLst>
              <a:ext uri="{FF2B5EF4-FFF2-40B4-BE49-F238E27FC236}">
                <a16:creationId xmlns:a16="http://schemas.microsoft.com/office/drawing/2014/main" id="{1B378F59-655D-CA6A-D507-6703EA97CAEC}"/>
              </a:ext>
            </a:extLst>
          </p:cNvPr>
          <p:cNvPicPr>
            <a:picLocks noChangeAspect="1"/>
          </p:cNvPicPr>
          <p:nvPr/>
        </p:nvPicPr>
        <p:blipFill>
          <a:blip r:embed="rId3"/>
          <a:stretch>
            <a:fillRect/>
          </a:stretch>
        </p:blipFill>
        <p:spPr>
          <a:xfrm>
            <a:off x="1219648" y="3033433"/>
            <a:ext cx="6458852" cy="2007674"/>
          </a:xfrm>
          <a:prstGeom prst="rect">
            <a:avLst/>
          </a:prstGeom>
        </p:spPr>
      </p:pic>
    </p:spTree>
    <p:extLst>
      <p:ext uri="{BB962C8B-B14F-4D97-AF65-F5344CB8AC3E}">
        <p14:creationId xmlns:p14="http://schemas.microsoft.com/office/powerpoint/2010/main" val="359744608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5A58F85-EEF1-92F8-E1D6-F3385051BDE7}"/>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91B0777-1C17-E027-E570-F9C46651EE34}"/>
              </a:ext>
            </a:extLst>
          </p:cNvPr>
          <p:cNvSpPr>
            <a:spLocks noGrp="1"/>
          </p:cNvSpPr>
          <p:nvPr>
            <p:ph type="title"/>
          </p:nvPr>
        </p:nvSpPr>
        <p:spPr/>
        <p:txBody>
          <a:bodyPr/>
          <a:lstStyle/>
          <a:p>
            <a:r>
              <a:rPr lang="fr-FR" dirty="0"/>
              <a:t>Préciser les instructions de l’agent</a:t>
            </a:r>
          </a:p>
        </p:txBody>
      </p:sp>
      <p:sp>
        <p:nvSpPr>
          <p:cNvPr id="3" name="Espace réservé du numéro de diapositive 2">
            <a:extLst>
              <a:ext uri="{FF2B5EF4-FFF2-40B4-BE49-F238E27FC236}">
                <a16:creationId xmlns:a16="http://schemas.microsoft.com/office/drawing/2014/main" id="{F575BE97-A409-D194-3E82-F5F88EA2EB78}"/>
              </a:ext>
            </a:extLst>
          </p:cNvPr>
          <p:cNvSpPr>
            <a:spLocks noGrp="1"/>
          </p:cNvSpPr>
          <p:nvPr>
            <p:ph type="sldNum" sz="quarter" idx="12"/>
          </p:nvPr>
        </p:nvSpPr>
        <p:spPr/>
        <p:txBody>
          <a:bodyPr/>
          <a:lstStyle/>
          <a:p>
            <a:pPr defTabSz="685800"/>
            <a:fld id="{323DE39C-8A81-4508-8EC3-8C55B05C4E7E}" type="slidenum">
              <a:rPr lang="fr-FR" sz="1350">
                <a:solidFill>
                  <a:srgbClr val="FFFFFF"/>
                </a:solidFill>
                <a:latin typeface="Segoe UI Semibold"/>
              </a:rPr>
              <a:pPr defTabSz="685800"/>
              <a:t>53</a:t>
            </a:fld>
            <a:endParaRPr lang="fr-FR" sz="1350">
              <a:solidFill>
                <a:srgbClr val="FFFFFF"/>
              </a:solidFill>
              <a:latin typeface="Segoe UI Semibold"/>
            </a:endParaRPr>
          </a:p>
        </p:txBody>
      </p:sp>
      <p:sp>
        <p:nvSpPr>
          <p:cNvPr id="4" name="Espace réservé du contenu 3">
            <a:extLst>
              <a:ext uri="{FF2B5EF4-FFF2-40B4-BE49-F238E27FC236}">
                <a16:creationId xmlns:a16="http://schemas.microsoft.com/office/drawing/2014/main" id="{BB879FBC-22A7-B41E-A210-AD408A422C1E}"/>
              </a:ext>
            </a:extLst>
          </p:cNvPr>
          <p:cNvSpPr>
            <a:spLocks noGrp="1"/>
          </p:cNvSpPr>
          <p:nvPr>
            <p:ph idx="1"/>
          </p:nvPr>
        </p:nvSpPr>
        <p:spPr/>
        <p:txBody>
          <a:bodyPr/>
          <a:lstStyle/>
          <a:p>
            <a:r>
              <a:rPr lang="fr-FR" dirty="0"/>
              <a:t>Les instructions de l’agent de données guident l’agent en générant des réponses précises et pertinentes aux questions des utilisateurs. Ces instructions peuvent spécifier les sources de données à hiérarchiser, décrire comment gérer certains types de requêtes et fournir une terminologie ou un contexte utiles pour interpréter l’intention de l’utilisateur.</a:t>
            </a:r>
          </a:p>
        </p:txBody>
      </p:sp>
      <p:sp>
        <p:nvSpPr>
          <p:cNvPr id="5" name="Espace réservé du texte 4">
            <a:extLst>
              <a:ext uri="{FF2B5EF4-FFF2-40B4-BE49-F238E27FC236}">
                <a16:creationId xmlns:a16="http://schemas.microsoft.com/office/drawing/2014/main" id="{A40C7ED2-075C-D4EB-3E12-DE37D36CD433}"/>
              </a:ext>
            </a:extLst>
          </p:cNvPr>
          <p:cNvSpPr>
            <a:spLocks noGrp="1"/>
          </p:cNvSpPr>
          <p:nvPr>
            <p:ph type="body" sz="quarter" idx="13"/>
          </p:nvPr>
        </p:nvSpPr>
        <p:spPr/>
        <p:txBody>
          <a:bodyPr>
            <a:normAutofit/>
          </a:bodyPr>
          <a:lstStyle/>
          <a:p>
            <a:r>
              <a:rPr lang="fr-FR" dirty="0"/>
              <a:t>Définir le « system prompt » de l’agent</a:t>
            </a:r>
          </a:p>
        </p:txBody>
      </p:sp>
      <p:pic>
        <p:nvPicPr>
          <p:cNvPr id="8" name="Image 7" descr="Une image contenant texte, capture d’écran, Police, nombre&#10;&#10;Le contenu généré par l’IA peut être incorrect.">
            <a:extLst>
              <a:ext uri="{FF2B5EF4-FFF2-40B4-BE49-F238E27FC236}">
                <a16:creationId xmlns:a16="http://schemas.microsoft.com/office/drawing/2014/main" id="{109EA5E7-1ACD-2DB7-9A7E-028DDF5FAC7F}"/>
              </a:ext>
            </a:extLst>
          </p:cNvPr>
          <p:cNvPicPr>
            <a:picLocks noChangeAspect="1"/>
          </p:cNvPicPr>
          <p:nvPr/>
        </p:nvPicPr>
        <p:blipFill>
          <a:blip r:embed="rId3"/>
          <a:stretch>
            <a:fillRect/>
          </a:stretch>
        </p:blipFill>
        <p:spPr>
          <a:xfrm>
            <a:off x="1710727" y="2098841"/>
            <a:ext cx="5296079" cy="2942266"/>
          </a:xfrm>
          <a:prstGeom prst="rect">
            <a:avLst/>
          </a:prstGeom>
        </p:spPr>
      </p:pic>
      <p:pic>
        <p:nvPicPr>
          <p:cNvPr id="10" name="Image 9" descr="Une image contenant texte, capture d’écran, Police, nombre&#10;&#10;Le contenu généré par l’IA peut être incorrect.">
            <a:extLst>
              <a:ext uri="{FF2B5EF4-FFF2-40B4-BE49-F238E27FC236}">
                <a16:creationId xmlns:a16="http://schemas.microsoft.com/office/drawing/2014/main" id="{692C0367-E09C-E6A9-5FF4-F17856C5AF8F}"/>
              </a:ext>
            </a:extLst>
          </p:cNvPr>
          <p:cNvPicPr>
            <a:picLocks noChangeAspect="1"/>
          </p:cNvPicPr>
          <p:nvPr/>
        </p:nvPicPr>
        <p:blipFill>
          <a:blip r:embed="rId4"/>
          <a:stretch>
            <a:fillRect/>
          </a:stretch>
        </p:blipFill>
        <p:spPr>
          <a:xfrm>
            <a:off x="9420381" y="0"/>
            <a:ext cx="7659169" cy="3036518"/>
          </a:xfrm>
          <a:prstGeom prst="rect">
            <a:avLst/>
          </a:prstGeom>
        </p:spPr>
      </p:pic>
    </p:spTree>
    <p:extLst>
      <p:ext uri="{BB962C8B-B14F-4D97-AF65-F5344CB8AC3E}">
        <p14:creationId xmlns:p14="http://schemas.microsoft.com/office/powerpoint/2010/main" val="37980906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6005A87-DA71-0001-2CF3-2BF5CDB8E8E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C293C75A-55C2-48B6-FADD-C58011A2CE8B}"/>
              </a:ext>
            </a:extLst>
          </p:cNvPr>
          <p:cNvSpPr>
            <a:spLocks noGrp="1"/>
          </p:cNvSpPr>
          <p:nvPr>
            <p:ph type="title"/>
          </p:nvPr>
        </p:nvSpPr>
        <p:spPr/>
        <p:txBody>
          <a:bodyPr/>
          <a:lstStyle/>
          <a:p>
            <a:r>
              <a:rPr lang="fr-FR" dirty="0"/>
              <a:t>Bonnes pratiques pour les data agents</a:t>
            </a:r>
          </a:p>
        </p:txBody>
      </p:sp>
      <p:sp>
        <p:nvSpPr>
          <p:cNvPr id="3" name="Espace réservé du numéro de diapositive 2">
            <a:extLst>
              <a:ext uri="{FF2B5EF4-FFF2-40B4-BE49-F238E27FC236}">
                <a16:creationId xmlns:a16="http://schemas.microsoft.com/office/drawing/2014/main" id="{9817717B-0404-0A0F-C819-2259DF43A341}"/>
              </a:ext>
            </a:extLst>
          </p:cNvPr>
          <p:cNvSpPr>
            <a:spLocks noGrp="1"/>
          </p:cNvSpPr>
          <p:nvPr>
            <p:ph type="sldNum" sz="quarter" idx="12"/>
          </p:nvPr>
        </p:nvSpPr>
        <p:spPr/>
        <p:txBody>
          <a:bodyPr/>
          <a:lstStyle/>
          <a:p>
            <a:pPr defTabSz="685800"/>
            <a:fld id="{323DE39C-8A81-4508-8EC3-8C55B05C4E7E}" type="slidenum">
              <a:rPr lang="fr-FR" sz="1350">
                <a:solidFill>
                  <a:srgbClr val="FFFFFF"/>
                </a:solidFill>
                <a:latin typeface="Segoe UI Semibold"/>
              </a:rPr>
              <a:pPr defTabSz="685800"/>
              <a:t>54</a:t>
            </a:fld>
            <a:endParaRPr lang="fr-FR" sz="1350">
              <a:solidFill>
                <a:srgbClr val="FFFFFF"/>
              </a:solidFill>
              <a:latin typeface="Segoe UI Semibold"/>
            </a:endParaRPr>
          </a:p>
        </p:txBody>
      </p:sp>
      <p:sp>
        <p:nvSpPr>
          <p:cNvPr id="4" name="Espace réservé du contenu 3">
            <a:extLst>
              <a:ext uri="{FF2B5EF4-FFF2-40B4-BE49-F238E27FC236}">
                <a16:creationId xmlns:a16="http://schemas.microsoft.com/office/drawing/2014/main" id="{C3E9F3F8-4D1E-F594-25F2-D97BEBF58BF7}"/>
              </a:ext>
            </a:extLst>
          </p:cNvPr>
          <p:cNvSpPr>
            <a:spLocks noGrp="1"/>
          </p:cNvSpPr>
          <p:nvPr>
            <p:ph idx="1"/>
          </p:nvPr>
        </p:nvSpPr>
        <p:spPr/>
        <p:txBody>
          <a:bodyPr>
            <a:normAutofit/>
          </a:bodyPr>
          <a:lstStyle/>
          <a:p>
            <a:r>
              <a:rPr lang="fr-FR" dirty="0">
                <a:hlinkClick r:id="rId3"/>
              </a:rPr>
              <a:t>1. Préparez vos données pour l'IA</a:t>
            </a:r>
            <a:endParaRPr lang="fr-FR" dirty="0"/>
          </a:p>
          <a:p>
            <a:r>
              <a:rPr lang="fr-FR" dirty="0">
                <a:hlinkClick r:id="rId4"/>
              </a:rPr>
              <a:t>2. Créer des agents spécialisés pour des domaines spécifiques</a:t>
            </a:r>
            <a:endParaRPr lang="fr-FR" dirty="0"/>
          </a:p>
          <a:p>
            <a:r>
              <a:rPr lang="fr-FR" dirty="0">
                <a:hlinkClick r:id="rId5"/>
              </a:rPr>
              <a:t>3. Réduire l’étendue de la source de données</a:t>
            </a:r>
            <a:endParaRPr lang="fr-FR" dirty="0"/>
          </a:p>
          <a:p>
            <a:r>
              <a:rPr lang="fr-FR" dirty="0">
                <a:hlinkClick r:id="rId6"/>
              </a:rPr>
              <a:t>4. Soyez précis sur ce qu’il faut faire, pas seulement sur ce qu’il ne faut pas faire</a:t>
            </a:r>
            <a:endParaRPr lang="fr-FR" dirty="0"/>
          </a:p>
          <a:p>
            <a:r>
              <a:rPr lang="fr-FR" dirty="0">
                <a:hlinkClick r:id="rId7"/>
              </a:rPr>
              <a:t>5. Définir des termes métier, des abréviations et des synonymes</a:t>
            </a:r>
            <a:endParaRPr lang="fr-FR" dirty="0"/>
          </a:p>
          <a:p>
            <a:r>
              <a:rPr lang="fr-FR" dirty="0">
                <a:hlinkClick r:id="rId8"/>
              </a:rPr>
              <a:t>6. Utiliser des mots de début pour inciter la génération de requête</a:t>
            </a:r>
            <a:endParaRPr lang="fr-FR" dirty="0"/>
          </a:p>
          <a:p>
            <a:r>
              <a:rPr lang="fr-FR" dirty="0">
                <a:hlinkClick r:id="rId9"/>
              </a:rPr>
              <a:t>7. Écrire des instructions claires et ciblées ; éviter les détails inutiles</a:t>
            </a:r>
            <a:endParaRPr lang="fr-FR" dirty="0"/>
          </a:p>
          <a:p>
            <a:r>
              <a:rPr lang="fr-FR" dirty="0">
                <a:hlinkClick r:id="rId10"/>
              </a:rPr>
              <a:t>8. Écrire des instructions détaillées sur l’agent de données</a:t>
            </a:r>
            <a:endParaRPr lang="fr-FR" dirty="0"/>
          </a:p>
          <a:p>
            <a:r>
              <a:rPr lang="fr-FR" dirty="0">
                <a:hlinkClick r:id="rId11"/>
              </a:rPr>
              <a:t>9. Fournissez des instructions détaillées sur la source de données</a:t>
            </a:r>
            <a:endParaRPr lang="fr-FR" dirty="0"/>
          </a:p>
          <a:p>
            <a:r>
              <a:rPr lang="fr-FR" dirty="0">
                <a:hlinkClick r:id="rId12"/>
              </a:rPr>
              <a:t>10. Utiliser des exemples de requêtes pour exprimer une logique de requête complexe</a:t>
            </a:r>
            <a:endParaRPr lang="fr-FR" dirty="0"/>
          </a:p>
        </p:txBody>
      </p:sp>
      <p:sp>
        <p:nvSpPr>
          <p:cNvPr id="5" name="Espace réservé du texte 4">
            <a:extLst>
              <a:ext uri="{FF2B5EF4-FFF2-40B4-BE49-F238E27FC236}">
                <a16:creationId xmlns:a16="http://schemas.microsoft.com/office/drawing/2014/main" id="{706E1E5A-3139-4C1D-14E0-F7CB92490E41}"/>
              </a:ext>
            </a:extLst>
          </p:cNvPr>
          <p:cNvSpPr>
            <a:spLocks noGrp="1"/>
          </p:cNvSpPr>
          <p:nvPr>
            <p:ph type="body" sz="quarter" idx="13"/>
          </p:nvPr>
        </p:nvSpPr>
        <p:spPr/>
        <p:txBody>
          <a:bodyPr>
            <a:normAutofit/>
          </a:bodyPr>
          <a:lstStyle/>
          <a:p>
            <a:r>
              <a:rPr lang="fr-FR" dirty="0"/>
              <a:t>Ne concerne pas les sources de type </a:t>
            </a:r>
            <a:r>
              <a:rPr lang="fr-FR" dirty="0" err="1"/>
              <a:t>semantic</a:t>
            </a:r>
            <a:r>
              <a:rPr lang="fr-FR" dirty="0"/>
              <a:t> model</a:t>
            </a:r>
          </a:p>
        </p:txBody>
      </p:sp>
    </p:spTree>
    <p:extLst>
      <p:ext uri="{BB962C8B-B14F-4D97-AF65-F5344CB8AC3E}">
        <p14:creationId xmlns:p14="http://schemas.microsoft.com/office/powerpoint/2010/main" val="230720147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B9756B9-6EFA-A9F7-2A6D-D4476E40A78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08CED386-6DC9-95D3-E92E-298C91C343CD}"/>
              </a:ext>
            </a:extLst>
          </p:cNvPr>
          <p:cNvSpPr>
            <a:spLocks noGrp="1"/>
          </p:cNvSpPr>
          <p:nvPr>
            <p:ph type="title"/>
          </p:nvPr>
        </p:nvSpPr>
        <p:spPr/>
        <p:txBody>
          <a:bodyPr/>
          <a:lstStyle/>
          <a:p>
            <a:r>
              <a:rPr lang="fr-FR" dirty="0"/>
              <a:t>Donner des exemples de requêtes</a:t>
            </a:r>
          </a:p>
        </p:txBody>
      </p:sp>
      <p:sp>
        <p:nvSpPr>
          <p:cNvPr id="3" name="Espace réservé du numéro de diapositive 2">
            <a:extLst>
              <a:ext uri="{FF2B5EF4-FFF2-40B4-BE49-F238E27FC236}">
                <a16:creationId xmlns:a16="http://schemas.microsoft.com/office/drawing/2014/main" id="{453AFABB-2E88-CBDE-3D59-00854A8A72D5}"/>
              </a:ext>
            </a:extLst>
          </p:cNvPr>
          <p:cNvSpPr>
            <a:spLocks noGrp="1"/>
          </p:cNvSpPr>
          <p:nvPr>
            <p:ph type="sldNum" sz="quarter" idx="12"/>
          </p:nvPr>
        </p:nvSpPr>
        <p:spPr/>
        <p:txBody>
          <a:bodyPr/>
          <a:lstStyle/>
          <a:p>
            <a:pPr defTabSz="685800"/>
            <a:fld id="{323DE39C-8A81-4508-8EC3-8C55B05C4E7E}" type="slidenum">
              <a:rPr lang="fr-FR" sz="1350">
                <a:solidFill>
                  <a:srgbClr val="FFFFFF"/>
                </a:solidFill>
                <a:latin typeface="Segoe UI Semibold"/>
              </a:rPr>
              <a:pPr defTabSz="685800"/>
              <a:t>55</a:t>
            </a:fld>
            <a:endParaRPr lang="fr-FR" sz="1350">
              <a:solidFill>
                <a:srgbClr val="FFFFFF"/>
              </a:solidFill>
              <a:latin typeface="Segoe UI Semibold"/>
            </a:endParaRPr>
          </a:p>
        </p:txBody>
      </p:sp>
      <p:pic>
        <p:nvPicPr>
          <p:cNvPr id="7" name="Espace réservé du contenu 6" descr="Une image contenant texte, logiciel, Icône d’ordinateur, Page web&#10;&#10;Le contenu généré par l’IA peut être incorrect.">
            <a:extLst>
              <a:ext uri="{FF2B5EF4-FFF2-40B4-BE49-F238E27FC236}">
                <a16:creationId xmlns:a16="http://schemas.microsoft.com/office/drawing/2014/main" id="{F4C71D3E-CA84-B922-CFF8-56D19886B685}"/>
              </a:ext>
            </a:extLst>
          </p:cNvPr>
          <p:cNvPicPr>
            <a:picLocks noGrp="1" noChangeAspect="1"/>
          </p:cNvPicPr>
          <p:nvPr>
            <p:ph idx="1"/>
          </p:nvPr>
        </p:nvPicPr>
        <p:blipFill>
          <a:blip r:embed="rId3"/>
          <a:stretch>
            <a:fillRect/>
          </a:stretch>
        </p:blipFill>
        <p:spPr>
          <a:xfrm>
            <a:off x="914744" y="1097756"/>
            <a:ext cx="7314513" cy="3534966"/>
          </a:xfrm>
          <a:prstGeom prst="rect">
            <a:avLst/>
          </a:prstGeom>
        </p:spPr>
      </p:pic>
      <p:sp>
        <p:nvSpPr>
          <p:cNvPr id="5" name="Espace réservé du texte 4">
            <a:extLst>
              <a:ext uri="{FF2B5EF4-FFF2-40B4-BE49-F238E27FC236}">
                <a16:creationId xmlns:a16="http://schemas.microsoft.com/office/drawing/2014/main" id="{D9B17256-37CD-45D3-C4B4-F35307739332}"/>
              </a:ext>
            </a:extLst>
          </p:cNvPr>
          <p:cNvSpPr>
            <a:spLocks noGrp="1"/>
          </p:cNvSpPr>
          <p:nvPr>
            <p:ph type="body" sz="quarter" idx="13"/>
          </p:nvPr>
        </p:nvSpPr>
        <p:spPr/>
        <p:txBody>
          <a:bodyPr>
            <a:normAutofit/>
          </a:bodyPr>
          <a:lstStyle/>
          <a:p>
            <a:r>
              <a:rPr lang="fr-FR" dirty="0"/>
              <a:t>Ne concerne pas les sources de type </a:t>
            </a:r>
            <a:r>
              <a:rPr lang="fr-FR" dirty="0" err="1"/>
              <a:t>semantic</a:t>
            </a:r>
            <a:r>
              <a:rPr lang="fr-FR" dirty="0"/>
              <a:t> model</a:t>
            </a:r>
          </a:p>
        </p:txBody>
      </p:sp>
    </p:spTree>
    <p:extLst>
      <p:ext uri="{BB962C8B-B14F-4D97-AF65-F5344CB8AC3E}">
        <p14:creationId xmlns:p14="http://schemas.microsoft.com/office/powerpoint/2010/main" val="118130124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1554170-3CC2-1EAC-F109-3556C4621C57}"/>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93CA4DB8-A49F-C7D0-9CB3-4C7401A228B2}"/>
              </a:ext>
            </a:extLst>
          </p:cNvPr>
          <p:cNvSpPr>
            <a:spLocks noGrp="1"/>
          </p:cNvSpPr>
          <p:nvPr>
            <p:ph type="title"/>
          </p:nvPr>
        </p:nvSpPr>
        <p:spPr/>
        <p:txBody>
          <a:bodyPr/>
          <a:lstStyle/>
          <a:p>
            <a:r>
              <a:rPr lang="fr-FR" dirty="0"/>
              <a:t>Donner des exemples de requêtes</a:t>
            </a:r>
          </a:p>
        </p:txBody>
      </p:sp>
      <p:sp>
        <p:nvSpPr>
          <p:cNvPr id="3" name="Espace réservé du numéro de diapositive 2">
            <a:extLst>
              <a:ext uri="{FF2B5EF4-FFF2-40B4-BE49-F238E27FC236}">
                <a16:creationId xmlns:a16="http://schemas.microsoft.com/office/drawing/2014/main" id="{0802EEFE-61B1-281E-B4FC-3CA2178C85C7}"/>
              </a:ext>
            </a:extLst>
          </p:cNvPr>
          <p:cNvSpPr>
            <a:spLocks noGrp="1"/>
          </p:cNvSpPr>
          <p:nvPr>
            <p:ph type="sldNum" sz="quarter" idx="12"/>
          </p:nvPr>
        </p:nvSpPr>
        <p:spPr/>
        <p:txBody>
          <a:bodyPr/>
          <a:lstStyle/>
          <a:p>
            <a:pPr defTabSz="685800"/>
            <a:fld id="{323DE39C-8A81-4508-8EC3-8C55B05C4E7E}" type="slidenum">
              <a:rPr lang="fr-FR" sz="1350">
                <a:solidFill>
                  <a:srgbClr val="FFFFFF"/>
                </a:solidFill>
                <a:latin typeface="Segoe UI Semibold"/>
              </a:rPr>
              <a:pPr defTabSz="685800"/>
              <a:t>56</a:t>
            </a:fld>
            <a:endParaRPr lang="fr-FR" sz="1350">
              <a:solidFill>
                <a:srgbClr val="FFFFFF"/>
              </a:solidFill>
              <a:latin typeface="Segoe UI Semibold"/>
            </a:endParaRPr>
          </a:p>
        </p:txBody>
      </p:sp>
      <p:sp>
        <p:nvSpPr>
          <p:cNvPr id="5" name="Espace réservé du texte 4">
            <a:extLst>
              <a:ext uri="{FF2B5EF4-FFF2-40B4-BE49-F238E27FC236}">
                <a16:creationId xmlns:a16="http://schemas.microsoft.com/office/drawing/2014/main" id="{83673532-A1AC-4F72-AAC1-DB460E06B99B}"/>
              </a:ext>
            </a:extLst>
          </p:cNvPr>
          <p:cNvSpPr>
            <a:spLocks noGrp="1"/>
          </p:cNvSpPr>
          <p:nvPr>
            <p:ph type="body" sz="quarter" idx="13"/>
          </p:nvPr>
        </p:nvSpPr>
        <p:spPr/>
        <p:txBody>
          <a:bodyPr>
            <a:normAutofit/>
          </a:bodyPr>
          <a:lstStyle/>
          <a:p>
            <a:r>
              <a:rPr lang="fr-FR" dirty="0"/>
              <a:t>Appliquer les meilleures pratiques</a:t>
            </a:r>
          </a:p>
        </p:txBody>
      </p:sp>
      <p:graphicFrame>
        <p:nvGraphicFramePr>
          <p:cNvPr id="8" name="Espace réservé du contenu 7">
            <a:extLst>
              <a:ext uri="{FF2B5EF4-FFF2-40B4-BE49-F238E27FC236}">
                <a16:creationId xmlns:a16="http://schemas.microsoft.com/office/drawing/2014/main" id="{20FEAD39-63EB-156F-22B4-73FAEA5DB2B1}"/>
              </a:ext>
            </a:extLst>
          </p:cNvPr>
          <p:cNvGraphicFramePr>
            <a:graphicFrameLocks noGrp="1"/>
          </p:cNvGraphicFramePr>
          <p:nvPr>
            <p:ph idx="1"/>
          </p:nvPr>
        </p:nvGraphicFramePr>
        <p:xfrm>
          <a:off x="628650" y="963217"/>
          <a:ext cx="8077201" cy="3631976"/>
        </p:xfrm>
        <a:graphic>
          <a:graphicData uri="http://schemas.openxmlformats.org/drawingml/2006/table">
            <a:tbl>
              <a:tblPr/>
              <a:tblGrid>
                <a:gridCol w="248132">
                  <a:extLst>
                    <a:ext uri="{9D8B030D-6E8A-4147-A177-3AD203B41FA5}">
                      <a16:colId xmlns:a16="http://schemas.microsoft.com/office/drawing/2014/main" val="2129376799"/>
                    </a:ext>
                  </a:extLst>
                </a:gridCol>
                <a:gridCol w="3880413">
                  <a:extLst>
                    <a:ext uri="{9D8B030D-6E8A-4147-A177-3AD203B41FA5}">
                      <a16:colId xmlns:a16="http://schemas.microsoft.com/office/drawing/2014/main" val="3395979060"/>
                    </a:ext>
                  </a:extLst>
                </a:gridCol>
                <a:gridCol w="3948656">
                  <a:extLst>
                    <a:ext uri="{9D8B030D-6E8A-4147-A177-3AD203B41FA5}">
                      <a16:colId xmlns:a16="http://schemas.microsoft.com/office/drawing/2014/main" val="3107298762"/>
                    </a:ext>
                  </a:extLst>
                </a:gridCol>
              </a:tblGrid>
              <a:tr h="197192">
                <a:tc>
                  <a:txBody>
                    <a:bodyPr/>
                    <a:lstStyle/>
                    <a:p>
                      <a:pPr algn="l" fontAlgn="t">
                        <a:buNone/>
                      </a:pPr>
                      <a:r>
                        <a:rPr lang="fr-FR" sz="1200" b="1">
                          <a:effectLst/>
                        </a:rPr>
                        <a:t>#</a:t>
                      </a:r>
                    </a:p>
                  </a:txBody>
                  <a:tcPr marL="14312" marR="14312" marT="7156" marB="7156">
                    <a:lnL w="6096" cap="flat" cmpd="sng" algn="ctr">
                      <a:solidFill>
                        <a:srgbClr val="D1D1D1"/>
                      </a:solidFill>
                      <a:prstDash val="solid"/>
                      <a:round/>
                      <a:headEnd type="none" w="med" len="med"/>
                      <a:tailEnd type="none" w="med" len="med"/>
                    </a:lnL>
                    <a:lnR w="6096" cap="flat" cmpd="sng" algn="ctr">
                      <a:solidFill>
                        <a:srgbClr val="D1D1D1"/>
                      </a:solidFill>
                      <a:prstDash val="solid"/>
                      <a:round/>
                      <a:headEnd type="none" w="med" len="med"/>
                      <a:tailEnd type="none" w="med" len="med"/>
                    </a:lnR>
                    <a:lnT w="6096" cap="flat" cmpd="sng" algn="ctr">
                      <a:solidFill>
                        <a:srgbClr val="D1D1D1"/>
                      </a:solidFill>
                      <a:prstDash val="solid"/>
                      <a:round/>
                      <a:headEnd type="none" w="med" len="med"/>
                      <a:tailEnd type="none" w="med" len="med"/>
                    </a:lnT>
                    <a:lnB w="6096"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fr-FR" sz="1200" b="1">
                          <a:effectLst/>
                        </a:rPr>
                        <a:t>Meilleure Pratique</a:t>
                      </a:r>
                    </a:p>
                  </a:txBody>
                  <a:tcPr marL="14312" marR="14312" marT="7156" marB="7156">
                    <a:lnL w="6096" cap="flat" cmpd="sng" algn="ctr">
                      <a:solidFill>
                        <a:srgbClr val="D1D1D1"/>
                      </a:solidFill>
                      <a:prstDash val="solid"/>
                      <a:round/>
                      <a:headEnd type="none" w="med" len="med"/>
                      <a:tailEnd type="none" w="med" len="med"/>
                    </a:lnL>
                    <a:lnR w="6096" cap="flat" cmpd="sng" algn="ctr">
                      <a:solidFill>
                        <a:srgbClr val="D1D1D1"/>
                      </a:solidFill>
                      <a:prstDash val="solid"/>
                      <a:round/>
                      <a:headEnd type="none" w="med" len="med"/>
                      <a:tailEnd type="none" w="med" len="med"/>
                    </a:lnR>
                    <a:lnT w="6096" cap="flat" cmpd="sng" algn="ctr">
                      <a:solidFill>
                        <a:srgbClr val="D1D1D1"/>
                      </a:solidFill>
                      <a:prstDash val="solid"/>
                      <a:round/>
                      <a:headEnd type="none" w="med" len="med"/>
                      <a:tailEnd type="none" w="med" len="med"/>
                    </a:lnT>
                    <a:lnB w="6096"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fr-FR" sz="1200" b="1" dirty="0">
                          <a:effectLst/>
                        </a:rPr>
                        <a:t>Pourquoi cela importe</a:t>
                      </a:r>
                    </a:p>
                  </a:txBody>
                  <a:tcPr marL="14312" marR="14312" marT="7156" marB="7156">
                    <a:lnL w="6096" cap="flat" cmpd="sng" algn="ctr">
                      <a:solidFill>
                        <a:srgbClr val="D1D1D1"/>
                      </a:solidFill>
                      <a:prstDash val="solid"/>
                      <a:round/>
                      <a:headEnd type="none" w="med" len="med"/>
                      <a:tailEnd type="none" w="med" len="med"/>
                    </a:lnL>
                    <a:lnR w="6096" cap="flat" cmpd="sng" algn="ctr">
                      <a:solidFill>
                        <a:srgbClr val="D1D1D1"/>
                      </a:solidFill>
                      <a:prstDash val="solid"/>
                      <a:round/>
                      <a:headEnd type="none" w="med" len="med"/>
                      <a:tailEnd type="none" w="med" len="med"/>
                    </a:lnR>
                    <a:lnT w="6096" cap="flat" cmpd="sng" algn="ctr">
                      <a:solidFill>
                        <a:srgbClr val="D1D1D1"/>
                      </a:solidFill>
                      <a:prstDash val="solid"/>
                      <a:round/>
                      <a:headEnd type="none" w="med" len="med"/>
                      <a:tailEnd type="none" w="med" len="med"/>
                    </a:lnT>
                    <a:lnB w="6096"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2732857209"/>
                  </a:ext>
                </a:extLst>
              </a:tr>
              <a:tr h="486595">
                <a:tc>
                  <a:txBody>
                    <a:bodyPr/>
                    <a:lstStyle/>
                    <a:p>
                      <a:pPr algn="l" fontAlgn="t">
                        <a:buNone/>
                      </a:pPr>
                      <a:r>
                        <a:rPr lang="fr-FR" sz="900">
                          <a:effectLst/>
                        </a:rPr>
                        <a:t>1</a:t>
                      </a:r>
                    </a:p>
                  </a:txBody>
                  <a:tcPr marL="14312" marR="14312" marT="7156" marB="7156">
                    <a:lnL w="6096" cap="flat" cmpd="sng" algn="ctr">
                      <a:solidFill>
                        <a:srgbClr val="D1D1D1"/>
                      </a:solidFill>
                      <a:prstDash val="solid"/>
                      <a:round/>
                      <a:headEnd type="none" w="med" len="med"/>
                      <a:tailEnd type="none" w="med" len="med"/>
                    </a:lnL>
                    <a:lnR w="6096" cap="flat" cmpd="sng" algn="ctr">
                      <a:solidFill>
                        <a:srgbClr val="D1D1D1"/>
                      </a:solidFill>
                      <a:prstDash val="solid"/>
                      <a:round/>
                      <a:headEnd type="none" w="med" len="med"/>
                      <a:tailEnd type="none" w="med" len="med"/>
                    </a:lnR>
                    <a:lnT w="6096" cap="flat" cmpd="sng" algn="ctr">
                      <a:solidFill>
                        <a:srgbClr val="D1D1D1"/>
                      </a:solidFill>
                      <a:prstDash val="solid"/>
                      <a:round/>
                      <a:headEnd type="none" w="med" len="med"/>
                      <a:tailEnd type="none" w="med" len="med"/>
                    </a:lnT>
                    <a:lnB w="6096"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fr-FR" sz="900" b="1">
                          <a:effectLst/>
                        </a:rPr>
                        <a:t>Vérifier que les questions correspondent clairement à la requête</a:t>
                      </a:r>
                      <a:endParaRPr lang="fr-FR" sz="900">
                        <a:effectLst/>
                      </a:endParaRPr>
                    </a:p>
                  </a:txBody>
                  <a:tcPr marL="14312" marR="14312" marT="7156" marB="7156">
                    <a:lnL w="6096" cap="flat" cmpd="sng" algn="ctr">
                      <a:solidFill>
                        <a:srgbClr val="D1D1D1"/>
                      </a:solidFill>
                      <a:prstDash val="solid"/>
                      <a:round/>
                      <a:headEnd type="none" w="med" len="med"/>
                      <a:tailEnd type="none" w="med" len="med"/>
                    </a:lnL>
                    <a:lnR w="6096" cap="flat" cmpd="sng" algn="ctr">
                      <a:solidFill>
                        <a:srgbClr val="D1D1D1"/>
                      </a:solidFill>
                      <a:prstDash val="solid"/>
                      <a:round/>
                      <a:headEnd type="none" w="med" len="med"/>
                      <a:tailEnd type="none" w="med" len="med"/>
                    </a:lnR>
                    <a:lnT w="6096" cap="flat" cmpd="sng" algn="ctr">
                      <a:solidFill>
                        <a:srgbClr val="D1D1D1"/>
                      </a:solidFill>
                      <a:prstDash val="solid"/>
                      <a:round/>
                      <a:headEnd type="none" w="med" len="med"/>
                      <a:tailEnd type="none" w="med" len="med"/>
                    </a:lnT>
                    <a:lnB w="6096"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fr-FR" sz="900">
                          <a:effectLst/>
                        </a:rPr>
                        <a:t>L’Agent de données utilise ces exemples pour apprendre le modèle entre la question et le SQL/KQL résultant. L’ambiguïté réduit la précision.</a:t>
                      </a:r>
                    </a:p>
                  </a:txBody>
                  <a:tcPr marL="14312" marR="14312" marT="7156" marB="7156">
                    <a:lnL w="6096" cap="flat" cmpd="sng" algn="ctr">
                      <a:solidFill>
                        <a:srgbClr val="D1D1D1"/>
                      </a:solidFill>
                      <a:prstDash val="solid"/>
                      <a:round/>
                      <a:headEnd type="none" w="med" len="med"/>
                      <a:tailEnd type="none" w="med" len="med"/>
                    </a:lnL>
                    <a:lnR w="6096" cap="flat" cmpd="sng" algn="ctr">
                      <a:solidFill>
                        <a:srgbClr val="D1D1D1"/>
                      </a:solidFill>
                      <a:prstDash val="solid"/>
                      <a:round/>
                      <a:headEnd type="none" w="med" len="med"/>
                      <a:tailEnd type="none" w="med" len="med"/>
                    </a:lnR>
                    <a:lnT w="6096" cap="flat" cmpd="sng" algn="ctr">
                      <a:solidFill>
                        <a:srgbClr val="D1D1D1"/>
                      </a:solidFill>
                      <a:prstDash val="solid"/>
                      <a:round/>
                      <a:headEnd type="none" w="med" len="med"/>
                      <a:tailEnd type="none" w="med" len="med"/>
                    </a:lnT>
                    <a:lnB w="6096"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3128196630"/>
                  </a:ext>
                </a:extLst>
              </a:tr>
              <a:tr h="572464">
                <a:tc>
                  <a:txBody>
                    <a:bodyPr/>
                    <a:lstStyle/>
                    <a:p>
                      <a:pPr algn="l" fontAlgn="t">
                        <a:buNone/>
                      </a:pPr>
                      <a:r>
                        <a:rPr lang="fr-FR" sz="900" dirty="0">
                          <a:effectLst/>
                        </a:rPr>
                        <a:t>2</a:t>
                      </a:r>
                    </a:p>
                  </a:txBody>
                  <a:tcPr marL="14312" marR="14312" marT="7156" marB="7156">
                    <a:lnL w="6096" cap="flat" cmpd="sng" algn="ctr">
                      <a:solidFill>
                        <a:srgbClr val="D1D1D1"/>
                      </a:solidFill>
                      <a:prstDash val="solid"/>
                      <a:round/>
                      <a:headEnd type="none" w="med" len="med"/>
                      <a:tailEnd type="none" w="med" len="med"/>
                    </a:lnL>
                    <a:lnR w="6096" cap="flat" cmpd="sng" algn="ctr">
                      <a:solidFill>
                        <a:srgbClr val="D1D1D1"/>
                      </a:solidFill>
                      <a:prstDash val="solid"/>
                      <a:round/>
                      <a:headEnd type="none" w="med" len="med"/>
                      <a:tailEnd type="none" w="med" len="med"/>
                    </a:lnR>
                    <a:lnT w="6096" cap="flat" cmpd="sng" algn="ctr">
                      <a:solidFill>
                        <a:srgbClr val="D1D1D1"/>
                      </a:solidFill>
                      <a:prstDash val="solid"/>
                      <a:round/>
                      <a:headEnd type="none" w="med" len="med"/>
                      <a:tailEnd type="none" w="med" len="med"/>
                    </a:lnT>
                    <a:lnB w="6096"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fr-FR" sz="900" b="1">
                          <a:effectLst/>
                        </a:rPr>
                        <a:t>Inclure des commentaires dans la requête pour guider l’agent</a:t>
                      </a:r>
                      <a:endParaRPr lang="fr-FR" sz="900">
                        <a:effectLst/>
                      </a:endParaRPr>
                    </a:p>
                  </a:txBody>
                  <a:tcPr marL="14312" marR="14312" marT="7156" marB="7156">
                    <a:lnL w="6096" cap="flat" cmpd="sng" algn="ctr">
                      <a:solidFill>
                        <a:srgbClr val="D1D1D1"/>
                      </a:solidFill>
                      <a:prstDash val="solid"/>
                      <a:round/>
                      <a:headEnd type="none" w="med" len="med"/>
                      <a:tailEnd type="none" w="med" len="med"/>
                    </a:lnL>
                    <a:lnR w="6096" cap="flat" cmpd="sng" algn="ctr">
                      <a:solidFill>
                        <a:srgbClr val="D1D1D1"/>
                      </a:solidFill>
                      <a:prstDash val="solid"/>
                      <a:round/>
                      <a:headEnd type="none" w="med" len="med"/>
                      <a:tailEnd type="none" w="med" len="med"/>
                    </a:lnR>
                    <a:lnT w="6096" cap="flat" cmpd="sng" algn="ctr">
                      <a:solidFill>
                        <a:srgbClr val="D1D1D1"/>
                      </a:solidFill>
                      <a:prstDash val="solid"/>
                      <a:round/>
                      <a:headEnd type="none" w="med" len="med"/>
                      <a:tailEnd type="none" w="med" len="med"/>
                    </a:lnT>
                    <a:lnB w="6096"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fr-FR" sz="900">
                          <a:effectLst/>
                        </a:rPr>
                        <a:t>Les commentaires (par exemple) </a:t>
                      </a:r>
                      <a:r>
                        <a:rPr lang="fr-FR" sz="900">
                          <a:effectLst/>
                          <a:latin typeface="SFMono-Regular"/>
                        </a:rPr>
                        <a:t>-- substitute customer_id here</a:t>
                      </a:r>
                      <a:r>
                        <a:rPr lang="fr-FR" sz="900">
                          <a:effectLst/>
                        </a:rPr>
                        <a:t>aident l’agent à comprendre où remplacer des valeurs ou appliquer une logique importante.</a:t>
                      </a:r>
                    </a:p>
                  </a:txBody>
                  <a:tcPr marL="14312" marR="14312" marT="7156" marB="7156">
                    <a:lnL w="6096" cap="flat" cmpd="sng" algn="ctr">
                      <a:solidFill>
                        <a:srgbClr val="D1D1D1"/>
                      </a:solidFill>
                      <a:prstDash val="solid"/>
                      <a:round/>
                      <a:headEnd type="none" w="med" len="med"/>
                      <a:tailEnd type="none" w="med" len="med"/>
                    </a:lnL>
                    <a:lnR w="6096" cap="flat" cmpd="sng" algn="ctr">
                      <a:solidFill>
                        <a:srgbClr val="D1D1D1"/>
                      </a:solidFill>
                      <a:prstDash val="solid"/>
                      <a:round/>
                      <a:headEnd type="none" w="med" len="med"/>
                      <a:tailEnd type="none" w="med" len="med"/>
                    </a:lnR>
                    <a:lnT w="6096" cap="flat" cmpd="sng" algn="ctr">
                      <a:solidFill>
                        <a:srgbClr val="D1D1D1"/>
                      </a:solidFill>
                      <a:prstDash val="solid"/>
                      <a:round/>
                      <a:headEnd type="none" w="med" len="med"/>
                      <a:tailEnd type="none" w="med" len="med"/>
                    </a:lnT>
                    <a:lnB w="6096"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2214754176"/>
                  </a:ext>
                </a:extLst>
              </a:tr>
              <a:tr h="658334">
                <a:tc>
                  <a:txBody>
                    <a:bodyPr/>
                    <a:lstStyle/>
                    <a:p>
                      <a:pPr algn="l" fontAlgn="t">
                        <a:buNone/>
                      </a:pPr>
                      <a:r>
                        <a:rPr lang="fr-FR" sz="900">
                          <a:effectLst/>
                        </a:rPr>
                        <a:t>3</a:t>
                      </a:r>
                    </a:p>
                  </a:txBody>
                  <a:tcPr marL="14312" marR="14312" marT="7156" marB="7156">
                    <a:lnL w="6096" cap="flat" cmpd="sng" algn="ctr">
                      <a:solidFill>
                        <a:srgbClr val="D1D1D1"/>
                      </a:solidFill>
                      <a:prstDash val="solid"/>
                      <a:round/>
                      <a:headEnd type="none" w="med" len="med"/>
                      <a:tailEnd type="none" w="med" len="med"/>
                    </a:lnL>
                    <a:lnR w="6096" cap="flat" cmpd="sng" algn="ctr">
                      <a:solidFill>
                        <a:srgbClr val="D1D1D1"/>
                      </a:solidFill>
                      <a:prstDash val="solid"/>
                      <a:round/>
                      <a:headEnd type="none" w="med" len="med"/>
                      <a:tailEnd type="none" w="med" len="med"/>
                    </a:lnR>
                    <a:lnT w="6096" cap="flat" cmpd="sng" algn="ctr">
                      <a:solidFill>
                        <a:srgbClr val="D1D1D1"/>
                      </a:solidFill>
                      <a:prstDash val="solid"/>
                      <a:round/>
                      <a:headEnd type="none" w="med" len="med"/>
                      <a:tailEnd type="none" w="med" len="med"/>
                    </a:lnT>
                    <a:lnB w="6096"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fr-FR" sz="900" b="1">
                          <a:effectLst/>
                        </a:rPr>
                        <a:t>Mettre en surbrillance la logique de jointure ou les modèles complexes</a:t>
                      </a:r>
                      <a:endParaRPr lang="fr-FR" sz="900">
                        <a:effectLst/>
                      </a:endParaRPr>
                    </a:p>
                  </a:txBody>
                  <a:tcPr marL="14312" marR="14312" marT="7156" marB="7156">
                    <a:lnL w="6096" cap="flat" cmpd="sng" algn="ctr">
                      <a:solidFill>
                        <a:srgbClr val="D1D1D1"/>
                      </a:solidFill>
                      <a:prstDash val="solid"/>
                      <a:round/>
                      <a:headEnd type="none" w="med" len="med"/>
                      <a:tailEnd type="none" w="med" len="med"/>
                    </a:lnL>
                    <a:lnR w="6096" cap="flat" cmpd="sng" algn="ctr">
                      <a:solidFill>
                        <a:srgbClr val="D1D1D1"/>
                      </a:solidFill>
                      <a:prstDash val="solid"/>
                      <a:round/>
                      <a:headEnd type="none" w="med" len="med"/>
                      <a:tailEnd type="none" w="med" len="med"/>
                    </a:lnR>
                    <a:lnT w="6096" cap="flat" cmpd="sng" algn="ctr">
                      <a:solidFill>
                        <a:srgbClr val="D1D1D1"/>
                      </a:solidFill>
                      <a:prstDash val="solid"/>
                      <a:round/>
                      <a:headEnd type="none" w="med" len="med"/>
                      <a:tailEnd type="none" w="med" len="med"/>
                    </a:lnT>
                    <a:lnB w="6096"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fr-FR" sz="900">
                          <a:effectLst/>
                        </a:rPr>
                        <a:t>Utilisez des exemples de requêtes pour montrer comment gérer des jointures à plusieurs tables, des agrégations ou d’autres logiques avancées difficiles à décrire dans des instructions simples.</a:t>
                      </a:r>
                    </a:p>
                  </a:txBody>
                  <a:tcPr marL="14312" marR="14312" marT="7156" marB="7156">
                    <a:lnL w="6096" cap="flat" cmpd="sng" algn="ctr">
                      <a:solidFill>
                        <a:srgbClr val="D1D1D1"/>
                      </a:solidFill>
                      <a:prstDash val="solid"/>
                      <a:round/>
                      <a:headEnd type="none" w="med" len="med"/>
                      <a:tailEnd type="none" w="med" len="med"/>
                    </a:lnL>
                    <a:lnR w="6096" cap="flat" cmpd="sng" algn="ctr">
                      <a:solidFill>
                        <a:srgbClr val="D1D1D1"/>
                      </a:solidFill>
                      <a:prstDash val="solid"/>
                      <a:round/>
                      <a:headEnd type="none" w="med" len="med"/>
                      <a:tailEnd type="none" w="med" len="med"/>
                    </a:lnR>
                    <a:lnT w="6096" cap="flat" cmpd="sng" algn="ctr">
                      <a:solidFill>
                        <a:srgbClr val="D1D1D1"/>
                      </a:solidFill>
                      <a:prstDash val="solid"/>
                      <a:round/>
                      <a:headEnd type="none" w="med" len="med"/>
                      <a:tailEnd type="none" w="med" len="med"/>
                    </a:lnT>
                    <a:lnB w="6096"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297757128"/>
                  </a:ext>
                </a:extLst>
              </a:tr>
              <a:tr h="400725">
                <a:tc>
                  <a:txBody>
                    <a:bodyPr/>
                    <a:lstStyle/>
                    <a:p>
                      <a:pPr algn="l" fontAlgn="t">
                        <a:buNone/>
                      </a:pPr>
                      <a:r>
                        <a:rPr lang="fr-FR" sz="900">
                          <a:effectLst/>
                        </a:rPr>
                        <a:t>4</a:t>
                      </a:r>
                    </a:p>
                  </a:txBody>
                  <a:tcPr marL="14312" marR="14312" marT="7156" marB="7156">
                    <a:lnL w="6096" cap="flat" cmpd="sng" algn="ctr">
                      <a:solidFill>
                        <a:srgbClr val="D1D1D1"/>
                      </a:solidFill>
                      <a:prstDash val="solid"/>
                      <a:round/>
                      <a:headEnd type="none" w="med" len="med"/>
                      <a:tailEnd type="none" w="med" len="med"/>
                    </a:lnL>
                    <a:lnR w="6096" cap="flat" cmpd="sng" algn="ctr">
                      <a:solidFill>
                        <a:srgbClr val="D1D1D1"/>
                      </a:solidFill>
                      <a:prstDash val="solid"/>
                      <a:round/>
                      <a:headEnd type="none" w="med" len="med"/>
                      <a:tailEnd type="none" w="med" len="med"/>
                    </a:lnR>
                    <a:lnT w="6096" cap="flat" cmpd="sng" algn="ctr">
                      <a:solidFill>
                        <a:srgbClr val="D1D1D1"/>
                      </a:solidFill>
                      <a:prstDash val="solid"/>
                      <a:round/>
                      <a:headEnd type="none" w="med" len="med"/>
                      <a:tailEnd type="none" w="med" len="med"/>
                    </a:lnT>
                    <a:lnB w="6096"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fr-FR" sz="900" b="1">
                          <a:effectLst/>
                        </a:rPr>
                        <a:t>Éviter les chevauchements ou les contradictions</a:t>
                      </a:r>
                      <a:endParaRPr lang="fr-FR" sz="900">
                        <a:effectLst/>
                      </a:endParaRPr>
                    </a:p>
                  </a:txBody>
                  <a:tcPr marL="14312" marR="14312" marT="7156" marB="7156">
                    <a:lnL w="6096" cap="flat" cmpd="sng" algn="ctr">
                      <a:solidFill>
                        <a:srgbClr val="D1D1D1"/>
                      </a:solidFill>
                      <a:prstDash val="solid"/>
                      <a:round/>
                      <a:headEnd type="none" w="med" len="med"/>
                      <a:tailEnd type="none" w="med" len="med"/>
                    </a:lnL>
                    <a:lnR w="6096" cap="flat" cmpd="sng" algn="ctr">
                      <a:solidFill>
                        <a:srgbClr val="D1D1D1"/>
                      </a:solidFill>
                      <a:prstDash val="solid"/>
                      <a:round/>
                      <a:headEnd type="none" w="med" len="med"/>
                      <a:tailEnd type="none" w="med" len="med"/>
                    </a:lnR>
                    <a:lnT w="6096" cap="flat" cmpd="sng" algn="ctr">
                      <a:solidFill>
                        <a:srgbClr val="D1D1D1"/>
                      </a:solidFill>
                      <a:prstDash val="solid"/>
                      <a:round/>
                      <a:headEnd type="none" w="med" len="med"/>
                      <a:tailEnd type="none" w="med" len="med"/>
                    </a:lnT>
                    <a:lnB w="6096"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fr-FR" sz="900">
                          <a:effectLst/>
                        </a:rPr>
                        <a:t>Chaque exemple doit être distinct et non conflictuel pour donner à l’agent un signal propre de comportement.</a:t>
                      </a:r>
                    </a:p>
                  </a:txBody>
                  <a:tcPr marL="14312" marR="14312" marT="7156" marB="7156">
                    <a:lnL w="6096" cap="flat" cmpd="sng" algn="ctr">
                      <a:solidFill>
                        <a:srgbClr val="D1D1D1"/>
                      </a:solidFill>
                      <a:prstDash val="solid"/>
                      <a:round/>
                      <a:headEnd type="none" w="med" len="med"/>
                      <a:tailEnd type="none" w="med" len="med"/>
                    </a:lnL>
                    <a:lnR w="6096" cap="flat" cmpd="sng" algn="ctr">
                      <a:solidFill>
                        <a:srgbClr val="D1D1D1"/>
                      </a:solidFill>
                      <a:prstDash val="solid"/>
                      <a:round/>
                      <a:headEnd type="none" w="med" len="med"/>
                      <a:tailEnd type="none" w="med" len="med"/>
                    </a:lnR>
                    <a:lnT w="6096" cap="flat" cmpd="sng" algn="ctr">
                      <a:solidFill>
                        <a:srgbClr val="D1D1D1"/>
                      </a:solidFill>
                      <a:prstDash val="solid"/>
                      <a:round/>
                      <a:headEnd type="none" w="med" len="med"/>
                      <a:tailEnd type="none" w="med" len="med"/>
                    </a:lnT>
                    <a:lnB w="6096"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2324802006"/>
                  </a:ext>
                </a:extLst>
              </a:tr>
              <a:tr h="787139">
                <a:tc>
                  <a:txBody>
                    <a:bodyPr/>
                    <a:lstStyle/>
                    <a:p>
                      <a:pPr algn="l" fontAlgn="t">
                        <a:buNone/>
                      </a:pPr>
                      <a:r>
                        <a:rPr lang="fr-FR" sz="900">
                          <a:effectLst/>
                        </a:rPr>
                        <a:t>5</a:t>
                      </a:r>
                    </a:p>
                  </a:txBody>
                  <a:tcPr marL="14312" marR="14312" marT="7156" marB="7156">
                    <a:lnL w="6096" cap="flat" cmpd="sng" algn="ctr">
                      <a:solidFill>
                        <a:srgbClr val="D1D1D1"/>
                      </a:solidFill>
                      <a:prstDash val="solid"/>
                      <a:round/>
                      <a:headEnd type="none" w="med" len="med"/>
                      <a:tailEnd type="none" w="med" len="med"/>
                    </a:lnL>
                    <a:lnR w="6096" cap="flat" cmpd="sng" algn="ctr">
                      <a:solidFill>
                        <a:srgbClr val="D1D1D1"/>
                      </a:solidFill>
                      <a:prstDash val="solid"/>
                      <a:round/>
                      <a:headEnd type="none" w="med" len="med"/>
                      <a:tailEnd type="none" w="med" len="med"/>
                    </a:lnR>
                    <a:lnT w="6096" cap="flat" cmpd="sng" algn="ctr">
                      <a:solidFill>
                        <a:srgbClr val="D1D1D1"/>
                      </a:solidFill>
                      <a:prstDash val="solid"/>
                      <a:round/>
                      <a:headEnd type="none" w="med" len="med"/>
                      <a:tailEnd type="none" w="med" len="med"/>
                    </a:lnT>
                    <a:lnB w="6096"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fr-FR" sz="900" b="1">
                          <a:effectLst/>
                        </a:rPr>
                        <a:t>Utiliser les étapes d’exécution pour déboguer les exemples passés</a:t>
                      </a:r>
                      <a:endParaRPr lang="fr-FR" sz="900">
                        <a:effectLst/>
                      </a:endParaRPr>
                    </a:p>
                  </a:txBody>
                  <a:tcPr marL="14312" marR="14312" marT="7156" marB="7156">
                    <a:lnL w="6096" cap="flat" cmpd="sng" algn="ctr">
                      <a:solidFill>
                        <a:srgbClr val="D1D1D1"/>
                      </a:solidFill>
                      <a:prstDash val="solid"/>
                      <a:round/>
                      <a:headEnd type="none" w="med" len="med"/>
                      <a:tailEnd type="none" w="med" len="med"/>
                    </a:lnL>
                    <a:lnR w="6096" cap="flat" cmpd="sng" algn="ctr">
                      <a:solidFill>
                        <a:srgbClr val="D1D1D1"/>
                      </a:solidFill>
                      <a:prstDash val="solid"/>
                      <a:round/>
                      <a:headEnd type="none" w="med" len="med"/>
                      <a:tailEnd type="none" w="med" len="med"/>
                    </a:lnR>
                    <a:lnT w="6096" cap="flat" cmpd="sng" algn="ctr">
                      <a:solidFill>
                        <a:srgbClr val="D1D1D1"/>
                      </a:solidFill>
                      <a:prstDash val="solid"/>
                      <a:round/>
                      <a:headEnd type="none" w="med" len="med"/>
                      <a:tailEnd type="none" w="med" len="med"/>
                    </a:lnT>
                    <a:lnB w="6096"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fr-FR" sz="900">
                          <a:effectLst/>
                        </a:rPr>
                        <a:t>Les étapes d’exécution vous permettent de voir quels exemples ont été récupérés pour une question utilisateur donnée : si les erreurs s’affichent, ajustez vos questions ou ajoutez des exemples plus spécifiques.</a:t>
                      </a:r>
                    </a:p>
                  </a:txBody>
                  <a:tcPr marL="14312" marR="14312" marT="7156" marB="7156">
                    <a:lnL w="6096" cap="flat" cmpd="sng" algn="ctr">
                      <a:solidFill>
                        <a:srgbClr val="D1D1D1"/>
                      </a:solidFill>
                      <a:prstDash val="solid"/>
                      <a:round/>
                      <a:headEnd type="none" w="med" len="med"/>
                      <a:tailEnd type="none" w="med" len="med"/>
                    </a:lnL>
                    <a:lnR w="6096" cap="flat" cmpd="sng" algn="ctr">
                      <a:solidFill>
                        <a:srgbClr val="D1D1D1"/>
                      </a:solidFill>
                      <a:prstDash val="solid"/>
                      <a:round/>
                      <a:headEnd type="none" w="med" len="med"/>
                      <a:tailEnd type="none" w="med" len="med"/>
                    </a:lnR>
                    <a:lnT w="6096" cap="flat" cmpd="sng" algn="ctr">
                      <a:solidFill>
                        <a:srgbClr val="D1D1D1"/>
                      </a:solidFill>
                      <a:prstDash val="solid"/>
                      <a:round/>
                      <a:headEnd type="none" w="med" len="med"/>
                      <a:tailEnd type="none" w="med" len="med"/>
                    </a:lnT>
                    <a:lnB w="6096"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577199988"/>
                  </a:ext>
                </a:extLst>
              </a:tr>
              <a:tr h="529529">
                <a:tc>
                  <a:txBody>
                    <a:bodyPr/>
                    <a:lstStyle/>
                    <a:p>
                      <a:pPr algn="l" fontAlgn="t">
                        <a:buNone/>
                      </a:pPr>
                      <a:r>
                        <a:rPr lang="fr-FR" sz="900">
                          <a:effectLst/>
                        </a:rPr>
                        <a:t>6</a:t>
                      </a:r>
                    </a:p>
                  </a:txBody>
                  <a:tcPr marL="14312" marR="14312" marT="7156" marB="7156">
                    <a:lnL w="6096" cap="flat" cmpd="sng" algn="ctr">
                      <a:solidFill>
                        <a:srgbClr val="D1D1D1"/>
                      </a:solidFill>
                      <a:prstDash val="solid"/>
                      <a:round/>
                      <a:headEnd type="none" w="med" len="med"/>
                      <a:tailEnd type="none" w="med" len="med"/>
                    </a:lnL>
                    <a:lnR w="6096" cap="flat" cmpd="sng" algn="ctr">
                      <a:solidFill>
                        <a:srgbClr val="D1D1D1"/>
                      </a:solidFill>
                      <a:prstDash val="solid"/>
                      <a:round/>
                      <a:headEnd type="none" w="med" len="med"/>
                      <a:tailEnd type="none" w="med" len="med"/>
                    </a:lnR>
                    <a:lnT w="6096" cap="flat" cmpd="sng" algn="ctr">
                      <a:solidFill>
                        <a:srgbClr val="D1D1D1"/>
                      </a:solidFill>
                      <a:prstDash val="solid"/>
                      <a:round/>
                      <a:headEnd type="none" w="med" len="med"/>
                      <a:tailEnd type="none" w="med" len="med"/>
                    </a:lnT>
                    <a:lnB w="6096"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fr-FR" sz="900" b="1" dirty="0">
                          <a:effectLst/>
                        </a:rPr>
                        <a:t>Refléter le comportement réel de l’utilisateur</a:t>
                      </a:r>
                      <a:endParaRPr lang="fr-FR" sz="900" dirty="0">
                        <a:effectLst/>
                      </a:endParaRPr>
                    </a:p>
                  </a:txBody>
                  <a:tcPr marL="14312" marR="14312" marT="7156" marB="7156">
                    <a:lnL w="6096" cap="flat" cmpd="sng" algn="ctr">
                      <a:solidFill>
                        <a:srgbClr val="D1D1D1"/>
                      </a:solidFill>
                      <a:prstDash val="solid"/>
                      <a:round/>
                      <a:headEnd type="none" w="med" len="med"/>
                      <a:tailEnd type="none" w="med" len="med"/>
                    </a:lnL>
                    <a:lnR w="6096" cap="flat" cmpd="sng" algn="ctr">
                      <a:solidFill>
                        <a:srgbClr val="D1D1D1"/>
                      </a:solidFill>
                      <a:prstDash val="solid"/>
                      <a:round/>
                      <a:headEnd type="none" w="med" len="med"/>
                      <a:tailEnd type="none" w="med" len="med"/>
                    </a:lnR>
                    <a:lnT w="6096" cap="flat" cmpd="sng" algn="ctr">
                      <a:solidFill>
                        <a:srgbClr val="D1D1D1"/>
                      </a:solidFill>
                      <a:prstDash val="solid"/>
                      <a:round/>
                      <a:headEnd type="none" w="med" len="med"/>
                      <a:tailEnd type="none" w="med" len="med"/>
                    </a:lnT>
                    <a:lnB w="6096"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fr-FR" sz="900" dirty="0">
                          <a:effectLst/>
                        </a:rPr>
                        <a:t>Ajoutez des exemples de requêtes qui représentent les types de questions que vos utilisateurs posent réellement pour optimiser la pertinence et la précision.</a:t>
                      </a:r>
                    </a:p>
                  </a:txBody>
                  <a:tcPr marL="14312" marR="14312" marT="7156" marB="7156">
                    <a:lnL w="6096" cap="flat" cmpd="sng" algn="ctr">
                      <a:solidFill>
                        <a:srgbClr val="D1D1D1"/>
                      </a:solidFill>
                      <a:prstDash val="solid"/>
                      <a:round/>
                      <a:headEnd type="none" w="med" len="med"/>
                      <a:tailEnd type="none" w="med" len="med"/>
                    </a:lnL>
                    <a:lnR w="6096" cap="flat" cmpd="sng" algn="ctr">
                      <a:solidFill>
                        <a:srgbClr val="D1D1D1"/>
                      </a:solidFill>
                      <a:prstDash val="solid"/>
                      <a:round/>
                      <a:headEnd type="none" w="med" len="med"/>
                      <a:tailEnd type="none" w="med" len="med"/>
                    </a:lnR>
                    <a:lnT w="6096" cap="flat" cmpd="sng" algn="ctr">
                      <a:solidFill>
                        <a:srgbClr val="D1D1D1"/>
                      </a:solidFill>
                      <a:prstDash val="solid"/>
                      <a:round/>
                      <a:headEnd type="none" w="med" len="med"/>
                      <a:tailEnd type="none" w="med" len="med"/>
                    </a:lnT>
                    <a:lnB w="6096"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3197678978"/>
                  </a:ext>
                </a:extLst>
              </a:tr>
            </a:tbl>
          </a:graphicData>
        </a:graphic>
      </p:graphicFrame>
    </p:spTree>
    <p:extLst>
      <p:ext uri="{BB962C8B-B14F-4D97-AF65-F5344CB8AC3E}">
        <p14:creationId xmlns:p14="http://schemas.microsoft.com/office/powerpoint/2010/main" val="168229981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550ECAE-1286-7C6C-F90A-8C86E68DAFEE}"/>
              </a:ext>
            </a:extLst>
          </p:cNvPr>
          <p:cNvSpPr>
            <a:spLocks noGrp="1"/>
          </p:cNvSpPr>
          <p:nvPr>
            <p:ph type="title"/>
          </p:nvPr>
        </p:nvSpPr>
        <p:spPr/>
        <p:txBody>
          <a:bodyPr/>
          <a:lstStyle/>
          <a:p>
            <a:r>
              <a:rPr lang="fr-FR" dirty="0"/>
              <a:t>Utilisation des </a:t>
            </a:r>
            <a:r>
              <a:rPr lang="fr-FR"/>
              <a:t>différentes instructions</a:t>
            </a:r>
          </a:p>
        </p:txBody>
      </p:sp>
      <p:sp>
        <p:nvSpPr>
          <p:cNvPr id="3" name="Espace réservé du numéro de diapositive 2">
            <a:extLst>
              <a:ext uri="{FF2B5EF4-FFF2-40B4-BE49-F238E27FC236}">
                <a16:creationId xmlns:a16="http://schemas.microsoft.com/office/drawing/2014/main" id="{051820D9-CFA3-8A54-86DE-2AEDDE00799B}"/>
              </a:ext>
            </a:extLst>
          </p:cNvPr>
          <p:cNvSpPr>
            <a:spLocks noGrp="1"/>
          </p:cNvSpPr>
          <p:nvPr>
            <p:ph type="sldNum" sz="quarter" idx="12"/>
          </p:nvPr>
        </p:nvSpPr>
        <p:spPr/>
        <p:txBody>
          <a:bodyPr/>
          <a:lstStyle/>
          <a:p>
            <a:pPr defTabSz="685800"/>
            <a:fld id="{323DE39C-8A81-4508-8EC3-8C55B05C4E7E}" type="slidenum">
              <a:rPr lang="fr-FR" sz="1350">
                <a:solidFill>
                  <a:srgbClr val="FFFFFF"/>
                </a:solidFill>
                <a:latin typeface="Segoe UI Semibold"/>
              </a:rPr>
              <a:pPr defTabSz="685800"/>
              <a:t>57</a:t>
            </a:fld>
            <a:endParaRPr lang="fr-FR" sz="1350">
              <a:solidFill>
                <a:srgbClr val="FFFFFF"/>
              </a:solidFill>
              <a:latin typeface="Segoe UI Semibold"/>
            </a:endParaRPr>
          </a:p>
        </p:txBody>
      </p:sp>
      <p:graphicFrame>
        <p:nvGraphicFramePr>
          <p:cNvPr id="6" name="Espace réservé du contenu 5">
            <a:extLst>
              <a:ext uri="{FF2B5EF4-FFF2-40B4-BE49-F238E27FC236}">
                <a16:creationId xmlns:a16="http://schemas.microsoft.com/office/drawing/2014/main" id="{CBF73BD8-CA2F-971E-E7CB-2EF3D10E7643}"/>
              </a:ext>
            </a:extLst>
          </p:cNvPr>
          <p:cNvGraphicFramePr>
            <a:graphicFrameLocks noGrp="1"/>
          </p:cNvGraphicFramePr>
          <p:nvPr>
            <p:ph idx="1"/>
          </p:nvPr>
        </p:nvGraphicFramePr>
        <p:xfrm>
          <a:off x="1345643" y="982408"/>
          <a:ext cx="6452715" cy="3765666"/>
        </p:xfrm>
        <a:graphic>
          <a:graphicData uri="http://schemas.openxmlformats.org/drawingml/2006/table">
            <a:tbl>
              <a:tblPr/>
              <a:tblGrid>
                <a:gridCol w="2150905">
                  <a:extLst>
                    <a:ext uri="{9D8B030D-6E8A-4147-A177-3AD203B41FA5}">
                      <a16:colId xmlns:a16="http://schemas.microsoft.com/office/drawing/2014/main" val="945654084"/>
                    </a:ext>
                  </a:extLst>
                </a:gridCol>
                <a:gridCol w="2150905">
                  <a:extLst>
                    <a:ext uri="{9D8B030D-6E8A-4147-A177-3AD203B41FA5}">
                      <a16:colId xmlns:a16="http://schemas.microsoft.com/office/drawing/2014/main" val="2750173434"/>
                    </a:ext>
                  </a:extLst>
                </a:gridCol>
                <a:gridCol w="2150905">
                  <a:extLst>
                    <a:ext uri="{9D8B030D-6E8A-4147-A177-3AD203B41FA5}">
                      <a16:colId xmlns:a16="http://schemas.microsoft.com/office/drawing/2014/main" val="3797693206"/>
                    </a:ext>
                  </a:extLst>
                </a:gridCol>
              </a:tblGrid>
              <a:tr h="227561">
                <a:tc>
                  <a:txBody>
                    <a:bodyPr/>
                    <a:lstStyle/>
                    <a:p>
                      <a:endParaRPr lang="fr-FR" sz="1100"/>
                    </a:p>
                  </a:txBody>
                  <a:tcPr marL="56111" marR="56111" marT="28055" marB="28055">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5F5F5"/>
                    </a:solidFill>
                  </a:tcPr>
                </a:tc>
                <a:tc>
                  <a:txBody>
                    <a:bodyPr/>
                    <a:lstStyle/>
                    <a:p>
                      <a:endParaRPr lang="fr-FR" sz="1100" dirty="0"/>
                    </a:p>
                  </a:txBody>
                  <a:tcPr marL="56111" marR="56111" marT="28055" marB="28055">
                    <a:lnL w="7620" cap="flat" cmpd="sng" algn="ctr">
                      <a:solidFill>
                        <a:srgbClr val="E6E6E6"/>
                      </a:solidFill>
                      <a:prstDash val="solid"/>
                      <a:round/>
                      <a:headEnd type="none" w="med" len="med"/>
                      <a:tailEnd type="none" w="med" len="med"/>
                    </a:lnL>
                    <a:lnB w="7620" cap="flat" cmpd="sng" algn="ctr">
                      <a:solidFill>
                        <a:srgbClr val="E6E6E6"/>
                      </a:solidFill>
                      <a:prstDash val="solid"/>
                      <a:round/>
                      <a:headEnd type="none" w="med" len="med"/>
                      <a:tailEnd type="none" w="med" len="med"/>
                    </a:lnB>
                  </a:tcPr>
                </a:tc>
                <a:tc>
                  <a:txBody>
                    <a:bodyPr/>
                    <a:lstStyle/>
                    <a:p>
                      <a:endParaRPr lang="fr-FR" sz="1100" dirty="0"/>
                    </a:p>
                  </a:txBody>
                  <a:tcPr marL="56111" marR="56111" marT="28055" marB="28055">
                    <a:lnB w="7620" cap="flat" cmpd="sng" algn="ctr">
                      <a:solidFill>
                        <a:srgbClr val="E6E6E6"/>
                      </a:solidFill>
                      <a:prstDash val="solid"/>
                      <a:round/>
                      <a:headEnd type="none" w="med" len="med"/>
                      <a:tailEnd type="none" w="med" len="med"/>
                    </a:lnB>
                  </a:tcPr>
                </a:tc>
                <a:extLst>
                  <a:ext uri="{0D108BD9-81ED-4DB2-BD59-A6C34878D82A}">
                    <a16:rowId xmlns:a16="http://schemas.microsoft.com/office/drawing/2014/main" val="2939969916"/>
                  </a:ext>
                </a:extLst>
              </a:tr>
              <a:tr h="227561">
                <a:tc>
                  <a:txBody>
                    <a:bodyPr/>
                    <a:lstStyle/>
                    <a:p>
                      <a:pPr>
                        <a:buNone/>
                      </a:pPr>
                      <a:r>
                        <a:rPr lang="fr-FR" sz="1100" b="1">
                          <a:effectLst/>
                        </a:rPr>
                        <a:t>Section</a:t>
                      </a:r>
                      <a:endParaRPr lang="fr-FR" sz="1100">
                        <a:effectLst/>
                      </a:endParaRPr>
                    </a:p>
                  </a:txBody>
                  <a:tcPr marL="56111" marR="56111" marT="28055" marB="28055"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5F5F5"/>
                    </a:solidFill>
                  </a:tcPr>
                </a:tc>
                <a:tc>
                  <a:txBody>
                    <a:bodyPr/>
                    <a:lstStyle/>
                    <a:p>
                      <a:pPr>
                        <a:buNone/>
                      </a:pPr>
                      <a:r>
                        <a:rPr lang="fr-FR" sz="1100" b="1" dirty="0">
                          <a:effectLst/>
                        </a:rPr>
                        <a:t>Cas d’utilisation prévus</a:t>
                      </a:r>
                      <a:endParaRPr lang="fr-FR" sz="1100" dirty="0">
                        <a:effectLst/>
                      </a:endParaRPr>
                    </a:p>
                  </a:txBody>
                  <a:tcPr marL="56111" marR="56111" marT="28055" marB="28055"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5F5F5"/>
                    </a:solidFill>
                  </a:tcPr>
                </a:tc>
                <a:tc>
                  <a:txBody>
                    <a:bodyPr/>
                    <a:lstStyle/>
                    <a:p>
                      <a:pPr>
                        <a:buNone/>
                      </a:pPr>
                      <a:r>
                        <a:rPr lang="fr-FR" sz="1100" b="1">
                          <a:effectLst/>
                        </a:rPr>
                        <a:t>À inclure</a:t>
                      </a:r>
                      <a:endParaRPr lang="fr-FR" sz="1100">
                        <a:effectLst/>
                      </a:endParaRPr>
                    </a:p>
                  </a:txBody>
                  <a:tcPr marL="56111" marR="56111" marT="28055" marB="28055"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1991644289"/>
                  </a:ext>
                </a:extLst>
              </a:tr>
              <a:tr h="1084811">
                <a:tc>
                  <a:txBody>
                    <a:bodyPr/>
                    <a:lstStyle/>
                    <a:p>
                      <a:pPr>
                        <a:buNone/>
                      </a:pPr>
                      <a:r>
                        <a:rPr lang="fr-FR" sz="1100" b="1">
                          <a:effectLst/>
                        </a:rPr>
                        <a:t>Instructions pour l’agent</a:t>
                      </a:r>
                      <a:endParaRPr lang="fr-FR" sz="1100">
                        <a:effectLst/>
                      </a:endParaRPr>
                    </a:p>
                  </a:txBody>
                  <a:tcPr marL="56111" marR="56111" marT="28055" marB="28055"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5F5F5"/>
                    </a:solidFill>
                  </a:tcPr>
                </a:tc>
                <a:tc>
                  <a:txBody>
                    <a:bodyPr/>
                    <a:lstStyle/>
                    <a:p>
                      <a:pPr>
                        <a:buNone/>
                      </a:pPr>
                      <a:r>
                        <a:rPr lang="fr-FR" sz="1100" dirty="0">
                          <a:effectLst/>
                        </a:rPr>
                        <a:t>- Spécifier quelles sources de données utiliser pour des questions spécifiques</a:t>
                      </a:r>
                      <a:br>
                        <a:rPr lang="fr-FR" sz="1100" dirty="0">
                          <a:effectLst/>
                        </a:rPr>
                      </a:br>
                      <a:r>
                        <a:rPr lang="fr-FR" sz="1100" dirty="0">
                          <a:effectLst/>
                        </a:rPr>
                        <a:t>- Guider la manière dont l’agent interprète l’intention de l’utilisateur</a:t>
                      </a:r>
                    </a:p>
                  </a:txBody>
                  <a:tcPr marL="56111" marR="56111" marT="28055" marB="28055"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5F5F5"/>
                    </a:solidFill>
                  </a:tcPr>
                </a:tc>
                <a:tc>
                  <a:txBody>
                    <a:bodyPr/>
                    <a:lstStyle/>
                    <a:p>
                      <a:pPr>
                        <a:buNone/>
                      </a:pPr>
                      <a:r>
                        <a:rPr lang="fr-FR" sz="1100">
                          <a:effectLst/>
                        </a:rPr>
                        <a:t>- Mapper la terminologie à l’intention utilisateur</a:t>
                      </a:r>
                      <a:br>
                        <a:rPr lang="fr-FR" sz="1100">
                          <a:effectLst/>
                        </a:rPr>
                      </a:br>
                      <a:r>
                        <a:rPr lang="fr-FR" sz="1100">
                          <a:effectLst/>
                        </a:rPr>
                        <a:t>- Définir les étapes pour traiter les questions clés</a:t>
                      </a:r>
                      <a:br>
                        <a:rPr lang="fr-FR" sz="1100">
                          <a:effectLst/>
                        </a:rPr>
                      </a:br>
                      <a:r>
                        <a:rPr lang="fr-FR" sz="1100">
                          <a:effectLst/>
                        </a:rPr>
                        <a:t>- Définir le style et le ton de réponse</a:t>
                      </a:r>
                    </a:p>
                  </a:txBody>
                  <a:tcPr marL="56111" marR="56111" marT="28055" marB="28055"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522418634"/>
                  </a:ext>
                </a:extLst>
              </a:tr>
              <a:tr h="1084811">
                <a:tc>
                  <a:txBody>
                    <a:bodyPr/>
                    <a:lstStyle/>
                    <a:p>
                      <a:pPr>
                        <a:buNone/>
                      </a:pPr>
                      <a:r>
                        <a:rPr lang="fr-FR" sz="1100" b="1" dirty="0">
                          <a:effectLst/>
                        </a:rPr>
                        <a:t>Instructions sur les sources de données</a:t>
                      </a:r>
                      <a:endParaRPr lang="fr-FR" sz="1100" dirty="0">
                        <a:effectLst/>
                      </a:endParaRPr>
                    </a:p>
                  </a:txBody>
                  <a:tcPr marL="56111" marR="56111" marT="28055" marB="28055"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5F5F5"/>
                    </a:solidFill>
                  </a:tcPr>
                </a:tc>
                <a:tc>
                  <a:txBody>
                    <a:bodyPr/>
                    <a:lstStyle/>
                    <a:p>
                      <a:pPr>
                        <a:buNone/>
                      </a:pPr>
                      <a:r>
                        <a:rPr lang="fr-FR" sz="1100" dirty="0">
                          <a:effectLst/>
                        </a:rPr>
                        <a:t>- Clarifier comment utiliser chaque source</a:t>
                      </a:r>
                      <a:br>
                        <a:rPr lang="fr-FR" sz="1100" dirty="0">
                          <a:effectLst/>
                        </a:rPr>
                      </a:br>
                      <a:r>
                        <a:rPr lang="fr-FR" sz="1100" dirty="0">
                          <a:effectLst/>
                        </a:rPr>
                        <a:t>- Guider la sélection des tables pour les sujets</a:t>
                      </a:r>
                      <a:br>
                        <a:rPr lang="fr-FR" sz="1100" dirty="0">
                          <a:effectLst/>
                        </a:rPr>
                      </a:br>
                      <a:r>
                        <a:rPr lang="fr-FR" sz="1100" dirty="0">
                          <a:effectLst/>
                        </a:rPr>
                        <a:t>- Garantir la logique correcte des requêtes</a:t>
                      </a:r>
                    </a:p>
                  </a:txBody>
                  <a:tcPr marL="56111" marR="56111" marT="28055" marB="28055"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5F5F5"/>
                    </a:solidFill>
                  </a:tcPr>
                </a:tc>
                <a:tc>
                  <a:txBody>
                    <a:bodyPr/>
                    <a:lstStyle/>
                    <a:p>
                      <a:pPr>
                        <a:buNone/>
                      </a:pPr>
                      <a:r>
                        <a:rPr lang="fr-FR" sz="1100" dirty="0">
                          <a:effectLst/>
                        </a:rPr>
                        <a:t>- Descriptions des tables et colonnes clés</a:t>
                      </a:r>
                      <a:br>
                        <a:rPr lang="fr-FR" sz="1100" dirty="0">
                          <a:effectLst/>
                        </a:rPr>
                      </a:br>
                      <a:r>
                        <a:rPr lang="fr-FR" sz="1100" dirty="0">
                          <a:effectLst/>
                        </a:rPr>
                        <a:t>- Utilisation recommandée des tables pour certains sujets</a:t>
                      </a:r>
                      <a:br>
                        <a:rPr lang="fr-FR" sz="1100" dirty="0">
                          <a:effectLst/>
                        </a:rPr>
                      </a:br>
                      <a:r>
                        <a:rPr lang="fr-FR" sz="1100" dirty="0">
                          <a:effectLst/>
                        </a:rPr>
                        <a:t>- Exemples de valeurs de colonnes et modèles de filtres</a:t>
                      </a:r>
                    </a:p>
                  </a:txBody>
                  <a:tcPr marL="56111" marR="56111" marT="28055" marB="28055"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2315659546"/>
                  </a:ext>
                </a:extLst>
              </a:tr>
              <a:tr h="913361">
                <a:tc>
                  <a:txBody>
                    <a:bodyPr/>
                    <a:lstStyle/>
                    <a:p>
                      <a:pPr>
                        <a:buNone/>
                      </a:pPr>
                      <a:r>
                        <a:rPr lang="fr-FR" sz="1100" b="1" dirty="0">
                          <a:effectLst/>
                        </a:rPr>
                        <a:t>Exemples de requêtes</a:t>
                      </a:r>
                      <a:endParaRPr lang="fr-FR" sz="1100" dirty="0">
                        <a:effectLst/>
                      </a:endParaRPr>
                    </a:p>
                  </a:txBody>
                  <a:tcPr marL="56111" marR="56111" marT="28055" marB="28055"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5F5F5"/>
                    </a:solidFill>
                  </a:tcPr>
                </a:tc>
                <a:tc>
                  <a:txBody>
                    <a:bodyPr/>
                    <a:lstStyle/>
                    <a:p>
                      <a:pPr>
                        <a:buNone/>
                      </a:pPr>
                      <a:r>
                        <a:rPr lang="fr-FR" sz="1100">
                          <a:effectLst/>
                        </a:rPr>
                        <a:t>- Refléter une logique avancée</a:t>
                      </a:r>
                      <a:br>
                        <a:rPr lang="fr-FR" sz="1100">
                          <a:effectLst/>
                        </a:rPr>
                      </a:br>
                      <a:r>
                        <a:rPr lang="fr-FR" sz="1100">
                          <a:effectLst/>
                        </a:rPr>
                        <a:t>- Les exemples doivent mettre en évidence les modèles de jointure ou les valeurs attendues</a:t>
                      </a:r>
                    </a:p>
                  </a:txBody>
                  <a:tcPr marL="56111" marR="56111" marT="28055" marB="28055"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5F5F5"/>
                    </a:solidFill>
                  </a:tcPr>
                </a:tc>
                <a:tc>
                  <a:txBody>
                    <a:bodyPr/>
                    <a:lstStyle/>
                    <a:p>
                      <a:pPr fontAlgn="t">
                        <a:lnSpc>
                          <a:spcPts val="1500"/>
                        </a:lnSpc>
                        <a:buNone/>
                      </a:pPr>
                      <a:r>
                        <a:rPr lang="fr-FR" sz="1100" dirty="0">
                          <a:effectLst/>
                        </a:rPr>
                        <a:t>- Ensemble représentatif de questions qu’un consommateur pourrait poser</a:t>
                      </a:r>
                      <a:endParaRPr lang="fr-FR" sz="1100" b="0" i="0" dirty="0">
                        <a:effectLst/>
                        <a:latin typeface="Segoe UI" panose="020B0502040204020203" pitchFamily="34" charset="0"/>
                      </a:endParaRPr>
                    </a:p>
                  </a:txBody>
                  <a:tcPr marL="56111" marR="56111" marT="28055" marB="28055"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3161957046"/>
                  </a:ext>
                </a:extLst>
              </a:tr>
              <a:tr h="227561">
                <a:tc>
                  <a:txBody>
                    <a:bodyPr/>
                    <a:lstStyle/>
                    <a:p>
                      <a:endParaRPr lang="fr-FR" sz="1100"/>
                    </a:p>
                  </a:txBody>
                  <a:tcPr marL="56111" marR="56111" marT="28055" marB="28055">
                    <a:lnT w="7620" cap="flat" cmpd="sng" algn="ctr">
                      <a:solidFill>
                        <a:srgbClr val="E6E6E6"/>
                      </a:solidFill>
                      <a:prstDash val="solid"/>
                      <a:round/>
                      <a:headEnd type="none" w="med" len="med"/>
                      <a:tailEnd type="none" w="med" len="med"/>
                    </a:lnT>
                  </a:tcPr>
                </a:tc>
                <a:tc>
                  <a:txBody>
                    <a:bodyPr/>
                    <a:lstStyle/>
                    <a:p>
                      <a:endParaRPr lang="fr-FR" sz="1100"/>
                    </a:p>
                  </a:txBody>
                  <a:tcPr marL="56111" marR="56111" marT="28055" marB="28055">
                    <a:lnT w="7620" cap="flat" cmpd="sng" algn="ctr">
                      <a:solidFill>
                        <a:srgbClr val="E6E6E6"/>
                      </a:solidFill>
                      <a:prstDash val="solid"/>
                      <a:round/>
                      <a:headEnd type="none" w="med" len="med"/>
                      <a:tailEnd type="none" w="med" len="med"/>
                    </a:lnT>
                  </a:tcPr>
                </a:tc>
                <a:tc>
                  <a:txBody>
                    <a:bodyPr/>
                    <a:lstStyle/>
                    <a:p>
                      <a:endParaRPr lang="fr-FR" sz="1100" dirty="0"/>
                    </a:p>
                  </a:txBody>
                  <a:tcPr marL="56111" marR="56111" marT="28055" marB="28055">
                    <a:lnT w="7620" cap="flat" cmpd="sng" algn="ctr">
                      <a:solidFill>
                        <a:srgbClr val="E6E6E6"/>
                      </a:solidFill>
                      <a:prstDash val="solid"/>
                      <a:round/>
                      <a:headEnd type="none" w="med" len="med"/>
                      <a:tailEnd type="none" w="med" len="med"/>
                    </a:lnT>
                  </a:tcPr>
                </a:tc>
                <a:extLst>
                  <a:ext uri="{0D108BD9-81ED-4DB2-BD59-A6C34878D82A}">
                    <a16:rowId xmlns:a16="http://schemas.microsoft.com/office/drawing/2014/main" val="2642195715"/>
                  </a:ext>
                </a:extLst>
              </a:tr>
            </a:tbl>
          </a:graphicData>
        </a:graphic>
      </p:graphicFrame>
      <p:sp>
        <p:nvSpPr>
          <p:cNvPr id="5" name="Espace réservé du texte 4">
            <a:extLst>
              <a:ext uri="{FF2B5EF4-FFF2-40B4-BE49-F238E27FC236}">
                <a16:creationId xmlns:a16="http://schemas.microsoft.com/office/drawing/2014/main" id="{DF71362E-B647-C38E-B423-6F2973A73044}"/>
              </a:ext>
            </a:extLst>
          </p:cNvPr>
          <p:cNvSpPr>
            <a:spLocks noGrp="1"/>
          </p:cNvSpPr>
          <p:nvPr>
            <p:ph type="body" sz="quarter" idx="13"/>
          </p:nvPr>
        </p:nvSpPr>
        <p:spPr/>
        <p:txBody>
          <a:bodyPr>
            <a:normAutofit/>
          </a:bodyPr>
          <a:lstStyle/>
          <a:p>
            <a:endParaRPr lang="fr-FR"/>
          </a:p>
        </p:txBody>
      </p:sp>
    </p:spTree>
    <p:extLst>
      <p:ext uri="{BB962C8B-B14F-4D97-AF65-F5344CB8AC3E}">
        <p14:creationId xmlns:p14="http://schemas.microsoft.com/office/powerpoint/2010/main" val="2070525034"/>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Titres et transitions">
  <a:themeElements>
    <a:clrScheme name="Expertime">
      <a:dk1>
        <a:srgbClr val="02023F"/>
      </a:dk1>
      <a:lt1>
        <a:srgbClr val="FFFFFF"/>
      </a:lt1>
      <a:dk2>
        <a:srgbClr val="474961"/>
      </a:dk2>
      <a:lt2>
        <a:srgbClr val="E8E8EB"/>
      </a:lt2>
      <a:accent1>
        <a:srgbClr val="2987F7"/>
      </a:accent1>
      <a:accent2>
        <a:srgbClr val="F78036"/>
      </a:accent2>
      <a:accent3>
        <a:srgbClr val="757688"/>
      </a:accent3>
      <a:accent4>
        <a:srgbClr val="7FB7FA"/>
      </a:accent4>
      <a:accent5>
        <a:srgbClr val="FAB386"/>
      </a:accent5>
      <a:accent6>
        <a:srgbClr val="A3A4B0"/>
      </a:accent6>
      <a:hlink>
        <a:srgbClr val="2987F7"/>
      </a:hlink>
      <a:folHlink>
        <a:srgbClr val="2987F7"/>
      </a:folHlink>
    </a:clrScheme>
    <a:fontScheme name="Expertime">
      <a:majorFont>
        <a:latin typeface="Segoe UI Semibold"/>
        <a:ea typeface=""/>
        <a:cs typeface=""/>
      </a:majorFont>
      <a:minorFont>
        <a:latin typeface="Segoe UI"/>
        <a:ea typeface=""/>
        <a:cs typeface=""/>
      </a:minorFont>
    </a:fontScheme>
    <a:fmtScheme name="Solides discret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mplate Expertime V7  -  Lecture seule" id="{F1A2200F-AEAA-41B0-A326-5D8CA4FE47A3}" vid="{A66E11C5-4804-4C51-8B77-DA9AF756681B}"/>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320</TotalTime>
  <Words>7308</Words>
  <Application>Microsoft Office PowerPoint</Application>
  <PresentationFormat>Affichage à l'écran (16:9)</PresentationFormat>
  <Paragraphs>929</Paragraphs>
  <Slides>57</Slides>
  <Notes>53</Notes>
  <HiddenSlides>20</HiddenSlides>
  <MMClips>0</MMClips>
  <ScaleCrop>false</ScaleCrop>
  <HeadingPairs>
    <vt:vector size="6" baseType="variant">
      <vt:variant>
        <vt:lpstr>Polices utilisées</vt:lpstr>
      </vt:variant>
      <vt:variant>
        <vt:i4>10</vt:i4>
      </vt:variant>
      <vt:variant>
        <vt:lpstr>Thème</vt:lpstr>
      </vt:variant>
      <vt:variant>
        <vt:i4>2</vt:i4>
      </vt:variant>
      <vt:variant>
        <vt:lpstr>Titres des diapositives</vt:lpstr>
      </vt:variant>
      <vt:variant>
        <vt:i4>57</vt:i4>
      </vt:variant>
    </vt:vector>
  </HeadingPairs>
  <TitlesOfParts>
    <vt:vector size="69" baseType="lpstr">
      <vt:lpstr>Aptos</vt:lpstr>
      <vt:lpstr>Aptos Display</vt:lpstr>
      <vt:lpstr>Arial</vt:lpstr>
      <vt:lpstr>Calibri</vt:lpstr>
      <vt:lpstr>Quattrocento Sans</vt:lpstr>
      <vt:lpstr>Segoe UI</vt:lpstr>
      <vt:lpstr>Segoe UI Semibold</vt:lpstr>
      <vt:lpstr>SFMono-Regular</vt:lpstr>
      <vt:lpstr>Trebuchet MS</vt:lpstr>
      <vt:lpstr>Wingdings</vt:lpstr>
      <vt:lpstr>Custom Design</vt:lpstr>
      <vt:lpstr>1_Titres et transitions</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Fabric Data Agents</vt:lpstr>
      <vt:lpstr>Présentation PowerPoint</vt:lpstr>
      <vt:lpstr>Créer un Fabric Data Agent</vt:lpstr>
      <vt:lpstr>Préciser les instructions de l’agent</vt:lpstr>
      <vt:lpstr>Préciser les instructions de l’agent</vt:lpstr>
      <vt:lpstr>Bonnes pratiques pour les data agents</vt:lpstr>
      <vt:lpstr>Donner des exemples de requêtes</vt:lpstr>
      <vt:lpstr>Donner des exemples de requêtes</vt:lpstr>
      <vt:lpstr>Utilisation des différentes instructions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Laurent GAGLIARDI</dc:creator>
  <cp:lastModifiedBy>Paul PETON</cp:lastModifiedBy>
  <cp:revision>1</cp:revision>
  <dcterms:created xsi:type="dcterms:W3CDTF">2026-06-25T09:38:38Z</dcterms:created>
  <dcterms:modified xsi:type="dcterms:W3CDTF">2026-09-09T16:17:31Z</dcterms:modified>
</cp:coreProperties>
</file>